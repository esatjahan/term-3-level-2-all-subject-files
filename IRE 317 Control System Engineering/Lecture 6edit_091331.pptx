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slides/slide3.xml" ContentType="application/vnd.openxmlformats-officedocument.presentationml.slide+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slides/slide4.xml" ContentType="application/vnd.openxmlformats-officedocument.presentationml.slide+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slides/slide5.xml" ContentType="application/vnd.openxmlformats-officedocument.presentationml.slide+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slides/slide6.xml" ContentType="application/vnd.openxmlformats-officedocument.presentationml.slide+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slides/slide7.xml" ContentType="application/vnd.openxmlformats-officedocument.presentationml.slide+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slides/slide8.xml" ContentType="application/vnd.openxmlformats-officedocument.presentationml.slide+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464.xml" ContentType="application/inkml+xml"/>
  <Override PartName="/ppt/ink/ink482.xml" ContentType="application/inkml+xml"/>
  <Override PartName="/ppt/ink/ink483.xml" ContentType="application/inkml+xml"/>
  <Override PartName="/ppt/ink/ink484.xml" ContentType="application/inkml+xml"/>
  <Override PartName="/ppt/slides/slide9.xml" ContentType="application/vnd.openxmlformats-officedocument.presentationml.slide+xml"/>
  <Override PartName="/ppt/ink/ink386.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slides/slide10.xml" ContentType="application/vnd.openxmlformats-officedocument.presentationml.slide+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slides/slide11.xml" ContentType="application/vnd.openxmlformats-officedocument.presentationml.slide+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slides/slide12.xml" ContentType="application/vnd.openxmlformats-officedocument.presentationml.slide+xml"/>
  <Override PartName="/ppt/ink/ink575.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slides/slide13.xml" ContentType="application/vnd.openxmlformats-officedocument.presentationml.slide+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type="screen16x9"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p="http://schemas.openxmlformats.org/presentationml/2006/main" xmlns:r="http://schemas.openxmlformats.org/officeDocument/2006/relationships" xmlns:a="http://schemas.openxmlformats.org/drawingml/2006/main">
  <p:normalViewPr>
    <p:restoredLeft sz="14995" autoAdjust="0"/>
    <p:restoredTop sz="94660"/>
  </p:normalViewPr>
  <p:slideViewPr>
    <p:cSldViewPr snapToGrid="0">
      <p:cViewPr varScale="1">
        <p:scale>
          <a:sx n="62" d="100"/>
          <a:sy n="62" d="100"/>
        </p:scale>
        <p:origin x="828" y="44"/>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tableStyles" Target="tableStyles.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s>
</file>

<file path=ppt/ink/ink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21024.293 5739.008 533.15, 20988.018 5748.519 816.258, 20941.32 5791.149 849.802, 20909.939 5836.179 869.302, 20885.445 5889.66 868.904, 20870.248 5948.217 869.41, 20878.123 5998.793 871.517, 20931.104 6031.931 871.225, 20967.26 6034.521 869.963, 21018.779 6017.889 869.433, 21062.904 5981.596 870.667, 21082.281 5932.484 871.019, 21077.283 5879.711 870.843, 21062.666 5829.792 870.956, 21027.258 5788.934 871.251, 20976.037 5791.642 871.256, 20934.984 5824.416 871.239, 20906.678 5871.239 871.03, 20897.861 5926.058 870.755, 20913.609 5982.89 870.979, 20959.441 6021.886 870.449, 21019.91 6031.671 870.265, 21055.523 6026.516 870.154, 21099.783 6008.568 870.143, 21131.604 5966.326 871.021, 21127.432 5908.082 871.183, 21103.428 5855.815 870.895, 21073.131 5814.465 871.094, 21024.68 5782.77 871.644, 20973.811 5794.946 871.53, 20938.195 5834.819 871.191, 20923.105 5888.765 870.746, 20924.414 5945.38 870.901, 20956.68 5985.421 871.355, 21004.961 5994.794 871.645, 21041.287 5966.588 871.785, 21055.57 5921.205 871.882, 21058.979 5869.594 872.41, 21043.754 5823.886 872.959, 20995.959 5822.091 873.501</trace>
</ink>
</file>

<file path=ppt/ink/ink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18236.982 5903.39 533.15, 18278.91 5911.52 816.301, 18312.428 5914.607 841.956, 18346.219 5915.588 870.195, 18403.199 5917.813 870.402, 18452.496 5919.617 870.16, 18510.02 5921.719 870.622, 18580.488 5923.296 870.994, 18622.969 5924.823 870.472, 18698.99 5927.155 869.109, 18745.795 5928.203 868.619, 18794.621 5928.638 868.026, 18865.92 5926.705 867.397, 18909.197 5924.265 867.372, 18955.672 5920.314 867.484, 19010.934 5914.405 868.776, 19086.076 5906.237 869.575, 19130.529 5902.805 869.108, 19195.508 5897.871 868.667, 19252.846 5894.262 868.197, 19290.836 5893.512 867.964, 19342.516 5893.136 867.582, 19380.045 5893.083 867.541, 19414.83 5893.083 868.878, 19471.318 5894.603 869.692, 19521.982 5895.096 870.089, 19572.146 5897.006 869.655, 19609.189 5898.552 868.756, 19664.979 5899.51 868.193, 19699.506 5900.862 868.345, 19774.201 5902.975 868.497, 19859.088 5904.909 869.041, 19898.988 5905.936 868.877, 19955.586 5907.426 867.945, 20004.727 5907.688 867.958, 20054.191 5909.335 868.558, 20091.451 5910.948 869.142, 20163.627 5914.118 869.312, 20221.48 5915.781 869.933, 20276.469 5917.673 871.012, 20337.678 5920.765 870.907, 20376.998 5922.755 869.955, 20413.223 5924.325 868.842, 20447.105 5924.661 869.412, 20514.051 5924.548 872.16, 20553.371 5923.972 871.249, 20605.932 5922.863 871.014, 20644.139 5922.909 872.373, 20702.615 5922.921 871.845, 20759.434 5922.921 872.728, 20822.908 5920.927 872.657, 20879.697 5918.664 873.237, 20927.57 5896.92 873.267</trace>
</ink>
</file>

<file path=ppt/ink/ink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20554.598 5716.223 533.15, 20595.283 5740.614 872.424, 20641.271 5769.458 869.589, 20691.877 5797.333 868.229, 20735.436 5819.797 868.963, 20790.334 5847.328 871.87, 20836.021 5873.993 873.075, 20878.512 5905 873.228, 20859.469 5950.698 872.368, 20818.973 5989.435 871.242, 20783.238 6024.562 872.204, 20727.98 6073.275 873.157, 20687.975 6106.438 872.805, 20637.062 6142.626 873.24, 20595.01 6168.819 873.598</trace>
</ink>
</file>

<file path=ppt/ink/ink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20562.312 5678.247 533.15, 20598.164 5706.772 871.994, 20640.701 5740.222 870.424, 20684.219 5775.247 871.554, 20729.846 5805.728 871.49, 20775.838 5839.359 871.172, 20826.004 5867.504 873.019, 20869.963 5896.274 872.792, 20907.816 5927.654 873.328, 20898.793 5974.948 872.937, 20862.326 6013.186 871.77, 20813.846 6054.15 872.122, 20768.02 6088.677 872.703, 20719.686 6125.853 872.362, 20677.252 6162.45 872.53, 20640.648 6194.381 873.418, 20660.236 6151.877 872.35, 20696.848 6110.756 872.463, 20730.789 6074.274 872.465, 20775.188 6033.034 872.531, 20815.385 5995.046 872.492, 20855.268 5962.025 872.778, 20885.359 5918.767 873.544, 20854.596 5869.346 871.158, 20819.637 5834.552 871.018, 20780.525 5797.776 871.531, 20741.064 5770.185 871.39, 20699.236 5744.131 871.618, 20648.055 5715.645 871.777, 20597.158 5691.649 871.706, 20557.074 5661.917 872.631, 20591.215 5694.539 871.866, 20635.4 5732.859 871.151, 20681.217 5770.232 870.732, 20731.457 5805 870.56, 20775.275 5832.539 871.102, 20830.35 5856.07 873.427, 20878.418 5883.625 873.162, 20893.709 5930.847 872.967, 20867.713 5982.839 871.849, 20829.705 6026.702 872.423, 20787.102 6070.062 872.174, 20750.902 6103.079 872.815, 20707.662 6138.175 872.955, 20666.738 6171.1 872.634, 20625.996 6199.396 872.993, 20592.385 6224.271 765.058</trace>
</ink>
</file>

<file path=ppt/ink/ink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20873.836 6529.451 533.15, 20866.793 6572.396 766.263, 20861.676 6612.625 812.148, 20855.238 6665.94 845.218, 20849.842 6718.954 868.681, 20846.08 6767.921 868.506, 20852.643 6825.601 868.799, 20869.742 6860.436 869.093, 20932.078 6898.453 869.567, 20967.59 6889.465 869.159, 21002.084 6881.093 814.282</trace>
</ink>
</file>

<file path=ppt/ink/ink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20950.994 6266.874 533.15, 20907.943 6288.641 872.827, 20903.68 6343.436 871.106, 20908.467 6397.338 870.487</trace>
</ink>
</file>

<file path=ppt/ink/ink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21503.633 6262.534 533.15, 21494.303 6310.648 871.516, 21477.967 6351.579 869.65, 21457.02 6393.833 867.475, 21424.143 6451.065 864.841, 21400.994 6490.806 863.335, 21380.812 6523.996 861.862, 21357.482 6560.189 860.438, 21326.248 6607.534 858.982, 21277.348 6680.907 856.912, 21250.055 6722.298 856.311, 21226.576 6758.201 855.899, 21198.424 6804.261 855.534, 21174.799 6843.587 855.423, 21152.338 6881.499 855.529, 21126.52 6927.599 855.749, 21089.047 6997.459 856.707, 21071.363 7032.185 857.411, 21045.176 7089.375 860.338, 21026.014 7141.11 863.799, 21013.748 7177.383 860.964</trace>
</ink>
</file>

<file path=ppt/ink/ink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21551.857 6523.483 533.15, 21565.252 6571.611 871.666, 21565.941 6608.993 870, 21563.15 6661.945 867.941, 21559.547 6714.782 865.774, 21556.52 6750.046 864.743, 21549.285 6822.198 862.608, 21544.393 6861.973 861.38, 21539.41 6899.098 860.268, 21531.037 6946.846 859.232, 21524.684 6981.997 858.526, 21517.053 7024.804 858.218, 21508.189 7070.595 858.175, 21501.211 7105.827 858.127, 21492.936 7151.997 858.03, 21485.973 7192.057 858.189, 21479.654 7229.393 858.387, 21473.182 7273.317 858.743, 21464.641 7331.587 861.758, 21459.326 7392.317 866.322, 21458.838 7428.604 868.84, 21469.693 7464.164 765.888</trace>
</ink>
</file>

<file path=ppt/ink/ink1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21526.783 6631.443 533.15, 21528.779 6585.344 871.86, 21589.496 6548.476 869.38, 21626.32 6535.618 867.84, 21690.697 6520.431 865.923, 21756.893 6516.521 865.192, 21797.416 6520.761 865.386, 21832.676 6528.607 867.44, 21888.037 6559.732 870.318, 21920.854 6614.872 869.786, 21927.611 6649.777 868.77, 21925.047 6683.126 867.808, 21891.773 6747.309 866.875, 21835.061 6798.126 866.902, 21800.625 6818.544 867.077, 21737.711 6842.902 867.366, 21702.979 6849.092 867.546, 21665.809 6850.79 867.787, 21602.008 6844.104 868.731</trace>
</ink>
</file>

<file path=ppt/ink/ink1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9381.236 11565.059 533.15, 9431.856 11571.266 871.771, 9490.718 11578.035 870.164, 9546.861 11579.589 870.738, 9584.378 11580.965 870.793, 9641.844 11583.742 871.018, 9694.825 11584.046 871.782, 9744.776 11584.817 871.208, 9818.433 11586.851 870.09, 9861.386 11588.008 869.487, 9902.388 11588.251 868.808, 9963.195 11589.34 867.872, 10039.084 11594.639 868.065, 10075.59 11597.454 867.914, 10113.724 11600.951 867.463, 10178.218 11606.985 866.2, 10233.123 11612.604 864.924, 10293.803 11620.912 864.189, 10346.821 11626.783 867.93, 10391.799 11630.085 869.416, 10438.22 11634.083 869.069, 10491.502 11637.479 867.643, 10545.13 11639.207 865.892, 10602.618 11640.983 864.21, 10637.355 11641.432 863.733, 10671.423 11641.703 863.688, 10727.406 11641.972 863.973, 10779.569 11641.047 864.484, 10860.634 11638.187 864.987, 10940.804 11636.635 865.058, 10991.825 11636.295 865.088, 11073.654 11634.545 864.926, 11157.818 11634.863 864.637, 11193.703 11635.307 864.585, 11232.915 11636.364 864.495, 11294.948 11638.211 864.348, 11352.119 11640.343 864.374, 11413.848 11644.327 864.359, 11474.521 11648.253 864.245, 11527.308 11652.668 864.159, 11612.544 11660.411 864.126, 11666.926 11665.533 864.289, 11734.119 11671.91 864.49, 11771.261 11675.338 864.547, 11828.229 11679.985 864.648, 11882.291 11683.431 865.124, 11917.134 11685.212 865.884, 11965.707 11687.492 867.848, 12022.109 11689.703 869.746, 12085.77 11690.257 869.79, 12147.657 11688.695 868.416, 12218.866 11686.37 866.785, 12272.99 11684.49 866.112, 12327.778 11681.125 869.226, 12381.481 11678.337 872.008, 12420.513 11680.097 872.695, 12454.397 11688.751 871.682, 12487.942 11701.886 815.897</trace>
</ink>
</file>

<file path=ppt/ink/ink1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2628.996 12222.042 533.15, 2666.407 12222.041 797.386, 2719.708 12222.04 840.863, 2771.531 12216.62 869.615, 2830.339 12207.013 869.87, 2892.223 12193.736 870.47, 2948.313 12182.37 870.906, 3014.254 12176.332 870.726, 3050.3 12174.264 870.18, 3089.767 12172.375 869.84, 3155.48 12169.437 869.634, 3207.754 12166.979 869.346, 3276.752 12162.511 868.917, 3311.367 12159.507 868.546, 3352.039 12156.208 868.13, 3385.604 12153.724 867.69, 3436.931 12150.426 867.12, 3473.371 12148.42 867.053, 3508.554 12145.834 867.705, 3574.242 12141.907 868.979, 3608.856 12141.129 869.132, 3660.667 12141.851 868.158, 3695.032 12143.719 867.25, 3749.137 12146.626 865.307, 3813.525 12151.476 864.557, 3861.293 12157.195 865.966, 3906.267 12164.419 867.188, 3964.846 12174.81 868.918, 4032.955 12188.167 869.443, 4100.037 12200.884 868.556, 4162.618 12214.13 867.86, 4230.637 12225.531 868.128, 4288.914 12234.609 867.758, 4351.653 12244.711 866.44, 4397.849 12251.87 866.492, 4458.08 12261.018 866.543, 4516.103 12269.671 866.622, 4570.426 12275.264 866.972, 4629.406 12280.423 866.137, 4663.696 12283.479 865.686, 4700.195 12286.707 865.175, 4737.397 12289.301 865.4, 4771.958 12291.589 868.177, 4847.445 12294.358 868.934, 4923.311 12297.259 867.117, 4969.877 12299.463 866.483, 5017.395 12301.786 866.304, 5095.036 12305.01 867.595, 5129.376 12306.788 867.773, 5183.604 12310.391 867.242, 5257.742 12316.977 867.077, 5322.07 12324.158 868.39, 5391.622 12334.179 868.457, 5436.84 12341.108 867.825, 5498.891 12351.877 867.875, 5547.488 12359.512 868.178, 5596.136 12366.979 868.104, 5643.155 12373.464 867.41, 5717.632 12383.468 866.094, 5767.297 12390.074 865.382, 5809.834 12397.173 865.643, 5842.839 12405.551 844.408</trace>
</ink>
</file>

<file path=ppt/ink/ink1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6571.741 12288.771 533.15, 6627.224 12297.146 871.194, 6693.661 12303.845 868.235, 6735.777 12309.686 867.512, 6772.929 12314.969 867.391, 6824.411 12322.708 867.386, 6865.427 12328.853 867.414, 6907.122 12334.649 867.397, 6976.177 12345.326 866.789, 7049.953 12356.936 865.945, 7125.264 12368.693 865.23, 7172.546 12377.277 865.067, 7236.486 12389.862 864.96, 7292.654 12401.202 865.082, 7345.528 12413.827 865.244, 7399.14 12425.759 865.394, 7444.785 12436.432 865.518, 7520.857 12453.855 865.563, 7567.161 12463.013 865.56, 7642.334 12473.401 865.623, 7710.292 12480.021 865.429, 7767.394 12484.773 865.212, 7852.466 12491.21 864.915, 7906.114 12493.831 864.846, 7964.875 12496.158 864.702, 8025.385 12497.109 864.523, 8078.304 12498.061 864.406, 8134.533 12499.935 864.26, 8168.555 12501.258 864.129, 8210.459 12503.851 863.971, 8256.64 12506.104 863.723, 8326.988 12509.337 863.157, 8366.302 12510.439 862.828, 8433.475 12511.614 862.233, 8497.122 12512.089 861.975, 8536.625 12512.971 861.988, 8597.791 12513.869 862.196, 8635.056 12514.096 862.313, 8702.037 12514.321 862.501, 8735.457 12514.025 862.494, 8807.981 12512.25 862.324, 8853.479 12510.917 862.231, 8898.173 12508.647 862.189, 8972.959 12504.882 862.086, 9008.507 12503.295 862.038, 9043.604 12501.813 862.006, 9086.689 12500.272 861.918, 9155.228 12498.632 861.71, 9195.601 12496.928 861.646, 9263.996 12493.192 861.597, 9331.37 12489.013 861.897, 9374.609 12486.822 861.878, 9442.654 12482.765 861.738, 9482.749 12480.097 861.673, 9550.045 12474.598 861.597, 9593.44 12469.979 861.665, 9640.874 12464.881 861.718, 9675.19 12461.185 861.82, 9711.176 12456.874 862.053, 9748.646 12451.659 862.281, 9807.108 12442.437 862.981, 9854.238 12433.704 864.261, 9930.586 12417.226 865.686, 10003.053 12398.144 866.152, 10072.492 12374.475 866.085, 10113.511 12357.008 866.194, 10156.624 12316.824 866.048, 10190.426 12274.123 868.116</trace>
</ink>
</file>

<file path=ppt/ink/ink1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17193.264 6451.925 533.15, 17140.252 6466.547 871.853, 17096.65 6486.053 873.604, 17148.43 6480.737 872.151, 17200.285 6490.573 871.677, 17252.678 6503 871.087, 17306.533 6521.831 870.668, 17360.062 6539.197 870.812, 17414.811 6559.482 870.714, 17469.65 6575.469 871.883, 17521.35 6586.957 871.568, 17556.027 6594.686 871.104, 17592.115 6601.124 870.626, 17658.189 6612.053 869.962, 17729.016 6621.22 871.098, 17788.67 6627.854 869.982, 17839.734 6633.44 868.359, 17902.896 6637.324 869.534, 17968.32 6640.67 871.076, 18001.291 6642.316 870.544, 18073.967 6643.405 870.488, 18116.811 6643.433 870.694, 18165.514 6642.663 870.903, 18207.143 6640.855 871.037, 18267.418 6639.534 870.387, 18336.588 6639.904 869.821, 18375.219 6640.815 869.384, 18424.275 6642.006 870.401, 18458.416 6643.827 870.834, 18513.223 6646.417 870.253, 18548.686 6648.205 869.741, 18614.668 6648.498 869.51, 18654.045 6647.59 869.705, 18709.996 6646.294 870.508, 18760.137 6643.855 871.03, 18822.723 6638.596 871.457, 18877.441 6633.228 871.061, 18932.09 6622.566 871.528, 18987.889 6608.468 872.941, 18941.402 6591.358 871.558, 18875.404 6593.296 870.03, 18818.49 6591.201 870.612, 18742.41 6582.185 869.59, 18681.186 6574.016 869.034, 18609.855 6562.57 869.169, 18565.664 6554.37 869.18, 18526.338 6547.057 868.88, 18484.492 6539.425 868.55, 18417.908 6526.895 868.233, 18380.971 6520.737 869.28, 18303.816 6511.99 869.485, 18253.041 6507.838 868.352, 18212.992 6505.171 868.101, 18152.609 6504.069 867.682, 18099.488 6503.543 867.268, 18061.279 6504.734 867.673, 18027.711 6506.041 868.051, 17959.822 6508.933 867.957, 17919.588 6511.575 867.332, 17856.762 6515.744 867.898, 17797.426 6521.9 869.591, 17755.281 6527.89 870.317, 17720.531 6532.822 870.236, 17679.045 6538.612 869.629, 17636.203 6544.944 868.626, 17565.129 6556.275 866.537, 17526.992 6563.122 865.755, 17490.457 6569.391 865.861, 17432.273 6576.417 868.058, 17398.229 6579.917 869.857, 17344.459 6580.365 871.532, 17294.652 6575.167 872.347, 17244.637 6562.862 872.777</trace>
</ink>
</file>

<file path=ppt/ink/ink1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16989.762 6411.779 533.15, 16930.857 6417.582 847.945, 16883.791 6444.425 871.377, 16845.672 6494.569 870.225, 16830.02 6546.875 870.535, 16850.941 6595.254 870.987, 16904.822 6630.304 870.072, 16968.838 6643.01 870.079, 17017.652 6630.114 870.415, 17065.75 6596.326 870.075, 17090.668 6550.94 870.874, 17094.594 6493.641 871.29, 17078.986 6438.941 870.768, 17048.803 6400.315 871.016, 16988.01 6388.349 871.069, 16926.99 6419.061 869.299, 16878.049 6466.586 867.638, 16856.6 6519.417 867.737</trace>
</ink>
</file>

<file path=ppt/ink/ink1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19047.938 6330.402 533.15, 18993.344 6330.403 848.453, 18941.713 6341.606 871.949, 18899.117 6386.657 871.674, 18879.854 6432.558 871.425, 18869.357 6490.1 871.061, 18870.127 6542.71 871.522, 18882.623 6590.73 872.883, 18921.395 6634.542 871.113, 18966.711 6654.263 872.756, 19028.402 6651.199 870.548, 19085.215 6632.099 868.618, 19129.131 6595.584 870.245, 19144.068 6542.446 871.702, 19125.018 6490.505 871.378, 19095.242 6449.892 871.09, 19055.984 6411.011 871.243, 19008.785 6385.745 872.146, 18955.355 6373.723 871.715, 18919.77 6374.589 817.009</trace>
</ink>
</file>

<file path=ppt/ink/ink1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22766.926 6403.642 533.15, 22717.75 6384.416 842.163, 22665.148 6376.951 871.232, 22611.928 6397.173 871.649, 22566.574 6437.482 871.099, 22542.229 6492.817 871.121, 22546.273 6545.537 871.115, 22571.037 6599.146 870.58, 22607.803 6644.993 870.584, 22652.766 6677.251 871.008, 22704.65 6690.068 870.837, 22738.275 6688.482 870.831, 22794.982 6668.143 870.818, 22836.35 6634.691 870.637, 22861.988 6591.623 871.147, 22871.803 6544.133 871.324, 22859.926 6485.849 871.478, 22823.666 6453.2 871.258, 22790.543 6443.902 870.573, 22757.387 6437.378 869.727, 22723.768 6427.436 814.465</trace>
</ink>
</file>

<file path=ppt/ink/ink1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18997.783 6265.843 533.15, 18953.559 6219.859 841.867, 18944.385 6162.953 868.893, 18946.123 6124.56 867.847, 18953.486 6077.274 866.707, 18964.715 6029.24 865.693, 18985.293 5960.596 865.204, 19010.873 5901.242 866.786, 19038.285 5863.595 867.796, 19072.123 5830.213 429.503</trace>
</ink>
</file>

<file path=ppt/ink/ink1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22724.488 6196.944 533.15, 22712.225 6142.068 871.137, 22717.279 6073.877 868.333, 22723.273 6009.834 866.413, 22725.961 5975.879 865.629, 22729.861 5914.763 864.358, 22731.119 5875.612 863.819, 22731.24 5833.953 863.414, 22729.951 5772.95 863.121, 22728.5 5737.281 863.757, 22725.01 5683.063 864.963, 22725.82 5649.914 865.557, 22726.723 5600.728 868.992</trace>
</ink>
</file>

<file path=ppt/ink/ink2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5679.445 4117.491 533.15, 5746.847 4117.491 870.649, 5788.026 4117.491 868.458, 5842.312 4117.491 866.101, 5879.406 4118.261 864.748, 5927.065 4120.109 863.296, 5983.264 4122.08 861.906, 6024.828 4123.518 860.732, 6074.004 4125.065 859.663, 6129.912 4126.717 858.761, 6170.852 4127.915 857.924, 6227.729 4129.271 857.069, 6296.319 4130.922 856.213, 6374.051 4133.535 855.103, 6432.251 4135.405 853.957, 6495.326 4137.191 852.562, 6567.502 4139.557 851.104, 6617.729 4141.224 849.898, 6685.322 4144.033 848.59, 6771.019 4146.618 847.308, 6871.826 4150.414 845.203, 6943.718 4152.985 843.077, 7030.462 4155.304 841.012, 7106.496 4157.322 839.503, 7186.698 4159.448 838.464, 7286.047 4162.361 835.531, 7370.683 4164.927 831.435, 7451.018 4167.444 827.03, 7546.558 4171.175 822.443, 7615.104 4173.942 818.594, 7694.127 4177.476 815.865, 7780.076 4182.513 814.604, 7842.125 4186.309 814.432, 7920.852 4192.426 815.326, 8006.853 4199.278 818.43, 8095.644 4207.369 823.877, 8154.164 4212.737 829.565, 8218.839 4218.982 834.997, 8277.933 4225.104 840.599, 8324.609 4230.068 845.584, 8375.007 4235.388 850.075, 8459.736 4244.727 860.933, 8522.53 4252.257 868.245, 8576.934 4258.79 872.128, 8610.804 4266.37 818.63</trace>
</ink>
</file>

<file path=ppt/ink/ink2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10016.658 4065.41 533.15, 10041.869 4106.028 871.931, 10076.343 4120.208 870.39, 10120.996 4132.814 868.042, 10162.833 4140.915 866.463, 10219.438 4149.794 864.583, 10274.506 4157.468 862.549, 10326.201 4164.143 860.344, 10397.353 4171.317 856.302, 10456.005 4176.812 852.073, 10529.493 4182.775 846.529, 10633.614 4190.094 838.701, 10703.879 4195.003 831.262, 10814.729 4200.274 821.724, 10916.799 4205.026 811.623, 11016.038 4209.575 802.807, 11141.202 4215.393 792.561, 11231.144 4219.755 786.235, 11336.413 4225.797 782.834, 11451.962 4232.41 781.804, 11529.944 4236.866 781.222, 11626.062 4242.025 783.797, 11713.458 4246.133 788.144, 11788.911 4249.365 793.408, 11878.95 4252.218 799.537, 11970.904 4256.361 809.298, 12053.548 4261.792 819.869, 12108.09 4265.424 828.28, 12142.904 4267.742 836.329, 12176.849 4271.613 844.036, 12236.064 4279.763 861.149, 12271.802 4284.996 867.854, 12325.425 4293.06 872.442, 12291.455 4308.888 765.382</trace>
</ink>
</file>

<file path=ppt/ink/ink2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21087.787 7221.209 533.15, 21031.625 7229.16 847.436, 20981.984 7251.688 871.791, 20932.471 7282.695 871.151, 20887.158 7314.569 870.953, 20838.545 7346.381 871.441, 20795.695 7374.92 872.044, 20752.709 7402.127 871.373, 20698.104 7437.836 871.152, 20643.963 7469.617 871.974, 20587.438 7498.805 872.831, 20537.395 7525.452 872.807, 20479.555 7551.206 873.122, 20446.311 7573.754 765.171</trace>
</ink>
</file>

<file path=ppt/ink/ink2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20804.23 6274.523 533.15, 20863.006 6313.638 870.256, 20915.088 6338.222 869.383, 20974.318 6370.639 868.911, 21020.91 6398.189 871.101, 21063.555 6428.771 873.435, 21085.246 6473.636 872.884, 21046.766 6520.879 871.938, 21012.6 6560.726 870.571, 20968.934 6606.47 871.539, 20921.994 6647.793 871.563, 20877.162 6688.688 871.346, 20832.648 6726.858 871.882, 20789.6 6761.015 872.571, 20754.473 6760.625 817.258</trace>
</ink>
</file>

<file path=ppt/ink/ink2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20791.695 6288.629 533.15, 20824.336 6334.375 870.79, 20883.322 6357.27 868.586, 20949.975 6382.747 867.443, 21009.004 6408.607 868.889, 21056.754 6432.738 872.879, 21098.303 6459.8 872.449, 21095.959 6515.543 872.205, 21052.754 6560.694 870.078, 21003.328 6601.757 870.08, 20952.84 6642.38 869.791, 20904.707 6684.6 871.817, 20856.523 6725.155 872.761, 20821.369 6738.368 764.026</trace>
</ink>
</file>

<file path=ppt/ink/ink2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20702 5577.394 533.15, 20664.938 5571.143 816.272, 20613.254 5557.109 870.822, 20553.455 5550.021 870.953, 20501.561 5546.74 870.541, 20438.863 5541.389 870.023, 20384.27 5543.858 870.521, 20328.949 5554.941 870.292, 20279.838 5568.402 869.455, 20244.408 5582.721 868.956, 20204.684 5603.052 868.343, 20170.135 5623.632 867.481, 20118.621 5663.695 866.453, 20080.418 5702.648 866.268, 20051.984 5736.295 866.465, 20015.027 5792.718 866.703, 19995.752 5829.186 866.699, 19980.174 5864.998 867.14, 19965.838 5902.559 867.621, 19954.078 5939.415 868.533, 19941.832 5992.727 870.167, 19935.096 6042.637 870.023, 19932.311 6096.293 868.961, 19933.666 6144.78 867.106, 19946.258 6215.591 865.162, 19957.965 6251.324 865.236, 19986.553 6302.8 866.807, 20020.617 6341.973 867.648, 20066.422 6383.49 868.412, 20124.494 6414.876 868.039, 20165.947 6431.74 867.362, 20236.445 6453.34 865.813, 20279.65 6461.99 865.515, 20352.799 6468.398 866.39, 20400.182 6468.985 867.092, 20447.494 6467.08 867.568, 20502.646 6462.166 867.178, 20557.98 6453.967 866.049, 20614.303 6441.989 864.893, 20659.635 6430.244 864.113, 20717.24 6411.49 865.152, 20782.404 6381.546 869.234, 20818.816 6358.839 869.847, 20877.521 6315.206 868.736, 20927.359 6268.093 867.599, 20957.086 6232.374 866.793, 20981.547 6197.924 866.177, 21002.51 6163.489 866.747, 21031.482 6096.161 870.303, 21042.57 6041.778 870.208, 21046.713 5989.02 869.942, 21044.789 5926.516 868.92, 21037.535 5889.968 868.641, 21021.615 5843.681 867.785, 21007.135 5807.492 867.061, 20991.031 5774.207 866.396, 20948.312 5716.377 866.995, 20903.002 5675.093 868.086, 20843.559 5638.293 868.857, 20781.217 5611.402 868.923, 20721.584 5592.912 868.651, 20661.094 5578.979 868.606, 20600.695 5571.156 868.851, 20563.809 5568.647 868.821, 20502.783 5570.016 868.477, 20464.021 5574.998 868.194, 20420.605 5587.483 867.775, 20380.363 5603.203 867.16, 20328.266 5629.797 866.582, 20295.334 5642.959 811.088</trace>
</ink>
</file>

<file path=ppt/ink/ink2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22702.305 6480.679 533.15, 22686.498 6517.198 816.301, 22653.311 6572.138 870.449, 22618.73 6615.79 869.722, 22572.268 6670.197 868.404, 22531.557 6716.578 867.527, 22484.02 6770.16 867.038, 22444.604 6816.367 866.685, 22409.738 6855.615 866.246, 22367.766 6901.499 865.808, 22328.273 6942.315 865.552, 22291.203 6979.761 865.448, 22252.98 7016.225 865.667, 22219.162 7046.938 865.817, 22165.281 7094.129 866.057, 22107.941 7138.031 865.909, 22073.648 7162.559 865.979, 22022.891 7194.662 866.068, 21979.734 7220.997 866.166, 21916.291 7254.598 866.37, 21854.713 7287.44 866.375, 21817.129 7307.306 866.421, 21757.453 7338.116 866.478, 21707.43 7361.053 866.616, 21650.436 7385.449 867.76, 21592.799 7407.909 870.475, 21551.895 7420.716 870.808, 21518.391 7430.506 870.081, 21468.711 7444.938 868.775, 21431.783 7455.573 868.358, 21376.939 7466.999 868.327, 21342.199 7473.578 868.722, 21285.396 7483.502 868.772, 21213.678 7493.714 867.971, 21138.893 7503.166 866.591, 21082.174 7508.997 865.792, 21045.395 7512.134 865.299, 20996.654 7516.22 864.923, 20944.275 7517.525 865.679, 20896.631 7517.425 866.438, 20822.041 7515.963 867.663, 20770.566 7513.043 867.329, 20718.844 7509.005 866.623, 20640.727 7500.673 864.899, 20562.068 7487.21 864.555, 20518.482 7479.408 865.052, 20440.936 7464.582 865.586, 20392.58 7453.417 865.725, 20340.576 7440.446 865.525, 20287.428 7425.97 865.052, 20241.777 7412.406 865.109, 20169.182 7388.525 865.47, 20121.795 7371.487 865.311, 20049.822 7340.305 865.064, 19988.109 7310.991 864.944, 19936.828 7285.956 865.05, 19887.641 7261.048 865.053, 19837.65 7234.351 865.037, 19794.418 7210.161 865.118, 19754.422 7185.541 865.519, 19692.443 7143.635 865.8, 19632.553 7100.6 865.885, 19596.627 7073.266 865.877, 19552.754 7036.76 865.884, 19492.346 6986.272 866.306, 19457.045 6955.906 866.717, 19420.566 6921.617 869.486, 19368.645 6865.101 870.651, 19334.26 6828.849 869.255, 19283.789 6779.168 867.254, 19248.314 6745.695 867.131, 19214.223 6712.677 867.745, 19167.605 6668.85 868.739, 19125.139 6635.929 871.843, 19090.354 6615.935 686.808</trace>
</ink>
</file>

<file path=ppt/ink/ink2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21064.639 8291.588 533.15, 21046.148 8254.366 815.692, 21016.6 8217.612 845.627, 20969.826 8178.714 869.029, 20912.484 8144.013 868.326, 20847.369 8118.997 868.492, 20792.594 8105.435 868.108, 20758.033 8098.665 867.64, 20705.684 8088.925 866.396, 20638.484 8081.848 865.252, 20581.277 8078.604 864.613, 20513.604 8079.807 864.458, 20474.645 8083.547 864.414, 20416.729 8092.426 864.427, 20380.6 8101.742 864.361, 20341.562 8113.583 864.272, 20284.199 8133.731 864.225, 20232.135 8156.878 864.342, 20181.973 8185.969 864.49, 20137.174 8217.649 864.584, 20101.268 8248.087 864.917, 20049.074 8303.787 865.308, 20018.23 8355.854 865.58, 19999.393 8397.715 865.847, 19984.213 8465.341 866.18, 19982.311 8507.452 866.302, 19994.854 8574.437 865.994, 20010.121 8613.876 866.013, 20038.219 8659.385 865.886, 20070.65 8700.574 865.433, 20105.93 8735.695 864.771, 20164.949 8779.901 864.113, 20219.75 8813.263 863.828, 20258.561 8829.967 863.625, 20320.043 8853.109 862.949, 20359.725 8864.616 862.417, 20427.959 8880.192 861.459, 20466.752 8885.77 860.994, 20536.713 8891.637 860.216, 20598.721 8891.775 860.623, 20637.242 8888.536 860.957, 20695.275 8881.027 861.799, 20747.701 8868.671 862.714, 20814.371 8844.604 864.513, 20870.375 8813.64 866.738, 20929.166 8757.309 868.66, 20969.934 8698.276 867.662, 20999.424 8635.813 865.744, 21012.801 8596.133 865.354, 21023.725 8536.574 865.913, 21023.957 8498.829 866.64, 21021.379 8459.02 867.238, 21013.514 8417.114 867.464, 20997.932 8366.987 867.338, 20982.623 8327.961 867.157, 20964.875 8292.072 867.014, 20927.441 8238.559 866.788, 20882.02 8191.097 866.661, 20845.227 8164.549 866.356, 20772.211 8132.538 865.405, 20734.6 8123.435 864.826, 20684.246 8116.863 864.024, 20640.613 8112.988 863.103, 20596.922 8110.951 862.075, 20543.689 8111.084 860.956, 20509.09 8111.219 860.026, 20458.447 8111.575 857.165</trace>
</ink>
</file>

<file path=ppt/ink/ink2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2582.538 7262.982 533.15, 2618.291 7262.982 797.696, 2670.263 7262.983 841.125, 2732.886 7262.982 869.157, 2794.862 7262.982 868.744, 2842.441 7262.982 869.137, 2886.526 7262.982 869.076, 2949.546 7262.982 868.462, 2987.092 7262.982 867.761, 3048.879 7262.982 865.643, 3085.066 7262.982 864.592, 3125.882 7263.752 863.778, 3169.391 7264.253 863.112, 3202.322 7264.579 862.553, 3245.523 7265.559 861.95, 3296.331 7266.198 861.42, 3351.389 7267.383 861.079, 3390.538 7268.151 860.65, 3434.549 7268.653 860.265, 3485.284 7269.555 859.963, 3540.958 7270.911 859.739, 3588.374 7272.168 859.601, 3631.11 7273.371 859.737, 3683.461 7275.691 859.846, 3741.489 7277.767 859.8, 3798.191 7279.718 859.675, 3840.091 7281.143 859.502, 3890.887 7282.84 859.339, 3935.732 7284.842 859.159, 3975.771 7286.97 858.995, 4020.438 7288.798 859.089, 4054.319 7290.101 859.277, 4099.103 7291.713 859.369, 4149 7293.419 859.688, 4183.939 7294.611 859.852, 4229.658 7296.148 859.972, 4272.142 7297.563 859.763, 4310.208 7298.825 859.563, 4358.743 7300.209 859.423, 4394.897 7301.099 859.36, 4436.994 7301.669 859.257, 4485.127 7302.69 859.293, 4519.904 7303.462 859.505, 4564.808 7303.957 859.537, 4605.812 7304.275 859.476, 4643.223 7304.472 859.462, 4690.632 7304.595 859.599, 4743.889 7304.67 859.779, 4798.812 7304.71 859.982, 4837.086 7304.736 860.135, 4884.635 7304.753 860.256, 4928.301 7304.311 860.277, 4966.177 7303.697 860.187, 5013.76 7303.298 860.073, 5050.341 7303.038 860.055, 5091.083 7302.87 860.011, 5137.779 7302.242 860.029, 5213.963 7301.472 860.008, 5255.521 7301.274 860.054, 5290.96 7301.146 860.096, 5337.089 7301.068 860.128, 5389.184 7301.022 860.228, 5442.116 7300.993 860.373, 5479.985 7300.973 860.49, 5526.61 7301.538 860.784, 5561.697 7302.096 861.136, 5600.63 7303.045 861.363, 5642.889 7304.298 861.609, 5713.606 7306.633 862.009, 5750.619 7307.534 862.123, 5824.634 7309.269 862.317, 5860.998 7310.018 862.194, 5894.975 7310.496 862.008, 5936.839 7311.383 861.718, 6003.527 7313.164 861.392, 6043.647 7313.868 861.374, 6107.381 7313.837 861.59, 6148.805 7312.948 861.657, 6192.896 7311.589 861.824, 6227.359 7310.444 862.103, 6293.134 7307.66 862.844, 6344.96 7305.137 863.855, 6397.395 7302.75 864.952, 6476.086 7298.866 865.844, 6539.349 7294.159 866.529, 6574.565 7290.968 867.574, 6652.127 7285.281 867.648, 6686.828 7283.279 867.217, 6739.937 7280.382 866.108, 6794.437 7276.591 864.745, 6827.926 7275.354 864.085, 6865.668 7273.792 863.531, 6906.066 7272.209 863.129, 6965.597 7270.536 862.999, 7024.601 7269.852 863.28, 7057.937 7269.77 864.593, 7115.947 7270.533 866.017, 7153.079 7270.881 866.733, 7190.646 7271.803 867.657, 7224.377 7272.865 867.618, 7294.786 7275.181 867.022, 7342.375 7276.844 866.267, 7385.935 7278.307 865.445, 7420.342 7279.447 864.618, 7459.814 7280.959 863.763, 7521.217 7283.549 863.125, 7555.195 7284.386 863.447, 7612.562 7286.229 865.097, 7649.038 7287.567 867.173, 7689.18 7287.834 868.678, 7761.381 7289.512 869.187, 7825.725 7290.786 868.511, 7868.961 7291.335 867.824, 7910.411 7292.248 866.978, 7972.252 7293.952 865.285, 8037.303 7294.29 864.761, 8094.051 7293.643 864.92, 8128.048 7292.711 864.969, 8182.63 7290.547 865.014, 8252.309 7286.985 866.105, 8303.884 7283.883 866.922, 8339.293 7281.433 867.459, 8373.802 7278.427 867.723, 8438.058 7272.618 867.542, 8502.747 7267.564 867.917, 8567.276 7262.013 866.319, 8607.465 7259.405 865.344, 8669.482 7255.86 863.785, 8736.324 7253.373 862.902, 8792.823 7251.866 863.848, 8830.364 7251.345 864.166, 8873.099 7250.443 864.356, 8913.786 7249.866 864.193, 8983.024 7249.258 863.643, 9049.014 7248.944 864.392, 9094.299 7248.89 865.321, 9145.329 7247.792 866.111, 9227.718 7246.021 867.559, 9266.56 7243.951 867.88, 9334 7240.026 868.204, 9387.968 7235.213 868.146, 9436.852 7229.252 867.534, 9499.748 7220.19 869.863, 9560.157 7206.584 872.436, 9611.871 7185.265 871.954, 9645.169 7157.826 578.347</trace>
</ink>
</file>

<file path=ppt/ink/ink2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1052.892 7961.74 533.15, 1095.162 7952.483 796.053, 1155.592 7943.26 840.264, 1189.758 7939.97 848.609, 1227.746 7937.169 868.159, 1291.054 7933.073 867.377, 1357.781 7928.175 866.409, 1421.548 7923.794 866.058, 1475.894 7920.554 865.75, 1509.757 7919.517 865.562, 1548.83 7918.075 865.32, 1586.799 7917.146 865.011, 1651.764 7916.166 864.301, 1696.791 7915.936 863.817, 1746.394 7915.22 863.265, 1781.508 7914.676 862.761, 1822.763 7914.414 862.227, 1870.985 7912.711 861.738, 1924.358 7910.834 861.258, 1967.783 7909.313 860.915, 2009.117 7907.867 860.687, 2058.17 7905.579 860.453, 2092.669 7903.918 860.34, 2134.532 7901.471 860.265, 2177.654 7898.895 860.24, 2211.354 7896.867 860.258, 2254.224 7894.01 860.262, 2290.756 7890.914 860.309, 2327.145 7887.092 860.398, 2373.26 7883.071 860.466, 2445.875 7876.595 860.668, 2489.098 7872.522 860.673, 2523.597 7869.219 860.661, 2568.731 7864.968 860.515, 2607.6 7861.31 860.343, 2645.552 7857.735 860.203, 2693.369 7853.891 859.975, 2728.391 7851.175 859.788, 2769.661 7848.322 859.655, 2819.396 7843.968 859.567, 2874.357 7839.819 859.546, 2921.163 7836.382 859.596, 2963.123 7833.38 859.66, 3009.941 7830.214 859.933, 3045.026 7827.87 860.263, 3091.95 7825.015 860.428, 3137.003 7822.253 860.543, 3176.003 7819.848 860.598, 3225.394 7817.531 860.482, 3270.064 7815.345 860.118, 3310.21 7813.307 859.662, 3361.476 7810.454 859.206, 3399.034 7808.475 858.742, 3443.765 7806.571 858.253, 3494.838 7805.337 857.964, 3530.966 7804.554 857.909, 3579.228 7804.055 857.888, 3623.815 7804.159 857.905, 3663.757 7804.587 858.098, 3713.841 7805.646 858.367, 3769.85 7807.113 858.696, 3825.539 7809.276 859.02, 3864.296 7810.842 859.339, 3909.741 7813.407 859.687, 3949.437 7816.652 860.068, 3983.903 7820.071 860.407, 4024.105 7825.952 860.892, 4087.463 7836.552 861.845, 4127.372 7843.38 862.256, 4175.939 7851.955 864.801</trace>
</ink>
</file>

<file path=ppt/ink/ink3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9333.813 7905.319 533.15, 9374.044 7897.688 767.496, 9427.384 7889.979 824.614, 9466.982 7886.047 838.221, 9513.864 7882.956 845.973, 9556.467 7880.515 865.151, 9611.452 7879.06 864.236, 9651.018 7879.475 863.722, 9699.163 7881.301 863.05, 9754.245 7884.788 862.221, 9790.001 7887.079 861.46, 9836.736 7891.459 860.645, 9884.088 7897.514 859.973, 9921.394 7902.674 859.369, 9970.057 7910.466 858.818, 10025.815 7920.728 858.463, 10086.612 7932.593 858.138, 10150.113 7944.53 857.929, 10209.212 7955.718 857.893, 10253.47 7964.128 857.938, 10305.162 7974.021 857.99, 10360.686 7983.302 858.158, 10418.787 7991.602 858.381, 10458.525 7997.19 858.727, 10503.52 8001.899 859.124, 10552.969 8005.851 859.52, 10606.337 8009.121 859.959, 10648.847 8011.188 860.422, 10688.616 8012.487 860.81, 10734.912 8013.315 861.14, 10805.92 8014.066 861.65, 10846.341 8013.671 861.817, 10921.062 8011.888 861.921, 10956.386 8011.033 861.846, 10992.74 8010.466 861.717, 11036.48 8009.341 861.611, 11104.228 8007.536 861.434, 11144.773 8006.281 861.394, 11217.445 8003.833 861.297, 11252.95 8002.583 861.271, 11287.777 8001.34 861.278, 11330.15 7999.185 861.322, 11377.354 7996.246 861.45, 11422.438 7992.806 861.615, 11457.252 7989.992 861.76, 11499.445 7985.09 861.902, 11534.411 7981.056 862.008, 11568.481 7977.176 862.108, 11609.854 7972.354 862.18, 11673.931 7965.524 862.26, 11711.935 7960.784 862.294, 11774.354 7952.975 862.355, 11835.313 7944.253 862.598, 11872.512 7939.344 862.688, 11931.847 7932.476 863.159, 11967.286 7928.482 863.44, 12030.128 7921.745 863.716, 12090.224 7915.264 863.652, 12126.576 7911.037 863.5, 12164.122 7905.997 863.503, 12200.778 7900.951 863.638, 12258.871 7892.728 863.921, 12313.82 7884.806 864.567, 12394.049 7875.245 865.44, 12447.062 7869.791 865.638, 12504.594 7865.668 865.451, 12559.897 7863.336 864.961, 12608.373 7863.064 864.625, 12670.469 7864.682 866.936, 12722.114 7867.444 870.979, 12759.224 7871.757 873.003, 12792.948 7878.959 851.946</trace>
</ink>
</file>

<file path=ppt/ink/ink3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621.774 8591.598 533.15, 661.393 8591.597 796.778, 730.96 8591.599 839.426, 773.888 8591.599 847.087, 818.742 8591.599 866.494, 884.941 8591.599 865.796, 921.777 8591.599 866.555, 957.982 8591.599 866.701, 1018.926 8590.251 866.384, 1056.609 8588.88 865.646, 1128.685 8586.188 863.947, 1168.821 8584.644 862.711, 1239.065 8581.855 860.177, 1297.702 8578.062 860.199, 1352.859 8572.922 862.668, 1392.96 8567.743 863.938, 1438.771 8561.3 864.803, 1486.759 8555.005 865.4, 1536.239 8548.806 865.447, 1581.307 8543.654 865.207, 1615.169 8539.898 864.892, 1675.509 8533.862 864.28, 1713.106 8530.677 865.11, 1783.088 8525.015 867.511, 1839.276 8520.758 869.015, 1894.731 8515.732 869.403, 1957.886 8511.648 868.25, 1991.9 8510.307 867.236, 2027.278 8509.435 866.039, 2085.189 8508.54 864.798, 2146.571 8508.939 864.871, 2206.389 8510.435 865.701, 2251.35 8512.67 865.746, 2310.922 8515.702 865.305, 2377.539 8520.946 864.976, 2448.489 8525.687 864.771, 2486.976 8527.002 864.733, 2557.734 8529.495 865.154, 2613.484 8530.667 865.973, 2650.531 8530.944 866.089, 2708.116 8531.243 865.332, 2743.253 8531.338 864.913, 2818.198 8531.379 865.671, 2871.6 8530.609 866.495, 2908.071 8530.107 866.295, 2972.316 8528.786 865.914, 3029.819 8526.021 865.715, 3086.675 8523.496 865.331, 3145.497 8522.024 864.831, 3178.933 8520.688 864.545, 3233.22 8519.258 863.538, 3309.352 8518.455 865.894, 3358.687 8517.801 866.78, 3411.174 8516.246 866.872, 3450.863 8515.638 866.901, 3495.779 8515.243 866.678, 3566.504 8514.819 865.414, 3602.468 8514.711 864.704, 3671.925 8514.595 863.29, 3731.496 8514.562 862.433, 3768.203 8514.562 862.157, 3823.248 8514.562 862.453, 3873.792 8514.562 863.287, 3952.795 8512.965 864.582, 3998.983 8511.657 866.094, 4068.416 8508.946 867.206, 4128.455 8505.776 867.133, 4166.238 8503.663 866.729, 4227.987 8500.053 865.52, 4265.5 8497.661 864.603, 4298.54 8495.507 863.615, 4342.814 8492.574 862.448, 4376.677 8490.54 861.733, 4415.393 8488.784 861.031, 4461.739 8486.241 860.455, 4536.857 8482.563 859.543, 4578.664 8480.726 859.364, 4614.02 8479.183 859.276, 4658.376 8477.616 859.315, 4693.884 8476.096 859.488, 4730.393 8474.098 859.721, 4773.684 8471.469 859.959, 4841.017 8467.115 860.53, 4886.322 8463.861 860.874, 4935.312 8460.41 861.237, 4973.628 8457.723 861.53, 5011.265 8455.663 862.282, 5051.835 8453.059 863.476, 5108.75 8449.229 865.827, 5168.988 8443.659 869.467, 5244.792 8437.859 871.606, 5318.646 8435.361 869.279, 5357.219 8431.672 867.059, 5391.846 8432.029 809.3</trace>
</ink>
</file>

<file path=ppt/ink/ink3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966.09 9186.191 533.15, 1004.032 9185.333 816.525, 1059.405 9175.886 870.772, 1116.421 9162.013 870.436, 1169.614 9152.117 869.864, 1224.072 9151.353 869.753, 1277.925 9156.132 869.22, 1347.69 9167.848 867.798, 1383.991 9175.22 866.809, 1443.24 9189.574 865.091, 1479.75 9199.731 864.389, 1519.383 9210.762 863.746, 1577.493 9227.58 863.353, 1632.044 9243.293 863.378, 1686.449 9258.176 863.907, 1734.45 9270.149 864.76, 1781.519 9278.733 866.1, 1829.917 9283.629 867.031, 1896.678 9284.811 867.298, 1946.953 9282.357 866.89, 2020.638 9272.605 865.903, 2064.675 9264.578 865.806, 2129.682 9247.229 865.917, 2193.195 9227.119 866.451, 2246.302 9207.112 866.808, 2288.067 9190.772 867.009, 2350.845 9168.374 867.3, 2390.291 9156.286 867.216, 2441.057 9142.997 867.305, 2497.005 9135.469 867.852, 2542.063 9132.451 867.602, 2620.25 9133.572 866.246, 2676.09 9139.479 865.013, 2709.821 9144.141 864.345, 2753.62 9151.024 863.626, 2806.092 9159.232 862.564, 2840.197 9168.651 808.149</trace>
</ink>
</file>

<file path=ppt/ink/ink3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9125.489 9201.382 533.15, 9171.061 9172.233 847.458, 9235.198 9160.026 869.951, 9298.814 9154.857 869.322, 9336.241 9152.624 868.852, 9378.601 9150.014 868.18, 9425.448 9147.946 867.364, 9490.788 9147.093 866.444, 9529.379 9147.648 865.984, 9591.455 9148.467 865.215, 9629.443 9148.559 864.814, 9675.188 9149.4 864.305, 9719.557 9149.949 863.699, 9754.125 9150.313 863.125, 9798.316 9151.128 862.504, 9834.212 9151.931 861.95, 9870.52 9152.948 861.431, 9915.119 9154.368 860.957, 9965.917 9157.598 860.664, 10013.265 9161.736 860.554, 10051.229 9165.469 860.521, 10098.203 9170.774 860.522, 10133.89 9175.114 860.564, 10173.556 9180.7 860.531, 10220.954 9187.167 860.501, 10294.237 9197.241 860.622, 10330.176 9202.16 860.923, 10366.713 9207.073 861.083, 10411.484 9212.549 861.028, 10446.558 9216.906 860.891, 10484.532 9221.776 860.962, 10530.703 9226.277 860.914, 10581.021 9230.702 860.867, 10628.532 9234.099 860.777, 10665.182 9236.519 860.682, 10709.237 9239.013 860.515, 10746.475 9240.856 860.443, 10782.992 9242.37 860.502, 10826.289 9243.326 860.555, 10893.665 9245.126 860.769, 10932.151 9245.828 861.19, 10999.581 9246.538 861.943, 11064.798 9247.771 862.547, 11105.451 9249.041 862.681, 11170.691 9251.825 862.817, 11208.762 9254.073 862.816, 11280.527 9258.805 862.497, 11315.398 9261.491 862.237, 11349.929 9264.486 861.915, 11392.798 9267.972 861.61, 11460.868 9273.944 861.341, 11507.566 9278.525 861.241, 11559.223 9283.027 861.181, 11600.224 9286.686 861.207, 11640.732 9290.427 861.157, 11687.998 9295.149 861.043, 11721.214 9298.489 860.919, 11761.93 9302.478 860.808, 11805.156 9305.688 860.715, 11878.191 9310.664 860.496, 11914.276 9312.787 860.665, 11948.208 9314.556 860.76, 11990.01 9316.467 860.909, 12055.739 9319.288 861.396, 12089.595 9320.654 861.8, 12162.344 9323.265 862.548, 12196.376 9324.155 862.717, 12230.738 9324.716 862.818, 12272.109 9325.076 862.699, 12336.812 9323.141 862.311, 12374.056 9320.219 862.182, 12437.398 9313.487 861.947, 12496.726 9305.804 862.258, 12530.923 9301.961 862.516, 12568.381 9297.922 862.855, 12605.316 9294.67 863.363, 12665.783 9290.211 864.425, 12716.961 9286.343 865.428, 12751.264 9284.02 865.659, 12805.74 9281.563 865.456, 12857.81 9281.673 865.183, 12919.792 9283.607 865.281, 12956.081 9286.603 866.337, 12991.077 9290.109 870.793, 13027.102 9293.156 871.995, 13062.532 9290.418 817.522</trace>
</ink>
</file>

<file path=ppt/ink/ink3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5498.125 9841.548 533.15, 5544.583 9851.488 871.486, 5597.99 9852.511 873.732, 5658.954 9847.539 871.391, 5737.021 9851.41 868.023, 5781.595 9851.567 866.48, 5834.037 9852.258 862.265, 5868.691 9854.367 838.224</trace>
</ink>
</file>

<file path=ppt/ink/ink3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12616.862 9931.062 533.15, 12665.958 9931.987 796.295, 12725.438 9939.548 840.395, 12782.857 9949.447 869.325, 12833.106 9956.829 869.987, 12884.785 9961.8 872.13, 12847.891 9973.172 870.361, 12786.055 9980.637 868.396, 12743.32 9983.873 867.466, 12695.069 9986.858 866.565, 12648.289 9988.654 865.797, 12561.191 9990.042 864.53, 12527.235 9990.514 864.035, 12493.069 9990.81 863.483, 12445.978 9990.998 862.706, 12412.073 9991.116 861.906, 12367.616 9991.182 861.001, 12314.998 9991.875 859.97, 12276.666 9992.446 859.057, 12222.853 9994.355 858.087, 12171.375 9996.307 857.212, 12123.221 9998.204 856.424, 12057.87 10001.942 855.477, 12007.716 10005.006 854.576, 11947.709 10009.248 853.253, 11864.268 10014.124 850.463, 11754.219 10018.062 845.782, 11649.46 10019.912 839.317, 11550.644 10020.466 831.719, 11421.108 10017.727 821.584, 11320.188 10015.375 810.81, 11201.933 10012.091 794.642, 11057.108 10008.471 776.186, 10958.957 10006.019 760.099, 10814.778 10004.396 742.693, 10676.832 10004.63 730.703, 10547.554 10005.958 719.57, 10379.8 10012.602 707.255, 10262.116 10017.742 699.666, 10122.339 10026.856 691.265, 9976.281 10040.294 687.523, 9882.055 10049.054 669.471, 9812.846 10054.124 656.618, 9756.274 10060.207 644.803, 9720.415 10063.763 628.734</trace>
</ink>
</file>

<file path=ppt/ink/ink3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425.987 10558.751 533.15, 458.917 10553.891 798.794, 514.794 10548.789 846.388, 573.05 10542.174 869.53, 643.004 10535.318 868.443, 685.328 10531.336 867.864, 742.533 10527.275 867.121, 790.254 10524.384 866.441, 852.929 10520.828 866.491, 903.589 10517.849 867.162, 939.657 10515.707 868.128, 988.591 10513.846 868.699, 1023.113 10513.379 868.634, 1079.141 10512.771 868.689, 1114.012 10512.667 868.962, 1152.76 10512.636 869.055, 1212.466 10512.636 868.855, 1273.411 10512.636 867.312, 1310.557 10512.636 866.051, 1376.601 10512.636 865.185, 1449.082 10512.636 865.988, 1504.941 10512.636 866.967, 1551.909 10512.312 867.878, 1614.758 10510.776 868.156, 1675.974 10508.747 867.131, 1713.374 10507.992 866.189, 1773.072 10507.18 864.439, 1826.432 10506.839 862.975, 1905.063 10508.378 863.678, 1980.474 10510.859 865.314, 2055.994 10514.621 866.007, 2091.854 10516.769 866.312, 2143.412 10520.609 867.579, 2194.487 10525.112 868.651, 2247.384 10530.611 869.821, 2312.202 10536.382 868.773, 2390.977 10544.497 866.189, 2448.763 10550.291 865.761, 2502.239 10554.645 866.275, 2555.303 10558.306 867.153, 2602.477 10560.274 868.127, 2653.183 10561.241 869.262, 2712.341 10561.42 868.919, 2772.129 10561.465 867.764, 2805.215 10560.502 867.227, 2867.266 10558.581 866.406, 2938.801 10556.312 865.774, 2974.396 10554.688 865.487, 3044.013 10551.48 864.869, 3076.998 10550.07 864.148, 3110.294 10548.682 863.433, 3148.987 10547.012 862.753, 3205.685 10545.234 862.021, 3260.252 10543.642 862.169, 3314.741 10542.582 863.277, 3371.268 10541.207 864.435, 3420.617 10540.648 865.232, 3473.728 10540.368 866.764, 3516.742 10540.313 868.005, 3569.401 10541.074 868.369, 3605.101 10541.575 867.776, 3674.222 10542.112 866.171, 3738.162 10543.072 863.631, 3775.434 10543.451 862.579, 3830.127 10544.678 861.245, 3913.645 10549.686 862.097, 3965.521 10552.305 863.419, 4047.685 10558.176 865.014, 4081.463 10559.985 865.217, 4118.646 10561.924 865.492, 4175.215 10565.598 865.729, 4209.693 10568.237 865.638, 4267.014 10572.912 865.294, 4302.578 10575.95 864.851, 4366.748 10581.008 863.954, 4432.126 10586.941 862.865, 4472.394 10591.093 862.367, 4535.9 10597.881 861.892, 4574.467 10602.204 861.677, 4644.712 10610.636 861.656, 4691.465 10616.037 861.599, 4740.735 10622.611 861.568, 4775.842 10627.219 861.531, 4814.816 10631.965 861.49, 4855.592 10637.59 861.529, 4922.668 10646.743 861.615, 4956.086 10650.984 861.782, 5027.364 10659.408 862.07, 5090.558 10666.794 862.399, 5128.933 10671.841 862.55, 5194.778 10681.025 862.572, 5228.706 10685.913 862.53, 5301.904 10696.524 862.391, 5368.552 10705.41 862.104, 5409.725 10710.221 861.907, 5478.41 10718.698 861.518, 5514.253 10723.347 861.432, 5585.691 10733.018 861.415, 5650.113 10741.323 861.673, 5691.561 10746.383 861.845, 5737.436 10750.995 862.026, 5778.968 10755.335 862.15, 5814.162 10759.095 862.257, 5856.644 10763.406 863.384, 5921.072 10768.669 864.763, 5983.993 10772.808 865.353, 6018.841 10774.13 865.15, 6087.92 10774.731 864.486, 6149.909 10773.556 863.192, 6184.628 10772.664 863.176, 6237.917 10768.623 864.464, 6309.622 10762.499 866.473, 6345.988 10758.557 866.748, 6406.844 10751.787 867.03, 6467.102 10743.809 866.043, 6502.784 10738.862 865.328, 6557.501 10730.755 863.781, 6631.19 10716.249 863.156, 6701.58 10699.919 864.831, 6743.459 10688.371 865.84, 6808.262 10668.423 866.755, 6864.458 10646.362 868.232, 6914.424 10619.968 869.55, 6972.389 10573.757 870.405, 7010.703 10534.233 870.422, 7037.545 10489.217 870.168, 7051.581 10454.115 868.974, 7057.689 10417.991 868.047, 7058.042 10383.783 867.897, 7048.319 10334.425 867.571, 7019.713 10272.334 867.065, 6980.356 10221.842 866.646, 6932.083 10178.11 866.164, 6893.94 10150.958 865.865, 6854.455 10126.46 865.673, 6781.704 10086.845 864.932, 6733.744 10062.172 864.383, 6680.732 10038.624 863.968, 6624.952 10016.3 863.783, 6575.684 9999.063 864.149, 6541.115 9988.595 864.295, 6503.423 9978.023 864.353, 6442.553 9962.098 864.221, 6408.131 9954.072 864.161, 6350.512 9942.002 863.962, 6315.011 9935.152 863.755, 6247.305 9923.104 863.078, 6213.92 9917.7 862.749, 6145.61 9907.597 862.261, 6082.404 9899.364 862.037, 6045.069 9894.921 862.057, 5976.443 9887.613 862.162, 5941.347 9884.699 862.059, 5907.854 9882.347 861.898, 5865.668 9880.26 861.668, 5798.365 9876.392 861.263, 5761.938 9874.453 861.322, 5686.177 9871.14 861.616, 5650.014 9869.78 861.525, 5613.706 9868.564 861.516, 5569.372 9867.778 861.408, 5498.969 9866.122 861.101, 5458.559 9865.439 861.041, 5383.632 9864.744 860.855, 5347.113 9864.571 860.787, 5311.49 9864.47 860.8, 5266.204 9864.408 860.806, 5195.455 9864.348 860.843, 5148.504 9865.104 860.935, 5096.682 9865.604 861.091, 5057.828 9866.078 861.324, 5017.16 9866.814 861.445, 4971.171 9868.063 861.485, 4900.613 9870.971 861.44, 4859.567 9873.399 861.38, 4790.749 9877.384 861.416, 4757.049 9879.793 861.686, 4683.703 9885.85 861.891, 4620.637 9890.123 862.091, 4582.971 9892.802 862.228, 4522.593 9896.533 862.622, 4467.58 9900.551 863.244, 4402.976 9904.842 866.973, 4347.168 9905.852 869.438, 4309.855 9906.038 869.618, 4251.419 9904.138 869.029, 4199.808 9901.394 867.81, 4127.494 9895.501 866.824, 4091.321 9891.782 866.946, 4021.553 9882.171 869.05, 3985.045 9876.309 869.511, 3927.979 9869.09 869.932, 3894.083 9864.462 871.531, 3854.015 9859.899 872.408, 3799.815 9859.069 870.851, 3741.21 9866.477 871.513, 3678.34 9886.222 870.19, 3622.389 9918.121 870.437, 3582.164 9959.093 872.312, 3557.18 10011.368 871.048, 3546.498 10078.435 870.505, 3546.113 10115.91 870.709, 3547.836 10152.247 870.093, 3550.055 10193.113 869.718, 3553.793 10237.123 869.463, 3559.062 10276.67 868.961, 3566.574 10318.304 868.89, 3576.833 10365.095 868.829, 3588.687 10415.883 870.711, 3597.467 10451.552 871.565, 3603.906 10487.247 871.301, 3606.734 10521.12 848.26</trace>
</ink>
</file>

<file path=ppt/ink/ink3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2268.122 4764.167 533.15, 2214.938 4742.175 871.999, 2164.251 4714.804 869.439, 2117.051 4687.966 866.804, 2083.015 4667.866 865.548, 2040.403 4642.299 864.263, 1972.906 4599.907 862.172, 1926.637 4570.125 861.029, 1874.811 4535.257 859.885, 1830.863 4505.903 858.883, 1788.901 4478.089 858.022, 1738.741 4445.216 857.18, 1684.427 4410.684 856.536, 1638.395 4381.729 856.146, 1599.512 4357.977 857.076, 1529.418 4316.866 862.995, 1468.279 4285.757 872.105, 1421.282 4266.886 872.386, 1387.15 4246.72 817.462</trace>
</ink>
</file>

<file path=ppt/ink/ink3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2340.457 5467.264 533.15, 2281.939 5444.512 870.888, 2243.824 5421.96 869.204, 2187.883 5387.566 867.251, 2132.077 5353.229 865.365, 2072.628 5314.998 863.452, 2032.232 5289.753 862.432, 1966.194 5248.301 860.575, 1925.448 5223.412 859.612, 1892.224 5203.342 858.794, 1850.249 5177.104 858.062, 1814.349 5155.278 857.616, 1778.373 5134.118 857.317, 1735.914 5110.027 857.177, 1679.556 5078.105 859.933, 1628.364 5048.905 865.661, 1583.4 5026.281 868.802, 1538.823 5004.661 872.613, 1493.352 4987.313 872.939, 1457.12 5000.164 873.288, 1481.285 5050.68 872.641</trace>
</ink>
</file>

<file path=ppt/ink/ink3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2327.918 6167.648 533.15, 2280.96 6190.843 871.809, 2209.323 6171.721 869.114, 2135.428 6138.192 866.408, 2072.591 6105.506 864.836, 2018.955 6077.125 864.003, 1956.522 6046.276 863.874, 1901.632 6020.89 866.212, 1856.423 5999.729 867.918, 1801.881 5975.444 869.007, 1748.898 5953.524 871.234, 1687.08 5939.058 870.963, 1654.144 5934.563 869.792, 1618.051 5926.506 861.779</trace>
</ink>
</file>

<file path=ppt/ink/ink4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415.378 9972.837 533.15, 468.407 9978.125 764.762, 537.722 9985.002 822.24, 583.495 9989.213 836.469, 634.393 9992.678 844.843, 674.076 9995.933 864.301, 742.943 10001.203 863.555, 787.515 10005.063 862.931, 863.097 10011.826 861.332, 908.028 10015.296 860.501, 946.71 10018.045 859.688, 998.784 10021.366 858.783, 1060.214 10025.059 857.922, 1128.01 10028.768 857.381, 1172.228 10031.182 856.912, 1230.18 10033.509 856.53, 1298.022 10036.338 856.129, 1373.912 10038.944 855.74, 1429.88 10040.937 855.603, 1491.58 10043.431 855.446, 1564.06 10046.585 855.242, 1645.026 10049.385 854.923, 1717.548 10052.088 854.567, 1778.6 10054.462 853.857, 1853.866 10056.774 852.868, 1943.111 10059.615 851.192, 2038.406 10063.513 849.154, 2104.31 10066.276 846.988, 2188.457 10069.415 844.071, 2268.892 10072.945 840.84, 2334.688 10076.024 837.747, 2418.055 10080.132 834.813, 2509.951 10084.519 832.877, 2607.473 10088.714 831.882, 2672.625 10091.507 832.571, 2749.138 10094.766 833.984, 2824.932 10097.842 836.507, 2883.84 10100.199 838.518, 2957.844 10103.252 841.024, 3019.088 10105.51 843.575, 3080.802 10107.442 845.888, 3155.948 10110.021 848.094, 3205.444 10111.695 849.894, 3271.187 10113.512 851.266, 3342.001 10115.289 851.942, 3395.721 10116.594 852.124, 3466.21 10118.202 851.86, 3523.59 10119.502 852.075, 3583.265 10120.836 852.172, 3655.747 10122.276 852.048, 3705.187 10123.264 852.219, 3769.122 10124.6 852.613, 3830.191 10125.911 853.066, 3883.774 10127.081 853.362, 3953.125 10128.604 853.571, 4006.312 10129.778 853.723, 4065.373 10131.113 853.723, 4135.411 10132.693 853.636, 4183.038 10133.768 853.551, 4246.047 10134.458 853.455, 4319.472 10134.905 853.079, 4399.271 10135.187 852.92, 4463.748 10135.363 852.996, 4526.127 10135.474 853.024, 4594.773 10135.537 853.181, 4643.903 10135.573 853.484, 4708.691 10135.59 853.745, 4774.377 10136.692 853.929, 4826.572 10137.847 854.046, 4892.567 10138.595 854.037, 4949.768 10139.085 854.003, 5004.275 10139.401 853.854, 5060.268 10139.608 853.922, 5108.155 10139.742 854.373, 5172.43 10140.599 854.594, 5234.686 10141.155 854.877, 5288.041 10141.518 855.187, 5355.59 10142.315 855.092, 5410.517 10143.34 854.006, 5468.165 10145.033 853.352, 5538.628 10146.903 852.065, 5587.586 10148.199 850.684, 5648.925 10149.73 850.085, 5710.787 10151.122 850.329, 5760.902 10152.199 850.822, 5824.338 10153.667 851.216, 5875.896 10154.623 851.349, 5928.567 10155.238 851.66, 5993.45 10155.629 852.318, 6065.433 10155.87 852.925, 6133.059 10155.466 853.991, 6185.454 10154.982 854.985, 6247.054 10154.111 855.909, 6288.278 10153.509 856.56, 6345.389 10152.348 856.987, 6412.201 10150.04 857.163, 6456.929 10148.469 857.122, 6514.067 10146.748 856.845, 6569.68 10144.786 856.47, 6616.646 10143.01 856.235, 6677.341 10140.323 855.818, 6731.055 10137.858 855.474, 6782.012 10135.444 855.063, 6845.224 10133.106 854.711, 6888.629 10131.524 854.715, 6943.479 10129.818 854.697, 7002.852 10127.624 854.863, 7046.75 10125.947 854.905, 7104.114 10124.098 854.984, 7151.949 10122.343 855.223, 7201.358 10120.241 855.843, 7261.339 10117.54 856.307, 7305.056 10115.659 856.564, 7356.173 10113.812 856.694, 7415.71 10111.843 856.671, 7481.077 10109.802 856.723, 7537.425 10108.066 856.773, 7585.458 10106.596 856.935, 7639.557 10105.071 857.338, 7675.434 10104.069 857.83, 7720.911 10102.683 858.306, 7771.948 10101.097 858.931, 7807.155 10099.998 859.425, 7854.02 10099.295 859.875, 7893.976 10098.526 860.108, 7933.346 10097.589 860.398, 7981.328 10096.214 860.589, 8017.334 10094.964 860.67, 8056.666 10092.982 860.639, 8099.711 10090.336 860.69, 8168.476 10086.453 860.782, 8205.642 10084.314 860.925, 8275.095 10080.429 861.357, 8335.502 10076.531 862.277, 8368.998 10074.567 862.863, 8416.938 10071.191 864.275, 8461.391 10067.689 866.331, 8504.686 10066.514 868.33, 8547.549 10067.31 869.903, 8603.404 10070.031 871.856, 8642.984 10073.803 872.304, 8692.253 10081.605 873.25</trace>
</ink>
</file>

<file path=ppt/ink/ink4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7786.808 9628.884 533.15, 7837.553 9632.323 871.979, 7913.036 9649.94 868.592, 7953.29 9663.493 866.976, 8025.383 9691.932 865.016, 8075.42 9712.759 864.134, 8111.876 9728.724 863.766, 8172.323 9756.617 863.098, 8237.023 9788.495 862.047, 8277.166 9809.344 861.295, 8342.005 9843.559 860.056, 8380.636 9864.813 859.621, 8439.057 9895.881 859.568, 8497.541 9925.523 860.291, 8550.484 9951.066 861.624, 8602.493 9974.562 863.453, 8654.57 9997.455 867.739, 8710.541 10017.635 873.164, 8768.638 10035.105 872.785, 8804.455 10074.323 872.065, 8768.165 10123.791 869.837, 8703.166 10177.791 867.054, 8666.142 10203.93 865.883, 8598.559 10249.867 864.474, 8553.938 10280.412 863.922, 8483.976 10332.441 863.707, 8438.522 10369.574 863.633, 8395.461 10410.24 863.628, 8354.362 10450.141 864.8, 8326.417 10486.72 866.26, 8293.462 10520.648 429.099</trace>
</ink>
</file>

<file path=ppt/ink/ink4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4839.394 9587.109 533.15, 4889.955 9606.624 765.732, 4927.726 9624.761 811.444, 4979.591 9655.213 829.313, 5038.765 9691.789 838.803, 5108.157 9737.668 860.929, 5172.553 9782.791 859.559, 5212.226 9811.525 858.899, 5279.917 9861.441 858.289, 5346.476 9912.03 858.333, 5388.855 9944.711 858.214, 5452.972 9995.307 858.203, 5488.487 10024.063 858.294, 5546.192 10070.721 858.859, 5595.256 10109.898 860.363, 5650.593 10151.515 866.225, 5698.665 10184.174 873.03, 5743.566 10213.889 871.948, 5768.036 10261.801 870.865, 5720.308 10311.966 869.138, 5683.169 10329.53 867.765, 5631.618 10350.296 866.076, 5566.384 10373.706 864.076, 5502.431 10396.171 862.211, 5465.138 10409.979 861.301, 5390.198 10438.744 859.894, 5322.038 10465.631 859.273, 5280.682 10482.771 859.22, 5214.025 10509.767 859.395, 5178.058 10524.316 859.631, 5108.18 10551.968 860.304, 5045.559 10574.422 861.027, 4998.272 10590.665 863.248</trace>
</ink>
</file>

<file path=ppt/ink/ink4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2403.147 9559.983 533.15, 2442.702 9573.987 766.205, 2480.022 9589.864 811.877, 2520.848 9610.157 830.778, 2554.116 9628.205 836.094, 2611.045 9660.487 842.965, 2647.482 9681.948 861.847, 2719.604 9725.191 860.072, 2786.063 9767.252 858.714, 2826.005 9792.975 858.308, 2887.395 9833.02 858.152, 2946.289 9874.03 859.003, 3004.691 9915.295 861.772, 3040.717 9941.099 865.387, 3084.421 9973.714 870.344, 3127.613 10016.646 872.112, 3117.903 10077.1 870.343, 3066.676 10133.024 867.771, 2995.836 10179.819 865.176, 2939.278 10210.285 863.339, 2902.955 10227.794 862.367, 2840.861 10257.811 860.751, 2803.56 10275.854 860.174, 2746.978 10302.513 860.113, 2692.608 10328.355 860.885, 2620.695 10365.665 865.827, 2580.776 10385.439 867.738, 2532.365 10405.364 871.074, 2498.894 10415.362 849.317</trace>
</ink>
</file>

<file path=ppt/ink/ink4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2401.218 6612.51 533.15, 2360.103 6569.441 826.381, 2323.951 6558.787 839.757, 2285.025 6553.396 847.035, 2235.817 6553.645 865.702, 2154.006 6565.603 863.951, 2118.688 6574.942 863.401, 2060.48 6594.087 862.506, 2022.565 6612.576 862.036, 1984.089 6635.757 861.676, 1928.844 6675.501 861.366, 1886.624 6715.28 861.735, 1854.027 6770.997 862.519, 1843.62 6807.425 862.787, 1839.832 6848.703 862.955, 1845.571 6895.417 862.913, 1864.438 6965.408 862.462, 1888.147 7009.443 861.794, 1920.085 7053.336 860.906, 1946.309 7086.951 860.125, 2011.699 7147.971 858.966, 2071.158 7188.676 858.478, 2130.835 7216.695 859.119, 2170.074 7227.256 859.43, 2231.304 7237.959 860.108, 2264.227 7239.208 860.498, 2315.021 7235.644 861.623, 2360.829 7224.057 863.254, 2429.074 7187.505 864.352, 2481.188 7133.52 864.741, 2519.27 7063.431 864.49, 2535.376 7018.931 864.533, 2546.109 6950.468 864.21, 2547.775 6916.679 864.098, 2546.338 6858.335 863.865, 2538.895 6807.032 863.793, 2509.834 6732.983 863.999, 2463.223 6669.163 864.399, 2425.573 6635.212 864.585, 2374.656 6604.893 864.318, 2338.261 6591.421 863.934, 2300.763 6581.524 863.341, 2262.626 6574.093 862.557, 2210.891 6570.709 861.31, 2155.75 6571.831 859.705, 2120.064 6572.7 858.263, 2071.219 6573.195 853.03</trace>
</ink>
</file>

<file path=ppt/ink/ink4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3131.32 10010.812 533.15, 3075.147 9993.304 842.298, 3021.632 10001.928 870.591, 2991.007 10039.188 870.822, 2991.754 10095.491 870.272, 3014.638 10144.17 869.701, 3064.291 10185.881 869.288, 3115.313 10202.806 869.729, 3169.451 10191.238 870.571, 3204.299 10154.269 870.826, 3206.18 10100.717 870.973, 3175.091 10052.225 870.481, 3124.612 10019.185 869.77, 3069.722 10000.266 868.988, 3006.016 9997.898 869.003, 2952.82 10022.562 870.047, 2930.053 10072.671 870.482, 2956.511 10125.487 869.67, 3003.934 10167.097 868.251, 3056.979 10193.065 867.683, 3108.386 10202.22 868.615, 3142.745 10199.005 869.62, 3189.249 10169.585 870.715, 3200.857 10115.999 870.759, 3180.29 10062.192 870.401, 3136.884 10018.896 870.116, 3085.772 10000.427 870.654, 3033.972 10027.54 871.142, 3027.864 10081.466 870.932, 3068.525 10133.821 869.795, 3102.708 10157.745 762.267</trace>
</ink>
</file>

<file path=ppt/ink/ink4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5677.516 10027.088 533.15, 5623.168 10014.057 827.284, 5572.005 10021.32 870.186, 5535.57 10057.845 870.289, 5524.085 10093.104 869.821, 5529.009 10150.494 869.226, 5562.348 10202.971 868.827, 5596.073 10232 868.465, 5661.576 10267.368 868.152, 5720.695 10279.661 868.452, 5779.485 10271.597 869.656, 5829.833 10231.142 870.305, 5848.231 10178.855 870.873, 5835.142 10130.363 870.893, 5791.431 10090.45 870.325, 5730.316 10069.25 870.106, 5696.143 10067.938 870.028, 5632.504 10080.55 870.19, 5583.34 10116.376 870.88, 5569.445 10162.469 871.008, 5600.239 10211.139 870.215, 5639.202 10240.725 869.529, 5686.996 10261.252 869.11, 5737.812 10272.186 869.192, 5792.582 10264.496 870.345, 5821.385 10213.065 871.19, 5806.603 10157.209 870.251, 5772.82 10104.121 869.975, 5723.419 10073.58 870.303, 5665.462 10058.155 870.601, 5617.894 10066.419 872.238, 5583.653 10088.486 685.649</trace>
</ink>
</file>

<file path=ppt/ink/ink4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4224.063 9786.754 533.15, 4277.453 9819.425 871.456, 4343.768 9859.299 867.149, 4389.419 9885.21 865.6, 4455.507 9924.336 865.525, 4507.797 9954.206 867.627, 4565.598 9985.924 870.115, 4613.292 10011.088 871.246, 4664.247 10035.356 872.256, 4714.129 10058.034 872.58, 4755.639 10087.297 872.154, 4734.202 10132.811 871.461, 4677.011 10167.842 870.438, 4643.27 10184.345 869.634, 4590.192 10208.325 869.663, 4541.346 10233.624 871.275, 4491.349 10260.729 872.554, 4457.218 10294.724 872.645</trace>
</ink>
</file>

<file path=ppt/ink/ink4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5685.231 10189.842 533.15, 5722.303 10214.969 872.585, 5747.688 10262.971 871.393, 5755.848 10319.36 871.234, 5752.446 10375.144 870.835, 5745.524 10438.242 870.513, 5737.986 10505.815 872.031, 5733.932 10538.944 871.61, 5723.026 10599.311 870.658, 5706.964 10661.129 870.086, 5685.579 10726.701 870.916, 5674.462 10759.775 870.57, 5653.605 10811.461 869.873, 5628.555 10866.128 870.451, 5610.328 10901.528 870.285, 5580.281 10956.289 869.628, 5553.265 10998.282 871.814, 5510.405 11050.602 871.122, 5466.059 11099.354 868.771, 5425.518 11138.604 868.225, 5376.558 11179.066 868.45, 5317.391 11218.097 869.313, 5267.166 11243.236 870.132, 5221.492 11260.428 870.125, 5187.451 11271.364 869.742, 5114.376 11289.109 869.168, 5036.916 11298.761 869.265, 4977.31 11302.932 868.454, 4914.623 11301.918 868.741, 4856.147 11296.373 868.873, 4802.371 11289.454 867.819, 4719.282 11275.52 865.313, 4671.849 11265.071 863.947, 4602.097 11248.879 864.089, 4535.683 11230.854 865.49, 4496.028 11219.327 866.241, 4439.087 11201.873 867.918, 4370.063 11179.458 869.785, 4315.755 11159.686 870.335, 4281.042 11145.85 869.779, 4225.14 11123.34 869.149, 4160.935 11095.457 867.935, 4114.907 11073.649 867.422, 4073.595 11051.705 866.721, 4012.607 11017.451 866.161, 3951.461 10980.92 865.639, 3916.415 10958.863 865.75, 3860.72 10921.801 866.099, 3815.467 10890.297 867.237, 3766.775 10853.412 869.552, 3733.593 10827.009 869.761, 3677.801 10779.838 868.184, 3643.843 10750.885 866.926, 3596.781 10710.901 868.217, 3561.511 10678.123 869.219, 3524.758 10641.842 869.33, 3482.904 10601.565 868.14, 3435.603 10552.733 868.05, 3394.206 10505.482 868.927, 3349.704 10452.152 869.841, 3312.582 10403.967 871.027, 3280.154 10354.99 871.587, 3249.506 10302.954 871.635, 3217.971 10248.886 872.784, 3188.071 10206.043 873.246, 3153.277 10243.846 872.057, 3139.039 10300.274 872.696, 3133.826 10351.568 872.911, 3168.381 10314.21 871.476, 3185.032 10264.51 873.357, 3221.328 10211.634 871.97, 3276.368 10210.815 871.115, 3336.14 10232.448 870.316, 3388.407 10256.783 869.902, 3447.879 10285.213 869.287, 3496.258 10310.387 871.531, 3539.677 10334.714 873.267, 3573.517 10352.982 765.85</trace>
</ink>
</file>

<file path=ppt/ink/ink4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697.003 12002.378 533.15, 644.72 11981.668 851.596, 622.411 11944.958 872.794, 621.156 11896.541 872.438, 596.617 11850.224 876.229</trace>
</ink>
</file>

<file path=ppt/ink/ink5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609.236 11850.476 533.15, 651.327 11874.378 871.659, 706.768 11890.741 870.915, 774.685 11900.164 868.796, 819.377 11905.894 867.686, 861.868 11912.282 866.743, 908.068 11918.183 866.102, 941.039 11923.136 865.639, 997.621 11930.871 864.5, 1040.045 11937.121 863.744, 1090.097 11944.831 862.868, 1139.877 11952.612 861.943, 1178.76 11958.719 861.052, 1227.45 11966.313 860.141, 1267.702 11972.777 859.411, 1310.024 11979.861 858.907, 1358.59 11988.203 858.547, 1394.819 11994.458 858.364, 1443.844 12003.502 858.136, 1491.057 12012.424 858.051, 1532.138 12020.281 858, 1584.268 12031.319 857.897, 1626.118 12040.086 857.74, 1670.954 12049.324 857.547, 1724.959 12061.082 857.268, 1762.108 12069.226 857.074, 1808.682 12079.896 856.913, 1856.594 12091.106 856.965, 1894.325 12100.005 857.185, 1941.565 12111.717 857.404, 1994.368 12124.494 857.821, 2049.217 12136.956 858.298, 2087.223 12145.534 858.885, 2129.068 12154.987 859.494, 2169.035 12163.89 860.157, 2237.667 12178.746 863.082, 2294.374 12188.883 865.441, 2346.679 12197.145 866.824, 2412.701 12207.09 867.293, 2449.599 12211.943 867.899, 2521.396 12222.605 870.624, 2564.146 12228.857 870.643, 2602.374 12234.981 870.33, 2661.465 12246.183 870.013, 2696.26 12254.141 870.858, 2753.451 12266.515 871.959, 2807.224 12278.517 872.577, 2841.898 12324.223 871.282, 2892.982 12341.427 871.964, 2934.057 12316.727 871.316, 2933.125 12268.026 871.074, 2891.619 12223.53 871.006, 2840.859 12209.121 870.896, 2799.946 12244.76 870.785, 2802.347 12279.052 816.567</trace>
</ink>
</file>

<file path=ppt/ink/ink5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3018.477 12290.453 533.15, 2970.958 12271.414 871.486, 3031.246 12269.249 871.71, 3068.622 12273.215 870.359, 3131.241 12281.259 868.559, 3168.08 12286.106 867.905, 3211.232 12291.254 867.454, 3254.219 12296.496 866.906, 3330.479 12304.694 865.607, 3414.717 12311.825 864.23, 3468.643 12315.971 863.866, 3504.593 12318.168 863.644, 3549.05 12320.926 863.304, 3593.155 12323.27 862.999, 3627.26 12324.988 862.72, 3670.816 12327.439 862.438, 3709.065 12329.385 862.122, 3744.986 12331.048 861.774, 3789.667 12333.656 861.375, 3823.18 12335.631 860.984, 3861.824 12337.964 860.629, 3906.647 12341.097 860.329, 3978.713 12346.71 859.963, 4019.314 12349.919 859.931, 4053.906 12352.584 859.939, 4096.875 12356.272 860.215, 4168.024 12362.763 860.805, 4216.247 12367.339 860.876, 4291.02 12375.254 860.792, 4331.585 12380.282 860.637, 4367.317 12384.92 860.462, 4412.261 12390.81 860.454, 4463.259 12397.518 860.553, 4510.786 12404.552 860.708, 4546.846 12410.076 860.884, 4589.138 12416.719 861.284, 4622.984 12421.754 861.602, 4657.149 12426.397 861.784, 4695.827 12431.684 861.944, 4752.864 12438.832 862.474, 4801.905 12443.398 863.883, 4874.061 12445.529 866.525, 4923.476 12443.696 868.06, 4966.783 12439.662 868.772, 5023.971 12429.977 869.089, 5081.018 12412.263 870.482, 5124.501 12386.665 872.227, 5141.478 12342.68 872.481, 5102.13 12340.461 871.908, 5089.921 12385.589 871.198, 5122.615 12431.33 870.782, 5171.213 12452.424 870.234, 5221.133 12445.658 869.962, 5260.291 12388.436 870.862, 5257.286 12337.914 871.675, 5217.134 12299.688 871.326, 5161.755 12301.528 871.639, 5126.563 12321.702 764.336</trace>
</ink>
</file>

<file path=ppt/ink/ink5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5327.415 12390.817 533.15, 5288.578 12368.42 871.757, 5346.909 12391.59 870.323, 5401.633 12402.374 869.59, 5463.224 12406.464 868.667, 5500.159 12408.027 868.198, 5548.409 12408.811 867.396, 5597.343 12409.1 866.368, 5646.152 12409.211 865.322, 5680.384 12409.241 864.757, 5735.492 12410.047 863.98, 5772.445 12411.075 863.474, 5846.322 12413.917 862.437, 5880.792 12415.621 861.814, 5919.287 12417.822 861.276, 5968.205 12421.563 860.697, 6023.451 12426.112 860.13, 6074.993 12431.078 859.716, 6116.922 12435.377 859.276, 6168.568 12441.816 858.818, 6210.835 12447.338 858.507, 6253.597 12453.236 858.247, 6305.378 12460.904 858.043, 6340.227 12466.085 858.007, 6384.988 12472.89 858.062, 6430.498 12479.331 858.303, 6466.634 12484.329 858.504, 6513.176 12490.438 858.727, 6550.365 12495.294 859.047, 6589.74 12500.39 859.379, 6637.112 12506.184 859.626, 6709.149 12513.687 860.135, 6750.574 12516.678 860.404, 6821.479 12520.849 860.853, 6885.049 12522.066 861.535, 6918.845 12520.631 861.996, 6969.274 12517.589 863.298, 7042.807 12505.183 865.358, 7099.731 12489.185 868.526, 7155.865 12461.588 870.758, 7201.612 12418.205 871.876, 7207.069 12364.233 871.745, 7164.663 12337.914 870.747, 7104.669 12345.367 870.312, 7074.856 12399.874 870.595, 7078.815 12456.403 869.108, 7106.995 12500.798 869.122, 7149.451 12529.627 870.612, 7212.037 12531.738 871.415, 7249.547 12490.807 872.304, 7246.162 12435.237 871.417, 7202.872 12399.543 872.057, 7154.091 12383.086 871.6, 7119.818 12380.515 819.308</trace>
</ink>
</file>

<file path=ppt/ink/ink5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6365.181 12217.757 533.15, 6403.802 12249.789 872.42, 6461.28 12297.688 868.962, 6503.006 12330.303 865.939, 6546.755 12362.398 863.562, 6593.732 12393.419 862.784, 6632.382 12417.574 863.114, 6670.709 12439.867 864.543, 6717.413 12466.605 871.13, 6759.368 12500.104 872.55, 6712.396 12539.303 870.796, 6644.696 12558.163 868.079, 6604.952 12568.505 866.745, 6559.825 12580.28 866.101, 6519.459 12591.636 865.783, 6460.238 12607.696 865.823, 6398.825 12619.242 866.933, 6348.786 12626.27 870.621</trace>
</ink>
</file>

<file path=ppt/ink/ink5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4224.063 12119.02 533.15, 4267.458 12136.659 815.474, 4312.211 12165.47 845.283, 4375.563 12210.184 868.14, 4438.938 12250.604 867.089, 4500.877 12286.19 869.094, 4565.567 12318.649 870.819, 4607.069 12340.842 872.367, 4644.698 12380.627 871.955, 4648.833 12415.01 871.007, 4614.259 12466.605 869.017, 4568.282 12502.546 867.842, 4523.598 12529.21 866.982, 4480.577 12553.496 866.207, 4443.953 12572.545 865.735, 4405.742 12590.671 865.688, 4371.62 12605.272 866.615, 4334.807 12618.933 867.841, 4297.772 12628.344 869.75, 4261.937 12631.15 868.21</trace>
</ink>
</file>

<file path=ppt/ink/ink5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1985.532 11864.58 533.15, 2008.412 11905.567 815.426, 2047.881 11950.091 844.84, 2099.352 11994.236 867.198, 2163.615 12047.501 865.243, 2206.951 12082.115 864.053, 2258.838 12124.215 863.706, 2296.018 12155.56 865.693, 2347.076 12197.381 870.413, 2375.161 12240.944 872.652, 2341.78 12291.103 869.878, 2301.377 12325.938 868.998, 2267.261 12346.271 869.111, 2230.401 12367.59 868.679, 2180.416 12395.217 867.711, 2140.89 12418.045 866.689, 2104.884 12440.173 866.62, 2062.256 12466.225 869.354</trace>
</ink>
</file>

<file path=ppt/ink/ink5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592.84 11848.304 533.15, 594.259 11788.927 872.461, 606.381 11737.981 872.146, 626.953 11687.632 871.691, 648.753 11640.372 873.237, 675.813 11597.763 871.708, 716.329 11542.608 871.029, 762.72 11491.181 870.303, 801.454 11450.85 869.945, 848.159 11407.75 870.283, 896.71 11369.635 869.532, 943.782 11333.951 869.881, 1001.607 11291.966 869.736, 1036.564 11269.965 869.401, 1072.326 11249.905 868.95, 1122.114 11223.455 869.002, 1181.193 11195.395 871.032, 1221.58 11176.841 870.39, 1292.169 11145.333 868.044, 1335.198 11127.377 866.41, 1393.439 11103.883 865.216, 1460.052 11078.622 867.93, 1501.89 11063.556 869.425, 1544.032 11050.021 869.418, 1601.681 11031.876 867.656, 1648.871 11019.519 866.956, 1698.45 11009.34 869.515, 1734.437 11003.315 870.165, 1798.578 10992.623 869.396, 1861.992 10983.361 867.716, 1927.13 10973.325 866.335, 1963.478 10968.899 866.67, 2003.104 10964.645 867.057, 2068.731 10958.797 866.888, 2120.921 10954.519 865.751, 2189.048 10950.194 866.103, 2250.916 10947.572 866.425, 2299.558 10945.632 866.724, 2361.659 10945.214 866.809, 2418.767 10946.659 866.747, 2466.542 10948.771 866.915, 2503.454 10950.415 867.529, 2545.465 10951.894 868.148, 2624.314 10956.292 868.748, 2661.83 10958.315 867.906, 2702.767 10960.216 867.372, 2773.834 10963.238 867.65, 2830.406 10966.844 867.667, 2888.969 10970.986 867.263, 2946.957 10977.442 866.887, 3000.738 10984.647 866.054, 3051.494 10991.423 865.328, 3092.599 10997.795 865.455, 3163.646 11009.458 868, 3215.051 11018.185 868.328, 3265.452 11027.324 867.867, 3347.84 11041.145 865.329, 3396.763 11048.927 864.323, 3472.362 11062.869 865.917, 3517.629 11071.582 866.721, 3595.67 11086.928 866.315, 3644.704 11096.585 865.353, 3721.363 11112.775 864.566, 3786.567 11126.352 864.65, 3838.391 11137.016 865.212, 3918.966 11155.765 865.698, 3999.362 11175.841 865.31, 4049.403 11189.357 864.927, 4127.871 11213.451 864.757, 4180.022 11229.865 864.735, 4235.27 11247.871 864.573, 4294.037 11266.651 864.377, 4344.178 11283.978 864.083, 4397.283 11302.334 863.865, 4454.5 11322.983 863.708, 4513.499 11343.645 863.687, 4564.509 11361.693 863.82, 4598.37 11373.978 864.099, 4635.93 11387.859 864.285, 4696.074 11410.547 864.36, 4749.833 11430.953 864.48, 4806.938 11453.219 864.468, 4861.388 11473.355 864.471, 4912.158 11491.74 864.47, 4965.958 11510.929 864.297, 5025.385 11532.896 863.941, 5078.77 11552.064 863.803, 5132.152 11571.19 863.72, 5165.452 11583.244 863.685, 5217.293 11602.232 863.66, 5272.683 11622.521 863.76, 5325.761 11642.483 864.178, 5387.592 11665.616 864.548, 5424.732 11679.605 864.596, 5458.12 11692.058 864.539, 5520.924 11715.466 864.322, 5577.595 11736.622 863.789, 5611.021 11749.116 863.506, 5664.743 11768.874 863.236, 5718.956 11789.544 863.204, 5776.196 11811.139 863.388, 5831.486 11831.335 863.832, 5880.237 11848.536 864.284, 5959.17 11876.115 864.731, 6007.783 11892.832 864.941, 6069.227 11913.268 865.098, 6124.609 11931.208 865.32, 6175.837 11947.442 865.618, 6211.909 11959.433 866.167, 6264.508 11977.445 867.861, 6304.263 11991.651 868.486, 6362.283 12011.511 869.584, 6430.625 12036.242 868.881, 6475.304 12053.692 867.753, 6512.468 12069.044 866.909, 6582.007 12100.569 866.704, 6643.915 12131.688 866.468, 6681.283 12151.079 866.923, 6736.71 12178.476 868.593, 6770.698 12195.526 868.973, 6819.811 12221.808 869.714, 6870.823 12251.933 869.169, 6925.354 12285.457 869.124, 6979.842 12319.858 871.885, 7042.168 12358.386 872.088, 7095.882 12390.556 872.523</trace>
</ink>
</file>

<file path=ppt/ink/ink5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3242.234 10821.87 533.15, 3295.383 10866.019 833.629, 3349.012 10911.453 867.247, 3395.271 10950.938 867.492, 3440.115 10987.926 871.021, 3485.645 11018.471 873.421, 3509.624 11060.243 872.994, 3473.108 11105.221 871.321, 3419.671 11141.229 870.228, 3376.467 11166.166 871.96, 3323.678 11194.141 872.87, 3278.058 11221.874 873.485</trace>
</ink>
</file>

<file path=ppt/ink/ink5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2897.919 12234.031 533.15, 2881.893 12273.2 873.56</trace>
</ink>
</file>

<file path=ppt/ink/ink5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5097.871 12432.592 533.15, 5154.019 12432.776 872.247, 5181.265 12474.99 871.934, 5188.311 12525.924 871.552, 5179.141 12590.463 870.783, 5167.164 12645.899 870.008, 5157.001 12678.943 870.298, 5139.272 12725.547 870.914, 5112.274 12786.614 870.487, 5088.974 12831.807 870.427, 5069.833 12866.779 869.609, 5048.894 12901.938 868.78, 5015.936 12951.539 868.165, 4970.145 13007.312 869.399, 4921.345 13055.118 869.823, 4887.863 13083.686 868.919, 4829.621 13126.361 866.487, 4778.344 13158.472 866.842, 4727.336 13184.869 869.1, 4694.044 13199.024 869.723, 4654.867 13212.762 870.096, 4616.746 13222.432 869.914, 4564.56 13232.872 869.733, 4530.858 13237.144 869.329, 4469.958 13243.035 867.972, 4408.352 13246.646 866.361, 4355.615 13246.175 866.471, 4298.916 13242.655 866.925, 4231.185 13235.358 866.583, 4162.608 13225.312 864.807, 4119.119 13216.992 864.748, 4074.924 13208.331 865.548, 4024.971 13197.51 869.183, 3965.904 13182.153 871.528, 3917.42 13167.342 870.681, 3869.833 13150.546 869.578, 3818.844 13131.766 868.047, 3771.336 13113.624 866.01, 3699.315 13082.855 863.786, 3635.249 13052.364 864.416, 3598.489 13033.199 865.283, 3542.108 13000.072 866.563, 3508.401 12978.48 867.217, 3445.352 12936.276 867.788, 3393.59 12896.627 868.721, 3359.44 12869.521 869.039, 3316.327 12834.52 870.467, 3272.748 12795.323 870.901, 3218.477 12743.03 870.255, 3174.796 12697.793 869.93, 3141.798 12660.754 870.614, 3096.33 12607.442 870.4, 3064.073 12568.297 870.125, 3031.271 12525.662 871.005, 2992.735 12473.036 871.525, 2959.079 12418.975 872.267, 2934.574 12373.048 873.672, 2928.792 12338.554 818.294</trace>
</ink>
</file>

<file path=ppt/ink/ink6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3180.508 12444.527 533.15, 3140.495 12425.07 871.031, 3084.734 12390.824 867.924, 3033.656 12359.803 867.694, 2981.026 12329.164 869.661, 2932.931 12303.372 871.799, 2945.135 12353.802 872.112, 2947.044 12407.645 871.019, 2944.238 12477.51 869.931, 2947.379 12528.73 869.622, 2952.542 12562.842 869.403, 2958.097 12595.812 869.15, 2969.869 12645.377 871.507, 2981.124 12694.143 873.177</trace>
</ink>
</file>

<file path=ppt/ink/ink6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619.846 11852.103 533.15, 614.305 11792.086 847.833, 620.723 11739.022 871.4, 637.757 11682.231 870.458, 658.505 11626.762 870.483, 683.741 11579.638 871.324, 721.975 11523.143 870.756, 761.736 11471.279 872.107, 801.102 11423.532 870.621, 836.922 11379.713 869.562, 878.251 11333.032 870.465, 931.429 11278.991 869.408, 987.607 11229.933 868.56, 1039.189 11194.471 868.582, 1083.642 11168.947 869.749, 1148.224 11140.887 869.216, 1221.014 11113.435 867.356, 1268.932 11094.754 867.811</trace>
</ink>
</file>

<file path=ppt/ink/ink6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3322.285 12843.274 533.15, 3356.803 12840.799 818.63</trace>
</ink>
</file>

<file path=ppt/ink/ink6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1577.562 12027.335 533.15, 1541.613 12023.774 767.612, 1475.199 12014.924 822.906, 1431.289 12007.791 836.357, 1398.166 11999.417 840.872</trace>
</ink>
</file>

<file path=ppt/ink/ink6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609.236 11866.75 533.15, 671.038 11837.037 870.073, 711.832 11838.398 868.015, 793.344 11844.751 864.946, 849.534 11851.111 863.472, 884.293 11855.963 862.862, 944.504 11865.447 862.263, 984.648 11871.993 862.014, 1045.481 11882.66 861.983, 1082.586 11889.499 862.919, 1138.444 11899.822 868.194, 1187.44 11909.555 872.207, 1238.758 11920.641 873.694</trace>
</ink>
</file>

<file path=ppt/ink/ink6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1274.719 12221.555 533.15, 1274.719 12258.126 797.629, 1274.171 12322.833 840.245, 1271.994 12361.676 847.948, 1266.43 12436.583 866.429, 1261.649 12492.926 865.234, 1257.767 12533.84 864.481, 1250.832 12606.021 862.642, 1245.857 12651.49 861.722, 1237.501 12729.845 862.374, 1232.953 12787.553 867.455, 1239.043 12820.795 869.858, 1263.403 12853.88 686.801</trace>
</ink>
</file>

<file path=ppt/ink/ink6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1272.79 12309.441 533.15, 1320.84 12311.934 871.681, 1358.488 12318.056 869.942, 1402.391 12327.884 868.007, 1444.309 12339.183 866.552, 1487.824 12352 865.74, 1544.896 12368.554 866.667, 1592.466 12380.415 870.476, 1650.135 12390.249 871.439</trace>
</ink>
</file>

<file path=ppt/ink/ink6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1199.491 12457.005 533.15, 1248.063 12482.081 871.36, 1282.763 12490.936 869.419, 1344.405 12508.816 866.525, 1395.68 12525.705 866.85, 1446.203 12544.107 873.176, 1492.108 12565.472 873.292</trace>
</ink>
</file>

<file path=ppt/ink/ink6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1695.227 12703.305 533.15, 1705.146 12755.581 872.039, 1707.419 12824.188 868.937, 1706.309 12877.908 867.058, 1702.861 12929.748 865.299, 1699.525 12965.489 864.326, 1691.948 13037.193 862.436, 1688.025 13071.505 861.577, 1683.984 13108.444 861.167, 1678.279 13153.191 860.721, 1673.829 13187.132 860.473, 1668.275 13223.217 860.444, 1660.859 13271.213 862.634, 1645.317 13327.219 868.751</trace>
</ink>
</file>

<file path=ppt/ink/ink6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863.856 10504.5 533.15, 862.044 10542.86 797.9, 855.091 10617.587 839.452, 850.451 10660.227 846.738, 843.908 10712.472 865.514, 836.078 10767.976 864.344, 824.112 10840.96 865.173, 818.921 10874.875 866.151, 813.386 10911.04 868.212, 803.774 10953.834 869.72, 789.091 10988.034 847.208</trace>
</ink>
</file>

<file path=ppt/ink/ink7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615.988 10433.974 533.15, 675.557 10414.705 871.081, 714.205 10402.9 868.967, 765.481 10388.77 866.441, 803.769 10380.932 865.079, 873.246 10368.758 862.681, 920.581 10363.537 861.464, 993.011 10358.785 859.634, 1035.009 10358.934 858.958, 1105.264 10362.092 858.414, 1161.712 10369.121 859.953, 1214.071 10382.477 866.076, 1256.314 10425.643 870.65, 1260.734 10460.963 847.884</trace>
</ink>
</file>

<file path=ppt/ink/ink7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819.49 10732.355 533.15, 863.321 10741.434 871.822, 898.881 10737.863 870.227, 933.954 10733.324 868.502, 974.006 10727.875 867.118, 1039.968 10717.58 865.962, 1097.32 10709.521 867.272, 1151.903 10701.541 872.461, 1207.424 10686.478 873.256</trace>
</ink>
</file>

<file path=ppt/ink/ink7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1258.323 10675.392 533.15, 1291.452 10627.802 870.909, 1338.426 10589.196 868.766, 1391.786 10555.83 867.903, 1443.906 10533.333 868.546, 1494.434 10532.938 870.034, 1514.786 10584.68 870.174, 1496.836 10641.266 868.403, 1459.228 10701.768 866.922, 1418.814 10754.433 867.16, 1383.504 10798.067 871.518, 1443.649 10808.684 870.614, 1482.499 10806.165 868.84, 1523.429 10802.113 867.154, 1581.429 10794.971 866.023, 1627.595 10788.802 865.651, 1667.89 10783.157 866.149, 1717.795 10775.964 870.349, 1752.908 10771.197 873.405, 1805.193 10764.094 872.601, 1838.743 10755.931 817.12</trace>
</ink>
</file>

<file path=ppt/ink/ink7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7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7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7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7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7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7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2679.949 11180.471 533.15, 2734.803 11190.068 850.127, 2768.766 11197.488 846.968</trace>
</ink>
</file>

<file path=ppt/ink/ink8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2861.269 11285.176 533.15, 2850.437 11241.683 872.352</trace>
</ink>
</file>

<file path=ppt/ink/ink8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2886.345 11090.957 533.15, 2881.906 11124.779 848.64</trace>
</ink>
</file>

<file path=ppt/ink/ink8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3734.113 12715.783 533.15, 3700.589 12705.806 829.427, 3652.876 12692.513 873.411, 3618.689 12696.185 851.553</trace>
</ink>
</file>

<file path=ppt/ink/ink8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3781.372 12715.783 533.15, 3781.372 12681.366 816.355, 3752.802 12647.352 871.145, 3717.241 12649.381 817.68</trace>
</ink>
</file>

<file path=ppt/ink/ink8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3779.443 12674.01 533.15, 3739.198 12724.979 845.466, 3707.614 12773.777 866.466, 3675.651 12831.976 864.313, 3652.127 12889.005 864.568, 3637.459 12924.095 760.915</trace>
</ink>
</file>

<file path=ppt/ink/ink8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3693.605 12692.998 533.15, 3667.193 12735.236 842.067, 3654.71 12769.112 814.612</trace>
</ink>
</file>

<file path=ppt/ink/ink8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2392.538 7265.153 533.15, 2390.63 7229.053 816.568, 2334.095 7208.167 844.498, 2289.841 7206.147 866.556, 2237.655 7209.852 864.597, 2198.784 7217.468 863.436, 2133.43 7234.255 861.664, 2092.817 7248.142 860.838, 2059.458 7260.17 860.108, 2016.018 7279.923 859.32, 1978.704 7298.567 858.577, 1942.918 7318.137 857.96, 1901.278 7346.438 857.441, 1859.645 7380.395 857.274, 1824.454 7413.667 857.576, 1774.195 7472.519 858.23, 1753.893 7508.649 858.821, 1741.475 7545.375 859.533, 1733.16 7597.183 861.364, 1758.523 7665.436 863.532, 1812.642 7708.297 863.451, 1867.502 7735.442 862.866, 1909.642 7747.768 862.192, 1985.886 7764.727 860.53, 2023.585 7770.292 859.679, 2064.061 7774.376 858.957, 2113.149 7775.365 858.266, 2147.577 7775.323 857.839, 2187.911 7771.364 857.491, 2227.572 7764.583 857.479, 2295.586 7745.383 858.16, 2353.788 7717.214 859.336, 2403.311 7678.952 860.564, 2441.237 7628.162 861.816, 2462.003 7580.533 862.749, 2464.766 7546.185 862.977, 2459.835 7507.81 862.97, 2441.51 7449.609 862.735, 2414.494 7413.544 862.134, 2347.66 7349.955 860.13, 2305.251 7320.663 857.886, 2259.119 7293.216 854.53, 2198.316 7262.293 849.43, 2158.835 7242.415 843.447, 2108.355 7216.905 825.128</trace>
</ink>
</file>

<file path=ppt/ink/ink8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11146.05 5491.677 533.15, 11103.938 5513.289 851.71, 11141.627 5557.312 870.279, 11182.098 5590.887 869.296, 11241.397 5640.974 868.373, 11276.34 5676.713 867.93, 11304.834 5709.682 867.61, 11331.81 5744.679 867.393, 11373.381 5799.101 867.76, 11403.626 5835.652 868.098, 11460.409 5889.351 868.699, 11497.751 5909.756 869.104, 11537.023 5923.18 868.794, 11611.836 5919.944 867.225, 11663.901 5901.029 865.507, 11701.732 5878.761 864.265, 11768.268 5833.607 861.461, 11813.969 5796.921 859.758, 11893.22 5729.177 855.198, 11942.556 5683.873 851.567, 11989.46 5639.823 847.104, 12052.934 5579.319 841.975, 12103.065 5531.384 837.515, 12182.589 5455.203 830.737, 12275.01 5366.749 820.64, 12340.582 5303.977 810.762, 12429.101 5222.056 793.226, 12511.102 5147.229 774.978, 12582.313 5082.812 759.895, 12668.39 5007.885 752.46, 12728.835 4955.639 753.758, 12799.249 4896.98 757.487, 12877.366 4833.995 765.385, 12928.569 4792.846 776.95, 12991.412 4743.72 789.128, 13048.304 4699.334 800.128, 13094.545 4663.359 813.113, 13147.883 4624.098 826.174, 13187.678 4595.044 837.86, 13228.85 4565.539 846.647, 13270.287 4536.331 852.482, 13342.429 4484.979 862.591, 13392.292 4451.084 870.108, 13427.428 4438.199 766.175</trace>
</ink>
</file>

<file path=ppt/ink/ink8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10012.799 3979.693 533.15, 10038.819 3940.122 868.224, 10064.803 3882.685 865.029, 10083.272 3844.587 863.243, 10105.53 3801.385 861.54, 10128.756 3756.953 860.384, 10170.073 3676.755 859.92, 10196.048 3624.889 868.619</trace>
</ink>
</file>

<file path=ppt/ink/ink8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8523.661 4033.944 533.15, 8577.008 3988.306 869.509, 8605.178 3943.72 867.945, 8638.808 3886.884 866.668, 8667.824 3835.693 867.895, 8681.577 3801.44 763.163</trace>
</ink>
</file>

<file path=ppt/ink/ink9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7358.583 4105.013 533.15, 7314.023 4121.239 873.187, 7339.884 4056.062 871.002, 7373.782 3997.013 868.276, 7394.606 3961.156 867.373, 7412.367 3926.271 867.208, 7437.617 3872.882 868.313, 7459.452 3822.15 872.471, 7494.729 3803.358 687.642</trace>
</ink>
</file>

<file path=ppt/ink/ink9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9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10095.744 9519.838 533.15, 10139.204 9510.895 867.694</trace>
</ink>
</file>

<file path=ppt/ink/ink9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7374.016 4110.98 533.15, 7343.478 4063.391 826.695, 7294.74 4030.826 848.509, 7233.14 4006.688 867.835, 7179.827 3997.843 868.284, 7123.891 4000.919 868.276, 7075.49 4007.423 867.568, 7011.586 4024.518 866.376, 6960.041 4041.894 865.355, 6907.219 4066.609 865.145, 6864.595 4092.283 866.03, 6815.221 4134.251 866.858, 6780.66 4170.425 867.219, 6742.862 4228.96 868.336, 6730.323 4263.549 869.215, 6722.077 4318.348 869.65, 6722.128 4369.001 869.039, 6728.322 4414.67 867.592, 6755.635 4481.305 865.064, 6795.645 4538.603 864.668, 6843.261 4582.456 865.196, 6880.672 4607.675 865.795, 6933.207 4635.943 867.184, 6985.715 4653.212 870.388, 7039.644 4661.531 870.71, 7094.181 4663.366 869.038, 7152.898 4656.309 868.526, 7219.149 4636.303 868.303, 7272.314 4613.897 867.138, 7317.993 4587.817 867.362, 7380.021 4541.283 867.21, 7432.976 4481.614 866.982, 7466.313 4426.836 867.637, 7485.808 4365.903 868.624, 7488.971 4308.497 868.905, 7483.749 4271.201 868.714, 7474.737 4236.52 868.693, 7458.867 4201.159 868.567, 7417.633 4143.628 867.941, 7368.148 4105.442 867.407, 7316.328 4083.361 866.352, 7271.512 4073.489 865.236, 7228.694 4066.824 863.614, 7178.4 4062.114 861.65, 7112.902 4055.055 854.631, 7079.166 4050.871 798.208</trace>
</ink>
</file>

<file path=ppt/ink/ink9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7796.453 4605.21 533.15, 7855.066 4597.678 834.655, 7914.773 4593.862 868.023, 7974.293 4594.431 867.93, 8037.319 4597.721 870.52, 8102.157 4601.048 869.768, 8184.496 4604.933 868.37, 8231.101 4606.439 867.928, 8282.208 4608.144 867.262, 8322.018 4610.559 867.119, 8390.073 4615.34 867.856, 8424.887 4618.365 868.534, 8496.746 4622.118 869.699, 8537.755 4623.079 869.829, 8579.118 4624.696 869.468, 8640.374 4627.736 870.506, 8702.428 4630.937 871.608, 8738.293 4632.153 872.288, 8787.969 4630.219 873.163, 8826.066 4592.931 872.542, 8841.004 4532.457 871.473, 8843.206 4475.946 870.524, 8842.003 4440.725 870.99, 8841.918 4387.648 871.079, 8843.742 4332.773 872.118, 8845.337 4274.765 871.337, 8845.782 4209.677 872.012, 8845.793 4155.703 871.986, 8845.793 4102.832 872.183, 8844.664 4051.556 872.697, 8832.274 4000.585 872.787, 8793.244 3968.363 870.943, 8758.958 3956.128 869.76, 8714.716 3948.756 869.172, 8643.099 3941.672 868.283, 8596.641 3939.324 867.924, 8543.727 3938.372 867.68, 8510.28 3938.036 867.528, 8472.098 3937.945 867.758, 8439.012 3938.695 867.604, 8403.814 3939.514 867.095, 8342.595 3939.952 866.558, 8309.591 3940.048 867.197, 8252.719 3940.089 868.273, 8195.474 3940.089 870.136, 8162.012 3940.089 870.409, 8112.114 3940.089 870.13, 8057.416 3940.089 870.71, 7986.263 3939.319 871.026, 7933.554 3938.281 872.236, 7885.054 3940.228 872.75, 7855.321 3986.178 871.957, 7850.474 4019.425 871.53, 7846.047 4069.071 870.641, 7836.856 4139.059 869.448, 7831.155 4173.555 868.759, 7822.09 4236.258 867.891, 7815.973 4296.034 868.501, 7814.022 4347.292 869.785, 7812.111 4402.097 870.423, 7810.973 4458.27 871.06, 7810.919 4508.331 871.454, 7810.919 4561.175 872.038, 7813.631 4610.046 872.675, 7812.846 4644.908 817.935</trace>
</ink>
</file>

<file path=ppt/ink/ink9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9136.098 3854.915 533.15, 9164.321 3909.901 842.796, 9185.096 3965.247 870.814, 9202.725 4031.267 870.397, 9210.329 4096.553 870.928, 9209.31 4170.134 871.25, 9204.447 4224.093 870.366, 9198.9 4258.917 870.051, 9187.808 4317.512 870.08, 9178.342 4370.096 870.937, 9169.174 4423.273 871.549, 9158.641 4480.348 873.029, 9153.821 4519.671 872.651, 9172.896 4567.519 872.266, 9221.086 4581.048 871.41, 9288.736 4586.265 870.009, 9361.703 4586.122 869.07, 9409.743 4585.23 868.509, 9459.636 4584.076 867.611, 9510.694 4582.835 867.056, 9578.063 4581.369 867.68, 9653.769 4580.148 867.985, 9720.801 4578.21 867.352, 9788.261 4576.718 868.651, 9845.424 4576.533 868.598, 9882.177 4576.496 868.092, 9941.689 4576.465 866.242, 9976.827 4576.457 866.824, 10039.946 4576.457 868.778, 10097.562 4576.457 873.35, 10148.458 4574.861 872.743, 10207.264 4549.576 871.491, 10245.694 4504.556 870.422, 10270.447 4450.48 869.968, 10292.913 4380.922 869.386, 10302.696 4342.315 869.15, 10312.057 4302.539 868.838, 10321.468 4260.712 868.155, 10336.805 4191.597 867.332, 10350.556 4132.692 868.807, 10359.698 4092.081 869.431, 10368.941 4051.19 869.582, 10383.88 3997.365 869.342, 10403.412 3933.329 871.227, 10419.409 3885.045 871.177, 10434.795 3836.755 871.741, 10441.924 3780.425 872.013, 10396.943 3740.536 871.428, 10331.2 3731.039 869.807, 10293.222 3729.858 868.809, 10254.353 3730.435 868.583, 10191.188 3732.58 869.996, 10134.195 3736.349 869.488, 10088.666 3739.354 868.787, 10051.219 3743.241 867.938, 9986.359 3750.617 865.956, 9942.178 3757.291 865.214, 9900.869 3762.949 864.498, 9866.661 3767.405 863.953, 9825.966 3773.38 863.351, 9761.29 3782.52 862.705, 9722.206 3787.418 862.995, 9686.618 3791.567 863.413, 9626.202 3798.204 864.313, 9550.78 3807.263 865.962, 9511.088 3812.239 866.486, 9472.088 3817.36 866.771, 9435.248 3819.794 867.55, 9394.175 3822.052 867.952, 9360.932 3822.953 868.112, 9299.421 3823.408 869.009, 9245.131 3823.449 869.523, 9194.816 3824.629 869.998, 9137.046 3832.174 869.784, 9083.013 3845.714 869.775</trace>
</ink>
</file>

<file path=ppt/ink/ink9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7146.401 8894.32 533.15, 7199.583 8889.908 871.994, 7262.485 8885.483 868.899, 7296.847 8884.294 868.248, 7329.976 8882.807 868.244, 7381.057 8879.589 869.345, 7447.182 8874.925 870.697, 7492.75 8872.886 870.805, 7538.726 8872.034 870.924, 7580.847 8871.692 870.598, 7659.222 8873.099 870.053, 7726.927 8874.888 870.258, 7793.846 8875.647 869.802, 7862.588 8875.834 869.291, 7919.146 8875.874 869.808, 7971.496 8875.874 869.577, 8032.44 8875.104 868.55, 8070.647 8874.272 866.473, 8104.929 8873.923 865.785, 8189.464 8873.743 866.341, 8248.533 8873.703 866.884, 8304.803 8873.704 867.05, 8342.385 8873.705 867.198, 8399.279 8873.705 867.247, 8466.884 8873.705 867.291, 8524.87 8873.705 869.403, 8558.116 8875.36 870.155, 8602.874 8875.676 870.31, 8635.83 8875.808 870.215, 8695.45 8877.484 869.92, 8729.782 8878.785 869.093, 8805.085 8879.615 868.558, 8865.306 8879.673 869.03, 8937.731 8875.935 868.477, 8997.96 8872.765 867.81, 9034.834 8870.913 870.123, 9075.994 8868.382 870.669, 9120.692 8865.498 870.499, 9171.728 8862.899 869.863, 9231.824 8861.466 869.205, 9289.263 8857.161 870.414, 9328.101 8855.538 870.699, 9364.546 8853.165 870.627, 9429.743 8848.955 869.405, 9491.098 8843.565 870.275, 9541.98 8839.247 871.734, 9580.681 8836.646 871.932, 9641.413 8830.472 871.06, 9694.497 8825.117 872.523, 9764.368 8818.278 872.755, 9797.934 8815.476 872.647, 9867.142 8807.864 872.838, 9920.047 8802.915 872.864</trace>
</ink>
</file>

<file path=ppt/ink/ink9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9484.271 8623.063 533.15, 9530.717 8653.424 870.546, 9587.341 8687.724 867.538, 9641.258 8715.968 866.938, 9695.009 8744.957 870.839, 9749.234 8771.922 871.381, 9798.709 8796.501 872.895, 9839.711 8831.839 872.694, 9815.469 8878.53 872.294, 9770.77 8914.799 870.58, 9722.464 8950.719 869.532, 9667.962 8987.386 870.223, 9619.215 9018.628 871.299, 9577.287 9047.497 872.483, 9532.807 9079.142 873.182, 9498.042 9087.385 849.331</trace>
</ink>
</file>

<file path=ppt/ink/ink9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8079.041 8068.073 533.15, 8060.968 8029.439 873.243, 8051.253 8083.619 871.362, 8050.501 8119.756 870.312, 8050.238 8156.497 869.368, 8048.45 8197.878 868.626, 8046.097 8249.614 867.997, 8046.504 8310.377 869.244, 8054.76 8370.63 870.678, 8067.876 8422.87 870.569, 8099.595 8465.179 872.123, 8158.906 8478.45 872.135, 8214.066 8464.649 871.452</trace>
</ink>
</file>

<file path=ppt/ink/ink9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7837.924 8235.166 533.15, 7898.089 8235.166 871.651, 7966.787 8235.166 868.565, 8007.15 8235.166 867.42, 8043.251 8235.166 867.204, 8112.008 8237.638 869.097, 8173.175 8240.632 871.208, 8208.21 8243.511 871.752, 8272.447 8247.665 871.055, 8307.445 8252.344 847.111</trace>
</ink>
</file>

<file path=ppt/ink/ink10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8420.463 8481.468 533.15, 8445.812 8435.104 871.918, 8503.016 8403.439 870.094, 8550.735 8392.387 869.252, 8603.266 8396.097 869.051, 8653.936 8427.927 870.103, 8653.462 8476.2 870.154, 8615.258 8522.691 868.494, 8557.238 8564.888 867.07, 8516.546 8585.529 866.789, 8481.123 8600.494 866.413, 8438.433 8614.371 866.66, 8384.783 8625.481 868.524, 8443.603 8622.168 869.904, 8496.682 8642.585 869.262, 8548.263 8670.379 869.581, 8599.213 8707.141 872.505, 8651.489 8736.607 871.778, 8685.379 8744.688 817.032</trace>
</ink>
</file>

<file path=ppt/ink/ink10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8781.175 8406.058 533.15, 8780.49 8453.149 871.993, 8775.929 8506.026 871.005, 8776.084 8560.293 870.443, 8777.499 8593.347 870.158, 8780.247 8654.688 870.464, 8782.288 8709.186 872.244</trace>
</ink>
</file>

<file path=ppt/ink/ink10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21659.715 13239.852 533.15, 21657.002 13279.8 815.279</trace>
</ink>
</file>

<file path=ppt/ink/ink10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22266.365 12792.82 533.15, 22299.684 12787.762 815.855</trace>
</ink>
</file>

<file path=ppt/ink/ink10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22199.818 13761.207 533.15, 22229.715 13812.028 795.505, 22264.086 13859.362 821.05, 22307.979 13904.082 833.628, 22362.82 13917.863 862.296, 22397.154 13912.571 844.18</trace>
</ink>
</file>

<file path=ppt/ink/ink10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10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10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10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12485.696 11293.313 533.15, 12525.601 11293.312 767.964, 12578.481 11293.312 835.331, 12636.902 11293.313 870.689, 12690.012 11285.704 871.92, 12724.79 11264.829 687.945</trace>
</ink>
</file>

<file path=ppt/ink/ink10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12821.331 8694.133 533.15, 12784.181 8655.356 871.804, 12737.157 8607.19 869.936, 12702.435 8561.426 870.16, 12673.041 8521.999 870.284, 12628.82 8471.247 870.695, 12589.835 8431.386 869.429, 12539.118 8387.889 868.681, 12490.032 8349.3 868.765, 12427.549 8302.876 868.707, 12390.36 8278.617 867.848, 12355.777 8256.915 867.211, 12320.998 8236.806 866.453, 12266.32 8207.891 866.256, 12207.603 8181.633 866.587, 12173.38 8167.731 867.311, 12136.151 8153.995 868.198, 12081.773 8135.721 869.372, 12015.34 8114.564 869.32, 11955.856 8095.41 867.632, 11922.924 8086.26 867.248, 11882.263 8076.04 868.486, 11822.823 8062.641 868.927, 11772.383 8049.649 868.938, 11712.383 8037.312 868.628, 11656.383 8027.271 867.433, 11598.617 8017.468 866.222, 11540.161 8007.712 865.197, 11483.055 7999.447 864.633, 11427.677 7992.283 864.336, 11376.278 7986.715 865.48, 11317.403 7985.202 869.86, 11263.641 7985.081 870.228, 11227.28 7985.069 869.009, 11191.806 7985.646 868.127, 11143.388 7987.035 867.156, 11082.659 7989.912 866.361, 11047.319 7992.131 866.202, 10978.622 7997.157 866.35, 10922.853 8003.082 866.491, 10887.73 8006.947 866.332, 10820.362 8018.099 867.821, 10769.857 8031.554 868.027, 10713.416 8050.213 867.712, 10653.447 8072.711 867.809, 10617.732 8086.271 867.757, 10559.933 8110.55 868.953, 10514.846 8132.125 868.797, 10476.124 8154.092 868.041, 10423.617 8186.764 866.872, 10371.653 8222.944 868.476, 10316.426 8266.657 869.623, 10259.636 8313.155 868.488, 10216.411 8352.525 868.023, 10177.185 8392.85 868.723, 10126.181 8447.692 870.15</trace>
</ink>
</file>

<file path=ppt/ink/ink11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20027.836 13775.311 533.15, 20015.209 13736.964 794.403, 20004.748 13703.354 821.877, 20019.402 13743.185 867.494, 20041.691 13799.436 865.232, 20056.191 13836.01 862.821, 20081.846 13900.635 851.53</trace>
</ink>
</file>

<file path=ppt/ink/ink11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10072.597 8516.73 533.15, 10094.807 8479.667 872.732, 10063.213 8515.499 872.445, 10032.795 8561.038 870.576, 10007.269 8610.195 870.916, 9980.062 8661.511 870.728, 9962.271 8709.722 871.59, 9953.395 8762.016 871.956, 9942.049 8809.981 873.719, 9983.191 8777.574 871.332, 10010.651 8726.003 870.357, 10036.639 8674.362 870.129, 10058.357 8622.471 870.138, 10085.222 8572.077 870.352, 10122.162 8523.02 870.04, 10162.87 8476.341 869.73, 10191.65 8427.15 870.557, 10220.447 8385.971 873.195</trace>
</ink>
</file>

<file path=ppt/ink/ink11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11820.213 7757.755 533.15, 11771.281 7774.582 871.769, 11723.282 7806.978 870.308, 11678.073 7834.738 870.763, 11632.547 7858.955 871.027, 11583.37 7889.27 871.5, 11536.096 7912.652 872.832, 11485.646 7941.525 872.455, 11438.118 7969.198 873.258, 11390.844 7993.458 873.578, 11393.953 8042.045 872.957, 11422.938 8088.438 872.698, 11459.777 8135.757 871.146, 11503.008 8184.858 871.489, 11555.506 8234.851 871.067, 11594.29 8267.262 872.294, 11648.967 8305.968 873.163, 11685.651 8321.419 871.501, 11720.349 8337.391 762.393</trace>
</ink>
</file>

<file path=ppt/ink/ink11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12682.447 7598.798 533.15, 12657.696 7565.763 796.624</trace>
</ink>
</file>

<file path=ppt/ink/ink11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12320.771 7469.681 533.15, 12327.267 7520.576 795.896, 12330.872 7557.763 824.677, 12331.75 7602.707 838.41, 12332.1 7644.665 846.397, 12332.343 7705.909 866.082, 12332.345 7765.59 867.339, 12332.345 7803.174 867.708, 12335.972 7858.129 868.424, 12341.604 7902.43 868.128, 12351.802 7941.132 868.045, 12388.799 7998.248 868.51, 12446.297 8030.961 868.13, 12507.12 8032.552 870.04, 12558.402 8012.855 872.782</trace>
</ink>
</file>

<file path=ppt/ink/ink11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12243.614 7790.848 533.15, 12189.077 7799.35 871.768, 12234.165 7812.596 870.956, 12303.395 7801.763 868.289, 12372.259 7783.554 866.236, 12430.353 7765.964 866.42, 12465.957 7756.75 867.742, 12501.613 7749.749 871.922, 12562.51 7748.338 872.08, 12595.615 7751.735 864.88</trace>
</ink>
</file>

<file path=ppt/ink/ink11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12832.905 7865.715 533.15, 12786.368 7873.831 872.428, 12843.539 7843.759 870.64, 12896.041 7824.071 868.507, 12950.583 7819.498 868.22, 12983.781 7828.637 869.012, 13006.443 7872.104 870.011, 12989.491 7923.079 868.626, 12966.654 7962.878 866.967, 12935.131 8008.693 865.044, 12898.216 8057.368 864.139, 12860.474 8101.532 867.384, 12826.996 8136.908 871.449, 12783.656 8177.462 871.654, 12838.415 8174.757 870.383, 12874.28 8176.842 869.597, 12933.022 8194.491 869.953, 12988.689 8217.94 869.859, 13023.78 8233.155 869.312, 13058.078 8244.896 868.858, 13097.139 8249.096 868.131, 13132.231 8247.137 861.467</trace>
</ink>
</file>

<file path=ppt/ink/ink11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13255.341 7768.063 533.15, 13209.974 7768.063 872.738, 13237.857 7728.596 871.633, 13286.462 7689.324 868.724, 13349.034 7655.228 867.072, 13403.056 7641.723 867.696, 13428.384 7690.971 869.226, 13417.854 7726.073 868.064, 13389.141 7788.989 865.736, 13358.457 7851.33 864.391, 13341.18 7884.52 864.571, 13311.213 7939.197 868.817, 13355.17 7912.31 869.984, 13407.218 7872.616 867.83, 13459.095 7841.917 867.569, 13514.681 7824.289 870.623, 13565.518 7829.88 872.151, 13610.647 7872.494 871.254, 13626.921 7923.421 870.085, 13612.491 7988.447 869.378, 13568.613 8049.978 867.572, 13508.918 8095.495 866.487, 13459.417 8118.065 866.135, 13384.079 8140.428 865.985, 13341.378 8148.11 866.059, 13303.541 8149.432 866.205, 13268.974 8146.521 813.568</trace>
</ink>
</file>

<file path=ppt/ink/ink11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11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8538.128 5097.812 533.15, 8598.336 5122.783 868.461, 8658.791 5140.05 866.866, 8716.5 5148.832 868.33, 8750.275 5147.661 869.738, 8809.31 5137.193 871.999, 8864.561 5124.526 873.129, 8913.73 5110.686 873.328</trace>
</ink>
</file>

<file path=ppt/ink/ink12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9874.88 5145.553 533.15, 9922.924 5134.355 872.01, 9974.791 5131.597 871.289, 10034.03 5125.64 870.721, 10096.363 5113.883 870.34, 10153.504 5109.229 871.427, 10208.538 5102.435 873.295</trace>
</ink>
</file>

<file path=ppt/ink/ink12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11274.324 5124.938 533.15, 11224.062 5124.938 873.166, 11259.658 5126.427 871.408, 11294.929 5120.709 870.156, 11334.975 5112.627 868.419, 11369.551 5105.196 866.611, 11418.025 5089.768 864.423, 11479.277 5071.587 857.123, 11514.863 5061.458 801.145</trace>
</ink>
</file>

<file path=ppt/ink/ink12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7143.507 9008.791 533.15, 7187.931 9026.392 872.162, 7237.091 9052.919 870.156, 7280.726 9086.748 870.53, 7329.927 9127.294 870.802, 7373.149 9160.05 871.072, 7417.691 9184.866 871.632, 7463.65 9209.808 871.501, 7520.643 9238.939 869.967, 7583.217 9270.104 868.568, 7644.651 9301.643 869.938, 7697.593 9326.269 870.522, 7744.694 9346.833 870.148, 7800.985 9370.86 868.12, 7866.476 9398.019 867.918, 7901.031 9412.915 868.655, 7961.744 9439.241 868.879, 8034.466 9467.955 868.356, 8088.998 9487.429 868.454, 8140.036 9502.811 868.483, 8173.527 9513.064 868.351, 8231.733 9532.589 869.682, 8268.757 9545.594 869.732, 8317.491 9562.934 869.264, 8351.065 9574.885 868.479, 8385.345 9586.421 867.991, 8456.848 9612.011 867.002, 8507.284 9629.824 866.514, 8567.37 9649.115 866.988, 8613.675 9665.343 868.395, 8648.797 9676.045 869.039, 8722.959 9697.858 869.343, 8773.251 9711.706 868.061, 8839.023 9727.703 867.211, 8889.91 9740.725 867.641, 8938.825 9752.133 868.511, 9004.562 9768.259 870.05, 9041.119 9777.047 869.446, 9080.53 9786.34 868.678, 9115.559 9794.14 868.1, 9162.51 9804.584 866.641, 9226.828 9818.257 866.738, 9281.568 9827.412 866.584, 9316.533 9833.021 866.492, 9372.455 9839.54 866.617, 9428.587 9845.761 868.94, 9503.414 9853.283 869.367, 9562.354 9857.148 868.275, 9618.259 9859.883 866.607, 9677.977 9861.683 865.394, 9729.818 9862.024 865.289, 9818.686 9861.393 866.422, 9853.888 9860.567 866.252, 9914.608 9857.227 866.163, 9970.145 9854.342 866.141, 10031.948 9851.171 866.534, 10102.929 9843.758 867.724, 10175.661 9836.677 869.036, 10223.69 9830.557 868.731, 10276.352 9825.511 868.238, 10311.03 9822.258 867.425, 10371.21 9814.92 867.32, 10423.915 9807.275 866.511, 10476.84 9799.292 866.452, 10539.516 9787.494 866.395, 10575.994 9779.966 867.268, 10654.517 9760.007 867.117, 10688.804 9750.829 866.945, 10744.798 9736.383 866.903, 10795.348 9724.327 866.588, 10868.602 9707.183 866.558, 10922.057 9693.095 866.969, 10957.667 9683.553 867.401, 11016.341 9665.594 868.336, 11071.576 9648.206 868.054, 11114.701 9633.578 867.619, 11164.037 9615.941 867.214, 11209.261 9598.717 867.025, 11282.842 9569.696 867.187, 11332.062 9548.819 866.756, 11381.772 9526.838 866.156, 11424.755 9507.896 866.152, 11487.943 9481.217 866.215, 11523.214 9466.204 867.008, 11562.583 9449.163 868.676, 11617.681 9421.988 869.062, 11672.315 9395.783 868.396, 11721.843 9371.329 867.003, 11795.658 9334.138 864.997, 11854.663 9304.974 865.77, 11889.086 9288.629 867.195, 11951.794 9258.68 868.927, 12001.962 9233.329 869.331, 12064.933 9203.979 869.741, 12116.955 9180.161 869.182, 12151.271 9161.689 868.854, 12208.305 9130.609 868.6, 12241.766 9112.442 869.389, 12294.884 9082.004 870.395, 12344.024 9049.948 870.472, 12385.965 9022.504 871.449, 12438.907 8989.763 871.315, 12482.729 8963.413 871.684, 12527.504 8931.942 872.446, 12577.545 8892.535 872.971, 12610.514 8868.593 849.911</trace>
</ink>
</file>

<file path=ppt/ink/ink12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12361.28 8923.616 533.15, 12418.916 8925.648 869.897, 12474.94 8922.205 869.173, 12533.281 8916.617 869.952, 12585.097 8908.757 871.086, 12633.13 8900.403 872.062, 12604.42 8946.152 871.763, 12568.291 8997.83 870.225, 12527.848 9057.426 869.143, 12495.817 9107.171 868.697, 12468.261 9148.863 869.536, 12440.711 9196.705 871.637, 12409.925 9235.656 873.093</trace>
</ink>
</file>

<file path=ppt/ink/ink12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11061.177 9728.705 533.15, 11044.786 9781.761 871.47, 11039.498 9832.197 870.872, 11043.106 9884.408 871.349, 11053.513 9944.654 870.632, 11066.508 10000.366 870.59, 11108.026 10039.827 872.386, 11161.166 10037.906 870.638, 11208.501 10021.46 870.975, 11244.052 10009.797 818.263</trace>
</ink>
</file>

<file path=ppt/ink/ink12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10928.079 9989.654 533.15, 10973.71 9978.291 873.032, 11025.829 9943.312 870.517, 11069.101 9915.128 869.348, 11130.684 9880.482 869.538, 11185.844 9855.63 872.272, 11234.798 9840.711 873.507</trace>
</ink>
</file>

<file path=ppt/ink/ink12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11452.75 9859.994 533.15, 11409.919 9859.994 872.085, 11423.312 9799.619 870.702, 11450.36 9754.881 868.839, 11495.726 9720.321 868.861, 11543.443 9738.143 869.947, 11553.958 9805.029 868.197, 11554.581 9838.056 867.229, 11547.805 9896.501 867.191, 11588.397 9890.116 870.218, 11634.761 9870.607 870.993, 11683.664 9895.08 871.503, 11690.207 9951.399 870.062, 11683.794 10007.558 868.628, 11667.137 10054.37 868.824, 11637.883 10098.505 869.827, 11598.578 10130.101 870.7, 11555.71 10153.618 869.99, 11507.256 10168.995 869.59, 11473.182 10172.719 815.804</trace>
</ink>
</file>

<file path=ppt/ink/ink12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11813.462 9609.895 533.15, 11840.71 9653.419 872, 11867.086 9713.527 869.024, 11895.059 9773.971 866.76, 11931.629 9839.613 865.285, 11972.602 9899.312 865.998, 11992.203 9934.861 683.936</trace>
</ink>
</file>

<file path=ppt/ink/ink12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11800.923 4526.003 533.15, 11769.021 4483.793 766.416, 11728.766 4437.922 824.595, 11682.78 4395.715 843.212, 11646.022 4368.398 866.427, 11589.022 4333.301 867.085, 11555.23 4316.257 867.749, 11482.078 4285.932 868.519, 11443.409 4275.397 867.919, 11378.433 4260.922 865.56, 11308.802 4249.979 862.985, 11254.059 4245.665 862.734, 11217.748 4245.05 862.773, 11177.237 4247.027 862.863, 11141.265 4249.349 862.97, 11082.787 4255.572 863.491, 11048.699 4261.278 863.941, 11013.198 4269.607 864.297, 10959.855 4283.087 866.268, 10920.394 4297.191 867.571, 10864.646 4321.06 869.308, 10827.276 4338.064 869.4, 10783.52 4365.1 868.861, 10729.241 4405.756 868.015, 10677.527 4457.676 868.705, 10643.085 4514.773 868.549, 10619.258 4568.676 866.868, 10601.72 4620.474 866.781, 10589.165 4668.476 868.612, 10585.378 4727.4 868.936, 10584.257 4762.323 868.534, 10588.012 4812.364 868.04, 10591.723 4846.008 867.477, 10608.872 4905.045 867.719, 10630.631 4958.205 868.361, 10659.459 5003.385 868.051, 10694.215 5047.363 866.913, 10736.284 5090.773 866.783, 10777.869 5121.292 866.906, 10822.571 5150.479 867.148, 10871.348 5173.556 867.102, 10910.971 5187.129 866.727, 10975.789 5204.728 865.82, 11018.264 5212.842 864.817, 11084.512 5223.1 862.881, 11126.279 5228.096 861.778, 11195.909 5233.887 860.167, 11231.989 5234.531 859.884, 11304.747 5230.417 859.598, 11358.325 5225.113 862.087, 11422.995 5210.11 864.612, 11456.53 5201.817 865.187, 11527.684 5181.565 865.318, 11586.945 5161.363 864.166, 11646.27 5136.912 862.938, 11705.681 5105.453 862.114, 11753.646 5073.042 862.274, 11793.029 5042.725 862.757, 11848.993 4987.222 864.328, 11879.99 4948.435 865.21, 11909.794 4895.944 865.556, 11941.704 4821.68 866.056, 11954.644 4775.677 866.19, 11966.076 4702.719 865.909, 11968.723 4633.099 865.612, 11965.631 4590.865 865.887, 11949.331 4523.964 866.226, 11921.097 4461.06 866.359, 11898.271 4424.081 866.156, 11853.819 4370.763 865.931, 11811.899 4335.267 865.948, 11747.793 4301.504 866.148, 11707.013 4286.494 866.192, 11673.73 4271.307 812.222</trace>
</ink>
</file>

<file path=ppt/ink/ink12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10022.444 8850.377 533.15, 10071.332 8857.718 871.64, 10122.303 8858.282 870.561, 10182.575 8859.983 871.706, 10244.112 8870.987 871.283, 10293.063 8885.872 872.327, 10351.414 8894.381 871.7, 10384.367 8896.6 871.364, 10447.759 8898.751 870.951, 10499.864 8900.152 870.681, 10554.837 8899.502 870.728, 10606.973 8898.255 870.394, 10670.448 8897.365 869.191, 10729.148 8895.187 869.52, 10799.438 8893.569 871.55, 10840.269 8891.738 870.868, 10882.117 8889.074 869.709, 10915.611 8886.232 868.913, 10974.408 8882.581 870.499, 11016.886 8879.062 870.785, 11077.547 8874.875 869.471, 11111.804 8874.138 869.274, 11153.768 8873.782 869.222, 11190.605 8874.49 869.466, 11235.462 8875.302 869.103, 11291.538 8875.796 868.612, 11360.929 8875.874 868.712, 11402.136 8875.874 868.504, 11455.084 8874.333 868.052, 11524.261 8867.438 868.961, 11587.866 8859.691 871.398, 11621.761 8855.427 871.18, 11674.504 8848.582 870.572, 11727.681 8841.961 870.052, 11761.365 8838.348 870.134, 11814.693 8833.564 869.61, 11855.018 8830.035 869.491, 11903.037 8825.244 869.057, 11955.77 8818.844 868.743, 12007.837 8812.574 870.108, 12055.6 8808.112 870.279, 12115.433 8803.18 869.964, 12149.008 8801.512 870.329, 12216.299 8800.581 870.871, 12278.091 8800.465 871.269, 12334.325 8800.465 870.693, 12370.987 8798.873 870.938, 12437.466 8791.004 871.565, 12487.921 8786.747 871.978, 12538.429 8784.292 872.466, 12593.312 8782.902 872.358, 12627.905 8779.372 871.286, 12660.859 8777.064 863.566</trace>
</ink>
</file>

<file path=ppt/ink/ink13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12365.137 8685.452 533.15, 12425.926 8704.089 870.656, 12489.836 8717.88 870.536, 12545.9 8734.837 870.658, 12591.462 8755.028 871.699, 12558.091 8795.353 871.761, 12506.374 8825.277 869.735, 12448.231 8885.493 866.944, 12413.957 8918.317 426.948</trace>
</ink>
</file>

<file path=ppt/ink/ink13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10767.014 8929.584 533.15, 10746.453 8986.073 871.281, 10728.922 9043.662 868.865, 10719.831 9080.024 868.265, 10713.858 9117.424 867.963, 10709.416 9152.03 868.504, 10705.618 9205.291 870.643, 10709.348 9268.131 871.635, 10741.278 9330.631 870.937, 10796.782 9356.772 869.91, 10848.12 9354.121 869.936, 10892.248 9328.229 870.89</trace>
</ink>
</file>

<file path=ppt/ink/ink13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10583.765 9180.224 533.15, 10630.444 9180.769 871.132, 10663.768 9167.398 869.677, 10730.414 9138.554 867.175, 10795.497 9111.152 869.365, 10829.321 9098.798 870.602, 10891.858 9079.498 870.522, 10926.813 9072.146 848.246</trace>
</ink>
</file>

<file path=ppt/ink/ink13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11117.115 9217.658 533.15, 11104.303 9177.296 871.949, 11129.588 9131.516 871.436, 11183.63 9107.697 870.57, 11233.52 9119.183 870.762, 11224.624 9174.273 870.857, 11202.886 9222.238 871.014, 11256.593 9199.15 871.014, 11305.56 9202.569 872.104, 11313.851 9251.107 872.094, 11292.851 9297.001 871.669, 11246.075 9337.41 871.074, 11200.688 9368.021 870.318, 11148.152 9389.076 870.769, 11114.021 9394.919 816.361</trace>
</ink>
</file>

<file path=ppt/ink/ink13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11492.294 9086.37 533.15, 11446.771 9090.313 873.414, 11474.268 9035.975 870.929, 11513.128 8991.263 869.292, 11564.43 8963.521 870.851, 11600.219 8999.607 871.108, 11592.201 9058.646 870.05, 11561.929 9109.967 869.629, 11532.466 9151.366 869.366, 11492.321 9201.777 870.448, 11448.87 9223.82 872.34, 11501.145 9222.576 872.023, 11555.44 9231.959 871.132, 11619.039 9244.574 870.543, 11673.106 9251.285 869.511, 11725.192 9247.546 868.426, 11778.741 9240.444 867.836</trace>
</ink>
</file>

<file path=ppt/ink/ink13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10420.771 4718.053 533.15, 10378.087 4672.978 826.381, 10335.136 4628.139 848.768, 10285.634 4586.271 868.562, 10236.223 4556.855 869.07, 10189.803 4538.152 869.981, 10112.87 4509.342 869.394, 10061.131 4492.188 868.543, 10001.549 4473.88 867.612, 9947.748 4459.847 867.036, 9911.364 4450.496 866.338, 9843.667 4434.531 864.887, 9806.382 4429.06 864.785, 9742.426 4422.231 864.618, 9703.905 4420.375 864.492, 9645.51 4418.041 864.426, 9611.633 4417.596 865.525, 9578.236 4418.545 867.703, 9537.083 4421.13 869.967, 9476.187 4429.251 869.338, 9440.869 4437.287 868.793, 9400.667 4449.069 867.973, 9346.507 4468.718 867.584, 9295.196 4493.775 868.218, 9251.13 4518.957 868.889, 9201.955 4561.908 868.924, 9158.654 4609.885 869.505, 9128.427 4668.047 870.621, 9116.817 4704.751 870.301, 9108.457 4745.233 869.687, 9102.823 4801.965 869.675, 9110.322 4859.513 869.479, 9121.24 4898.898 869.007, 9136.589 4936.426 868.419, 9172.588 4995.172 867.157, 9214.272 5044.521 866.163, 9258.374 5087.886 866.806, 9308.873 5125.587 868.71, 9358.798 5154.045 870.21, 9412.437 5179.069 869.886, 9467.146 5201.344 869.341, 9502.206 5212.705 869.065, 9541.808 5223.998 868.57, 9583.588 5232.603 868.622, 9625.107 5236.529 868.852, 9696.282 5238.53 868.498, 9746.04 5236.467 867.464, 9794.763 5232.828 866.355, 9865.691 5221.63 865.816, 9926.672 5207.562 868.422, 9964.641 5194.869 869.353, 10014.472 5177.083 869.039, 10049.901 5158.877 868.638, 10118.004 5119.6 868.321, 10151.595 5095.397 868.09, 10209.745 5043.901 867.622, 10251.282 4993.355 868.389, 10278.218 4945.536 869.432, 10292.224 4894.955 869.815, 10299.143 4845.708 869.85, 10295.143 4786.871 869.965, 10280.018 4722.508 869.311, 10253.426 4669.398 868.641, 10200.853 4625.184 868.017, 10133.16 4596.816 867.365, 10083.921 4584.963 867.74</trace>
</ink>
</file>

<file path=ppt/ink/ink13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12725.849 8856.345 533.15, 12694.54 8896.015 871.39, 12658.762 8929.706 873.424, 12618.774 8964.768 871.857, 12585.437 9007.667 871.052, 12554.782 9055.949 871.764, 12522.98 9098.104 872.518, 12499.854 9141.501 872.141, 12475.662 9198.409 870.861, 12458.757 9249.047 870.78, 12448.283 9284.948 871.026, 12437.367 9325.199 870.948, 12424.732 9378.636 871.375, 12417.712 9432.518 871.733, 12410.618 9483.592 871.649, 12407.295 9538.286 871.818, 12407.292 9600.175 872.509, 12409.1 9637.45 871.756, 12415.827 9694.01 871.385, 12428.978 9752.497 871.204, 12449.108 9808.789 871.99, 12478.472 9865.22 871.444, 12514.53 9917.606 870.542, 12554.584 9962.026 871.659, 12593.748 9997.817 871.36, 12638.137 10029.045 871.988, 12690.698 10050.364 871.788, 12752.532 10057.136 871.061, 12805.233 10054.823 870.013, 12861.313 10042.046 870.09, 12897.539 10031.156 869.848, 12955.681 10005.958 870.165, 13009.331 9973.625 870.577, 13063.02 9930.22 870.719, 13105.277 9877.239 870.951, 13135.142 9827.872 870.696, 13161.852 9772.824 871.513, 13174.154 9738.642 871.056, 13189.412 9686.594 870.224, 13196.182 9652.983 870.244, 13201.62 9590.4 871.19, 13202.192 9554.709 870.857, 13200.855 9520.54 870.26, 13197.213 9469.25 870.521, 13185.564 9414.51 871.268, 13175.636 9378.94 870.786, 13162.464 9345.741 870.844, 13132.577 9286.264 871.345, 13094.992 9230.447 871.021, 13046.832 9174.74 870.521, 12999.477 9131.948 868.286, 12958.752 9097.786 869.534, 12915.366 9062.484 872.243, 12877.474 9028.49 871.725, 12841.673 8992.3 872.698, 12803.661 8958.058 872.599, 12764.341 8929.812 873.635, 12760.328 8979.508 872.452, 12761.051 9028.046 872.218, 12765.934 9076.948 872.495, 12767.839 9014.935 871.803, 12776.55 8963.716 871.588, 12781.744 8914.3 872.479, 12806.524 8880.854 873.266, 12855.805 8889.221 871.901, 12906.995 8901.634 871.8, 12963.204 8917.151 871.886, 13016.824 8929.3 873.027, 13067.972 8935.261 873.953</trace>
</ink>
</file>

<file path=ppt/ink/ink13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12938.031 10114.433 533.15, 12936.24 10167.562 871.521, 12939.145 10216.716 869.287, 12966.898 10275.896 869.76, 12993.334 10321.941 869.593, 13033.778 10365.908 869.646, 13102.466 10372.209 870.351, 13168.645 10330.852 870.407, 13203.996 10305.948 686.005</trace>
</ink>
</file>

<file path=ppt/ink/ink13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12890.771 10352.596 533.15, 12933.257 10355.181 872.519, 12984.184 10313.778 869.702, 13032.467 10261.129 867.783, 13076.884 10218.046 867.403, 13116.295 10184.632 874.294</trace>
</ink>
</file>

<file path=ppt/ink/ink13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13318.032 10187.672 533.15, 13271.221 10176.442 872.358, 13269.826 10110.575 870.044, 13286.854 10062.217 869.087, 13313.499 10020.867 869.018, 13353.376 9989.183 870.758, 13395.25 10015.765 870.977, 13398.564 10052.178 869.854, 13391.257 10112.227 867.999, 13381.144 10169.922 868.02, 13427.151 10138.225 869.542, 13476.61 10101.285 869.928, 13526.887 10093.964 871.386, 13564.473 10135.923 871.283, 13561.888 10193.391 870.217, 13537.294 10250.746 869.803, 13504.403 10296.868 868.749, 13462.371 10341.039 868.369, 13417.462 10377.539 869.321, 13370.696 10403.988 871.78</trace>
</ink>
</file>

<file path=ppt/ink/ink14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13587.118 9820.39 533.15, 13551.769 9849.132 871.941, 13516.093 9888.655 872.491, 13517.512 9835.606 871.143, 13550.244 9784.083 869.917, 13597.005 9750.08 871.023, 13635.198 9784.196 871.345, 13635.514 9822.707 870.484, 13625.857 9880.809 869.649, 13615.347 9936.104 870.683, 13662.217 9936.293 871.377, 13712.868 9911.771 871.172, 13767.5 9900.054 871.214, 13820.517 9913.631 871.436, 13851.866 9957.232 871.773, 13832.827 10011.539 871.324, 13806.634 10057.265 870.081, 13770.604 10107.314 872.939, 13725.036 10152.408 874.061</trace>
</ink>
</file>

<file path=ppt/ink/ink14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13681.636 2580.008 533.15, 13731.837 2643.339 844.582, 13767.446 2692.524 865.547, 13794.026 2729.922 863.542, 13843.318 2798.276 859.657, 13869.469 2833.681 858.141, 13894.273 2866.967 857.015, 13925.788 2905.537 856.134, 13974.687 2961.654 856.031, 14022.304 3007.406 857.577, 14068.859 3039.719 860.253, 14111.983 3052.999 863.013, 14163.822 3034.492 864.728, 14204.829 2998.09 864.935, 14232.801 2954.698 863.99, 14261.874 2899.115 862.504, 14280.622 2862.903 861.177, 14301.036 2816.684 860.276, 14331.355 2744.008 860.057, 14349.652 2685.716 863.907, 14366.571 2616.987 870.036, 14340.79 2682.847 866.399, 14330.339 2738.734 864.542, 14322.441 2780.003 863.418, 14315.078 2817.107 862.264, 14306.751 2857.559 860.973, 14295.198 2911.859 859.669, 14286.827 2950.816 858.45, 14275.114 3002.614 857.006, 14261.897 3058.466 854.993, 14250.74 3104.893 853.598, 14235.645 3168.969 851.459, 14223.202 3221.967 849.92, 14210.301 3277.178 849.94, 14195.44 3343.145 849.747, 14185.835 3385.801 849.878, 14168.716 3468.022 855.23, 14160.974 3520.298 860.387, 14159.298 3577.886 865.264, 14164.601 3622.089 867.136, 14172.856 3656.5 813.653</trace>
</ink>
</file>

<file path=ppt/ink/ink14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14758.947 3355.802 533.15, 14794.872 3315.569 766.359, 14826.676 3282.124 812.159, 14865.967 3244.577 830.468, 14923.191 3205.839 867.157, 14998.151 3187.676 867.114, 15040.421 3191.871 866.559, 15092.338 3231.974 865.441, 15110.562 3310.969 863.62, 15113.429 3348.871 862.408, 15111.685 3398.719 860.905, 15103.938 3460.448 858.382, 15098.104 3503.927 855.897, 15085.326 3562.338 852.212, 15076.901 3600.177 850.357, 15057.52 3665.788 850.325, 15029.191 3736.947 854.304, 14986.802 3797.62 862.229, 15028.535 3827.934 869.57, 15079.073 3842.493 867.523, 15132.113 3861.992 865.106, 15190.827 3886.274 862.91, 15228.785 3904.904 861.87, 15288.124 3934.531 860.88, 15327.339 3955.472 860.648, 15368.723 3977.877 860.605, 15429.592 4008.331 861.076, 15482.678 4027.569 862.174, 15547.336 4022.112 864.504, 15583.195 3987.602 867.923</trace>
</ink>
</file>

<file path=ppt/ink/ink14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15671.334 3129.032 533.15, 15720.609 3105.233 871.413, 15771.46 3076.288 868.348, 15805.193 3053.944 866.444, 15868.309 3010.91 862.486, 15926.646 2970.312 860.712, 15981.113 2933.971 865.562, 16041.537 2912.634 869.233, 16076.002 2921.57 816.36</trace>
</ink>
</file>

<file path=ppt/ink/ink14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15840.115 3333.017 533.15, 15886.73 3300.389 870.806, 15954.747 3256.953 867.304, 16019.646 3213.3 864.985, 16078.349 3174.797 865.335, 16126.572 3144.897 869.309, 16160.125 3127.167 818.076</trace>
</ink>
</file>

<file path=ppt/ink/ink14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16697.527 2214.897 533.15, 16705.182 2287.09 871.073, 16708.871 2343.079 868.134, 16710.547 2389.389 866.114, 16711.809 2426.841 864.142, 16712.619 2485.023 861.239, 16713.145 2538.491 857.304, 16712.791 2594.438 852.794, 16710.842 2674.411 847.012, 16709.33 2732.429 841.936, 16707.877 2808.241 836.327, 16708.967 2892.212 831.182, 16710.027 2952.554 826.777, 16715.84 3024.774 823.821, 16723.209 3082.292 824.104, 16731.59 3129.912 826.823, 16752.506 3205.845 842.629, 16791.514 3253.48 860.935, 16827.531 3262.653 866.252, 16864.387 3260.128 867.173, 16933.889 3228.42 865.216, 16979.121 3193.518 863.809, 17024.164 3146.564 862.151, 17060.438 3094.413 861.411, 17079.689 3051.401 861.642, 17084.953 3012.738 863.041, 17067.67 2966.562 864.172, 17008.303 2914.726 864.532, 16954.637 2894.574 863.755, 16912.375 2889.052 862.897, 16838.414 2886.576 860.777, 16796.531 2890.605 859.694, 16760.227 2895.533 858.864, 16713.844 2905.75 858.03, 16675.004 2915.464 857.527, 16637.826 2926.113 857.318, 16588.564 2940.531 860.292, 16519.65 2962.789 867.766, 16555.891 2936.239 867.921, 16597.488 2913.836 865.96, 16670.902 2875.002 861.317, 16712.521 2852.932 858.886, 16753.479 2830.956 857.033, 16805.002 2802.667 855.152, 16838.436 2784.31 853.483, 16895.244 2753.07 850.251</trace>
</ink>
</file>

<file path=ppt/ink/ink14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17296.463 3072.068 533.15, 17308.295 3018.864 849.761, 17359.77 2971.425 866.627, 17398.492 2943.66 864.573, 17452.518 2914.458 863.427, 17512.836 2905.167 866.553, 17551.688 2959.218 867.772, 17548.658 3040.504 865.521, 17534.785 3108.62 862.834, 17519.188 3162.087 861.151, 17508.801 3197.296 859.651, 17492.426 3247.176 858.156, 17470.375 3313.895 857.328, 17455.271 3355.533 863.876, 17437.301 3408.231 866.879, 17450.834 3452.978 869.011, 17507.947 3449.43 867.868, 17573.107 3457.221 866.721, 17644.133 3479.122 864.751, 17688.811 3499.441 864.258, 17744.197 3532.312 864.218, 17791.824 3561.388 866.377, 17830.316 3578.602 867.339, 17865.543 3582.127 867.796, 17913.777 3538.553 867.968</trace>
</ink>
</file>

<file path=ppt/ink/ink14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17879.965 2767.718 533.15, 17891.666 2823.263 845.878, 17910.178 2883.655 867.078, 17938.342 2966.069 863.223, 17952.271 3005.946 860.994, 17969.729 3058.006 857.464, 17991.678 3125.699 852.645, 18006.062 3170.063 848.853, 18026.18 3236.936 844.722, 18045.949 3305.7 841.2, 18061.611 3361.035 837.872, 18076.494 3414.865 835.01, 18086.121 3449.725 838.543, 18097.707 3505.274 846.84, 18106.025 3558.127 857.376, 18074.088 3511.88 868.058, 18057.281 3477.783 759.843</trace>
</ink>
</file>

<file path=ppt/ink/ink14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18386.311 2000.062 533.15, 18342.691 1984.301 871.117, 18290.984 1963.373 870.532, 18318.936 2013.5 870.622, 18339.939 2056.211 868.243, 18358.377 2091.597 866.624, 18389.697 2151.329 863.38, 18411.674 2189.882 861.75, 18452.053 2255.518 859.229, 18479.658 2294.052 858.41, 18509.014 2329.024 858.436, 18560.225 2384.093 860.899, 18614.33 2419.763 866.928, 18651.475 2425.474 868.713, 18687.893 2418.121 868.967, 18723.342 2394.878 868.203, 18757.59 2356.74 866.527, 18778.451 2323.034 865.182, 18809.627 2263.98 862.398, 18824.449 2228.086 861.152, 18847.125 2163.991 859.476, 18861.119 2107.61 859.567, 18867.916 2064.601 861.564, 18872.688 2010.882 867.811, 18874.646 1969.367 870.072, 18876.906 1929.962 871.92, 18867.635 1985.708 868.766, 18859.062 2045.234 866.143, 18852.732 2089.254 861.845, 18843.477 2159.284 854.312, 18834.455 2227.417 845.839, 18825.787 2292.774 837.46, 18815.717 2372.901 829.737, 18808.15 2433.625 824.444, 18799.852 2497.991 820.684, 18791.844 2568.2 820.13, 18786.586 2614.636 820.566, 18781.859 2671.154 823.934, 18778.359 2722.443 828.565, 18775.908 2763.698 834.081, 18772.121 2835.949 853.613, 18769.555 2898.091 870.249, 18768.439 2933.357 871.617, 18767.418 2967.717 815.879</trace>
</ink>
</file>

<file path=ppt/ink/ink14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19306.412 2566.988 533.15, 19310.064 2610.277 766.49, 19314.381 2646.942 812.559, 19321.535 2686.844 831.848, 19340.41 2765.793 845.12, 19349.188 2799.118 864.504, 19367.412 2869.558 863.365, 19376.049 2904.084 862.618, 19384.807 2937.988 861.96, 19394.938 2978.63 861.326, 19409.451 3039.487 860.969, 19423.779 3097.853 861.462, 19435.35 3146.784 863.276, 19446.574 3196.99 869.665, 19456.793 3251.94 871.303, 19461.57 3286.502 849.744</trace>
</ink>
</file>

<file path=ppt/ink/ink15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19998.9 1699.509 533.15, 20000.977 1760.245 870.853, 20007.422 1804.757 868.49, 20011.998 1840.511 867.028, 20017.715 1891.245 865.351, 20022.982 1942.823 863.617, 20027.242 1986.377 861.913, 20032.738 2047.306 860.019, 20039.375 2120.702 856.959, 20045.729 2203.192 853.245, 20050.004 2258.548 850.311, 20055.678 2326.396 847.165, 20059.348 2370.348 847.211, 20063.066 2426.941 847.945, 20065.445 2472.884 849.377, 20066.979 2513.754 851.239, 20069.307 2569.61 862.845</trace>
</ink>
</file>

<file path=ppt/ink/ink15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19700.881 2246.363 533.15, 19757.186 2216.818 869.285, 19796.834 2201.123 867.693, 19868.133 2172.984 863.694, 19923.676 2151.292 860.321, 19960.17 2137.048 856.931, 20012.072 2116.077 854.74, 20053.234 2099.399 853.909, 20101.432 2079.751 853.284, 20155.758 2056.731 852.964, 20194.188 2040.375 852.86, 20243.486 2017.933 853.107, 20298.41 1993.357 856.567, 20334.229 1978.227 850.979</trace>
</ink>
</file>

<file path=ppt/ink/ink15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20782.051 1318.122 533.15, 20782.049 1371.016 871.4, 20782.049 1408.954 869.685, 20782.049 1457.691 867.482, 20782.049 1499.073 866.183, 20782.049 1571.729 863.528, 20782.049 1620.17 861.894, 20782.049 1663.534 860.316, 20782.049 1725.669 857.705, 20782.049 1782.105 854.145, 20782.049 1837.913 850.466, 20782.732 1914.892 845.916, 20783.293 1971.709 842.075, 20786.279 2043.533 838.209, 20792.842 2118.958 835.195, 20798.303 2175.051 832.772, 20811.434 2240.896 831.129, 20824.471 2297.468 832.135, 20839.734 2342.943 834.607, 20860.9 2386.521 838.189, 20898.367 2444.908 845.938, 20940.256 2482.942 853.426, 21000.191 2498.42 861.867, 21059.75 2474.591 864.049, 21112.266 2415.257 863.41, 21141.033 2361.899 862.601, 21162.252 2319.167 861.88</trace>
</ink>
</file>

<file path=ppt/ink/ink15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20528.395 2115.074 533.15, 20594.299 2055.587 868.269, 20636.379 2035.499 866.562, 20675.053 2017.35 864.758, 20735.77 1990.175 860.961, 20796.643 1964.053 854.366, 20856.143 1939.225 846.675, 20938.885 1903.69 837.3, 21001.705 1876.493 828.642, 21070.52 1846.123 820.523, 21115.193 1826.41 810.09, 21163.414 1805.446 784.544, 21197.486 1792.581 756.931</trace>
</ink>
</file>

<file path=ppt/ink/ink15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21306.721 2238.225 533.15, 21331.9 2184.441 870.628, 21376.09 2141.02 868.394, 21412.963 2117.533 867.233, 21455.15 2099.453 866.236, 21495.367 2088.335 865.542, 21534.027 2086.199 865.356, 21581.232 2128.86 866.208, 21582.719 2170.507 865.715, 21572.262 2209.774 864.742, 21547.879 2279.89 862.246, 21528.398 2324.037 860.234, 21510.408 2362.606 857.884, 21482.602 2412.82 854.802, 21460.518 2451.648 853.025, 21435.445 2494.707 851.63, 21401.889 2551.987 854.745, 21369.426 2602.692 862.112, 21341.406 2655.276 868.596, 21379.98 2677.707 870.159, 21426.332 2675.082 867.632, 21476.709 2672.371 865.188, 21513.965 2671.343 863.963, 21592.125 2670.963 861.413, 21629.996 2671.842 860.102, 21673.146 2674.069 858.792, 21725.789 2676.867 857.652, 21782.799 2680.243 857.248, 21827.338 2681.838 857.629, 21868.082 2681.944 857.92, 21910.389 2677.597 858.302, 21965.459 2673.536 862.029</trace>
</ink>
</file>

<file path=ppt/ink/ink15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21765.807 2158.475 533.15, 21751.527 2110.025 841.661, 21766.178 2073.287 869.347, 21815.795 2033.198 867.556, 21868.996 2005.616 865.483, 21939.848 1978.871 862.651, 21981.713 1972.123 862.908, 22020.432 1977.124 863.887, 22054.781 2028.514 866.147, 22052.316 2062.127 866.333, 22040.531 2101.3 865.364, 22014.996 2163.297 864.243, 21989.67 2217.295 864.716, 21978.758 2270.058 869.103, 22036.797 2280.765 869.518, 22070.064 2279.198 868.087, 22104.295 2278.432 867.112, 22157.104 2280.32 866.338, 22196.299 2283.585 865.484, 22269.645 2293.683 863.314, 22312.246 2304.291 862.105, 22349.369 2318.51 861.304, 22397.184 2343.688 860.933, 22433.229 2396.151 862.734, 22435.721 2434.322 863.585, 22409.576 2499.938 864.436, 22376.805 2544.015 863.912, 22322.818 2595.219 862.215, 22261.232 2642.51 860.372, 22204.695 2679.841 859.208, 22162.512 2705.885 861.222, 22113.844 2728.653 868.521, 22080.303 2735.559 871.726, 22044.754 2726.899 864.722</trace>
</ink>
</file>

<file path=ppt/ink/ink15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22314.59 1169.474 533.15, 22341.557 1214.458 766.379, 22381.701 1272.102 823.723, 22411.961 1311.537 836.969, 22453.707 1360.438 844.066, 22506.635 1413.798 862.612, 22554.686 1459.852 862.24, 22597.031 1487.751 864.579, 22632.783 1500.399 866.883, 22666.863 1495.76 868.317, 22729.383 1428.188 867.794, 22749.434 1391.686 866.544, 22770.211 1348.664 864.964, 22795.617 1294.5 862.333, 22809.922 1256.792 862.247, 22822.646 1212.821 863.455, 22831.287 1179.009 864.693, 22841.725 1134.792 867.063, 22831.531 1190.371 869.052, 22810.645 1266.444 864.929, 22799.957 1305.952 862.808, 22787.295 1352.65 859.968, 22770.711 1411.701 856.602, 22759.07 1453.047 853.826, 22743.662 1511.708 850.824, 22728.658 1569.61 848.705, 22715.748 1619.755 847.4, 22701.607 1684.658 846.346, 22691.098 1734.882 846.699, 22680.582 1789.998 847.253, 22668.646 1856.11 847.891, 22657.205 1928.441 848.824, 22647.621 1991.458 850.171, 22639.895 2043.32 851.434, 22632.242 2103.353 852.912, 22627.336 2142.109 854.271, 22617.088 2206.434 857.937, 22607.842 2259.453 866.282</trace>
</ink>
</file>

<file path=ppt/ink/ink15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22898.092 1937.13 533.15, 22894.738 1901.306 798.491, 22908.416 1844.37 840.328, 22940.725 1794.193 867.348, 22992.736 1741.654 867.102, 23056.068 1726.194 868.337, 23107.617 1763.788 867.955, 23118.883 1800.719 866.826, 23119.953 1872.32 864.429, 23114.426 1940.315 863.887, 23112.512 1973.854 864.954, 23123.262 2028.131 869.441, 23174.604 2034.485 870.198, 23238.926 2037.01 868.974, 23271.973 2048.02 868.329, 23311.912 2098.427 867.492, 23303.926 2146.668 866.399, 23267.336 2210.793 864.193, 23229.576 2259.616 860.965, 23189.639 2308.208 854.906, 23116.086 2392.489 842.946, 23068.236 2447.201 825.549, 23028.785 2492.838 792.138, 22983.93 2542.575 758.567</trace>
</ink>
</file>

<file path=ppt/ink/ink15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19471.338 1766.238 533.15, 19436.783 1729.014 813.215, 19394.148 1683.435 837.347, 19360.072 1649.741 844.918, 19301.027 1595.161 863.67, 19264.938 1564.122 864.229, 19205.873 1517.689 865.127, 19146.334 1482.084 866.298, 19097.285 1460.739 867.022, 19063.619 1447.21 867.062, 19006.578 1425.735 866.63, 18963.654 1411.415 866.434, 18877.699 1389.861 866.212, 18837.859 1383.151 865.893, 18794.363 1378.28 865.511, 18729.076 1372.361 864.472, 18693.266 1371.417 863.881, 18655.619 1372.15 863.456, 18621.336 1374.654 863.307, 18562.475 1382.786 863.611, 18510.684 1395.188 864.078, 18430.943 1423.363 864.572, 18366.836 1455.544 864.665, 18315.324 1485.878 864.514, 18268.855 1518.736 864.285, 18227.926 1553.156 864.765, 18185.945 1594.332 865.074, 18149.57 1634.87 864.973, 18098.838 1699.736 864.724, 18070.646 1743.507 864.574, 18043.377 1793.97 864.533, 18020.422 1845.689 864.395, 18003.699 1891.178 864.281, 17984.506 1955.523 864.467, 17971.65 2008.731 864.933, 17958.986 2087.87 865.388, 17954.436 2165.286 865.697, 17955.887 2209.958 865.996, 17963.643 2290.108 865.888, 17971.621 2341.907 865.388, 17981.732 2395.84 864.915, 17995.824 2450.865 864.358, 18010.891 2498.702 864.21, 18042.25 2576.096 864.207, 18065.158 2622.845 864.479, 18092.654 2672.168 864.652, 18124.627 2726.556 864.651, 18154.293 2774.438 864.485, 18182.76 2819.788 864.407, 18224.227 2882.791 863.923, 18248.875 2916.785 863.726, 18289.555 2971.094 863.33, 18331.25 3023.371 863.003, 18375.852 3076.184 862.495, 18419.934 3125.94 862.378, 18460.289 3168.458 862.62, 18498.799 3206.163 863.433, 18542.502 3245.459 864.104, 18589.73 3285.518 864.382, 18632.58 3319.058 864.414, 18677.25 3352.873 864.424, 18735.244 3393.813 864.258, 18789.754 3430.926 864.239, 18842.025 3464.378 864.417, 18891.518 3493.956 864.552, 18936.68 3518.185 864.716, 19010.105 3552.93 864.793, 19081.434 3581.088 865.278, 19143.236 3601.388 866.376, 19191.586 3610.922 867.267, 19225.564 3616.909 867.936, 19283.781 3619.279 868.696, 19345.057 3616.536 869.172, 19414.162 3602.555 869.738, 19453.812 3587.535 869.819, 19488.871 3567.964 869.509, 19533.074 3532.407 868.684, 19574.461 3494.051 867.931, 19611.721 3439.345 868.028, 19632.809 3394.846 867.738, 19653.713 3322.621 866.362, 19664.051 3261.999 865.148, 19666.146 3227.12 865.718, 19666.174 3155.969 866.52, 19661.406 3079.002 866.509, 19651.619 2996.447 864.874, 19643.721 2947.342 864.337, 19629.727 2869.201 864.209, 19614.383 2791.18 864.865, 19604.311 2741.974 865.095, 19590.311 2677.99 865.057, 19582.906 2643.626 865.114, 19570.873 2589.537 865.116, 19559.525 2539.164 865.142, 19543.385 2463.134 865.482, 19526.344 2384.646 865.583, 19514.891 2336.813 865.439, 19497.488 2261.361 865.164, 19479.357 2189.428 865.38, 19459.127 2120.719 865.834, 19445.922 2080.298 866.173, 19425.137 2019.402 866.648, 19406.273 1969.586 866.966, 19391.203 1930.901 867.426, 19376.623 1896.91 867.968, 19360.529 1861.522 868.274, 19345.533 1826.451 868.417, 19318.562 1766.438 868.236, 19290.295 1709.674 868.449, 19260.186 1662.782 869.619, 19230.416 1619.683 871.096, 19208.148 1586.416 764.913</trace>
</ink>
</file>

<file path=ppt/ink/ink15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23029.26 673.617 533.15, 22977.955 647.191 766.039, 22944.037 632.399 813.184, 22885.969 613.219 839.074, 22846.568 604.83 847.342, 22776.129 598.566 867.157, 22696.244 606.891 866.113, 22639.158 620.323 864.969, 22600.789 633.169 864.213, 22534.883 657.82 862.594, 22492.93 676.233 861.737, 22448.346 697.041 860.98, 22409.887 717.076 860.589, 22344.732 754.297 860.28, 22294.135 788.512 860.942, 22227.285 845.887 862.899, 22190.305 885.672 864.124, 22155.146 933.824 864.699, 22122.543 990.454 864.527, 22097.527 1045.349 863.837, 22084.412 1079.864 863.369, 22064.234 1144.569 862.399, 22055.412 1187.981 861.997, 22048.424 1235.833 861.652, 22043.762 1269.215 861.476, 22040.965 1309.213 861.331, 22039.75 1350.144 861.245, 22040.893 1425.194 861.097, 22043.402 1460.967 861.04, 22047.506 1499.13 860.917, 22055.35 1547.162 860.688, 22069.955 1623.098 860.146, 22081.721 1668.672 859.771, 22091.328 1703.903 859.413, 22106.461 1750.273 858.993, 22120.203 1790.078 858.706, 22134.781 1829.78 858.443, 22156.557 1878.38 858.171, 22172.32 1912.448 858.025, 22194.881 1954.501 857.869, 22221.686 2000.074 857.673, 22242.637 2034.81 857.504, 22272.594 2080.825 857.266, 22308.812 2134.908 856.965, 22350.023 2193.609 856.65, 22378.471 2233.935 856.382, 22412.967 2281.329 856.221, 22449.342 2329.843 856.137, 22478.006 2367.769 855.933, 22515.633 2415.823 855.673, 22549.213 2456.658 855.417, 22582.576 2495.416 855.172, 22626.967 2540.499 854.972, 22699.449 2607.447 854.774, 22743.322 2642.322 854.765, 22778.994 2669.666 854.854, 22827.652 2699.708 854.903, 22872.863 2724.338 855.068, 22913.664 2744.463 855.141, 22965.035 2764.918 855.248, 23002.119 2778.76 855.559, 23046.02 2791.2 855.911, 23097.445 2801.38 856.345, 23151.801 2808.544 856.917, 23197.705 2811.852 857.649, 23237.518 2812.821 858.34, 23281.518 2809.049 859.102, 23347.92 2796.814 860.469, 23384.842 2782.754 861.075, 23444.568 2751.902 861.806, 23499.217 2709.957 861.924, 23554.344 2656.86 861.361, 23606.76 2590.505 860.43, 23647.207 2527.582 859.629, 23665.816 2491.989 859.396, 23697.109 2416.818 859.052, 23708.42 2383.883 859.063, 23719.549 2345.1 859.122, 23730.057 2298.967 859.176, 23744.098 2220.827 859.323, 23749.42 2179.102 859.376, 23753.602 2140.208 859.372, 23756.26 2089.872 859.187, 23757.48 2050.56 858.974, 23756.939 2006.809 858.747, 23754.18 1953.419 858.441, 23748.568 1893.738 858.347, 23742.812 1845.326 858.465, 23735.996 1799.163 858.491, 23725.715 1745.235 858.391, 23716.715 1700.738 858.222, 23706.658 1657.911 858.088, 23692.85 1607.542 858.033, 23683.627 1574.09 858.017, 23668.748 1529.498 858.041, 23653.215 1487.345 858.21, 23639.486 1451.849 858.331, 23620.32 1406.583 858.405, 23604.92 1371.646 858.688, 23586.002 1332.072 858.957, 23562.842 1286.3 859.125, 23524.309 1214.191 859.253, 23496.836 1167.233 859.216, 23465.756 1118.545 859.154, 23440.734 1080.305 859.085, 23415.395 1044.629 859.066, 23385.301 1005.893 859.206, 23338.047 948.589 859.658, 23289.34 894.663 860.733, 23234.617 834.988 861.224, 23183.758 781.662 861.657, 23141.469 737.751 861.952, 23097.566 695.942 862.556, 23052.693 659.143 863.38, 23004.295 629.028 864.329, 22957.863 607.405 865.008, 22901.971 590.986 865.137, 22862.129 584.877 864.751, 22810.963 581.715 864.029, 22750.834 584.401 862.946, 22710.355 586.432 861.742, 22654.814 594.112 860.33, 22594.465 606.906 858.683, 22546.83 617.891 856.864, 22479.477 635.495 853.661, 22435.861 646.964 850.132, 22382.887 661.134 840.453</trace>
</ink>
</file>

<file path=ppt/ink/ink16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16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16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16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9916.353 9217.658 533.15, 9870.886 9225.964 871.593, 9836.919 9256.769 430.355</trace>
</ink>
</file>

<file path=ppt/ink/ink16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8976.96 7740.937 533.15, 8916.207 7736.19 841.142, 8865.737 7723.657 868.673, 8800.45 7697.622 868.092, 8750.896 7675.795 869.295, 8706.211 7662.035 869.765, 8626.551 7641.753 868.836, 8576.021 7631.658 867.972, 8530.61 7625.113 867.396, 8484.577 7620.212 867.293, 8433.08 7617.302 867.294, 8375.656 7616.186 867.136, 8317.768 7617.405 866.869, 8254.826 7622.452 866.489, 8216.35 7627.547 866.017, 8163.449 7634.778 867.259, 8099.583 7655.249 868.778, 8044.554 7678.023 869.02, 7979.533 7712.344 867.739, 7907.189 7755.678 864.423, 7860.878 7787.462 863.491, 7813.135 7825.004 862.403, 7768.672 7865.547 862.364, 7734.547 7900.678 864.647, 7697.662 7962.508 868.523, 7676.065 8015.342 869.569, 7665.193 8057.973 869.113, 7656.697 8102.282 868.121, 7648.42 8175.942 866.085, 7644.437 8233.907 866.703, 7647.066 8307.13 867.581, 7653.464 8385.267 866.561, 7659.528 8430.986 865.922, 7666.574 8474.859 866.181, 7674.251 8512.136 867.328, 7696.323 8578.141 868.6, 7715.839 8616.848 868.701, 7760.249 8675.96 868.263, 7825.031 8730.783 867.405, 7892.53 8770.432 866.743, 7926.398 8787.334 866.884, 7978.989 8809.414 867.766, 8024.064 8826.442 868.391, 8077.759 8846.847 868.529, 8127.077 8866.351 867.83, 8161.984 8880.511 867.074, 8218.129 8903.103 865.344, 8252.609 8916.896 863.957, 8303.831 8936.026 864.994, 8356.067 8952.179 868.316, 8404.461 8962.86 868.641, 8468.115 8969.397 868.081, 8519.216 8970.491 867.642, 8569.195 8967.044 866.991, 8640.636 8952.9 866.301, 8706.523 8927.626 866.044, 8770.664 8890.766 865.83, 8810.058 8862.679 865.409, 8874.03 8810.644 864.712, 8926.462 8759.084 864.36, 8965.532 8716.707 864.297, 9001.917 8674.517 864.425, 9039.449 8629.422 864.674, 9072.694 8585.831 864.797, 9099.796 8545.2 864.934, 9137.416 8478.346 865.131, 9168.09 8410.589 865.574, 9183.023 8369.411 865.8, 9193.207 8329.437 866.504, 9202.91 8257.535 868.452, 9203.378 8180.466 868.831, 9196.146 8109.37 867.531, 9190.276 8068.807 866.519, 9175.447 8008.875 866.218, 9161.629 7973.44 866.488, 9144.543 7939.432 866.985, 9106.25 7879.529 868.05, 9058.264 7822.513 868.359, 9005.492 7769.627 868.55, 8958.19 7731.18 868.884, 8906.489 7698.854 869.192, 8852.759 7674.776 869.108, 8798.251 7654.741 868.862, 8742.1 7640.129 870.29, 8683.267 7630.706 872.739</trace>
</ink>
</file>

<file path=ppt/ink/ink16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16893.314 4192.9 533.15, 16944.633 4151.925 823.634, 17009.895 4108.724 832.601, 17086.857 4068.203 828.989, 17144.453 4038.341 824.31, 17278.623 3982.729 819.439, 17433.553 3928.837 780.569, 17596.502 3877.536 734.969, 17834.082 3822.888 674.224, 18023.301 3781.762 612.304, 18222.045 3754.903 553.655, 18351.158 3737.498 464.756, 18393.877 3727.563 377.38, 18451.406 3718.028 306.684, 18494.426 3712.733 267.065, 18569.561 3710.606 191.856</trace>
</ink>
</file>

<file path=ppt/ink/ink16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15831.436 4651.324 533.15, 15880.649 4605.411 845.085, 15917.273 4559.639 863.868</trace>
</ink>
</file>

<file path=ppt/ink/ink16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15872.907 4530.343 533.15, 15845.595 4572.947 842.368, 15878.863 4577.558 816.719</trace>
</ink>
</file>

<file path=ppt/ink/ink16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15988.644 4549.331 533.15, 15971.629 4601.006 841.986, 15967.187 4637.692 869.573, 15963.238 4670.985 846.812</trace>
</ink>
</file>

<file path=ppt/ink/ink16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17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12771.178 9513.87 533.15, 12796.175 9558.31 871.82, 12762.545 9574.548 765.817</trace>
</ink>
</file>

<file path=ppt/ink/ink17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12645.798 8727.226 533.15, 12693.322 8728.61 872.528, 12711.724 8677.64 872.532, 12683.051 8627.671 872.74, 12641.219 8584.85 870.822, 12595.941 8545.745 868.795, 12552.273 8506.328 869.14, 12511.349 8471.058 870.234, 12465.965 8430.81 869.654, 12418.996 8393.429 870.25, 12384.888 8367.996 869.471, 12319.909 8322.783 869.126, 12281.451 8297.258 868.213, 12221.254 8258.899 867.145, 12180.215 8234.67 866.746, 12144.16 8212.265 866.596, 12094.615 8181.25 866.272, 12033.828 8144.12 867.94, 11976.812 8115.301 868.672, 11942.286 8100.766 868.982, 11906.993 8088.92 869.506, 11865.604 8077.812 869.586, 11816.57 8065.734 868.598, 11772.445 8054.75 867.35, 11707.062 8038.81 867.746, 11664.679 8029.624 868.09, 11605.678 8015.995 869.074, 11564.687 8005.713 869.708, 11492.405 7987.087 869.837, 11447.274 7975.109 869.065, 11407.025 7964.621 868.61, 11370.562 7955.617 868.81, 11305.764 7942.285 869.685, 11262.542 7936.651 869.909, 11218.423 7933.435 869.374, 11173.426 7930.943 868.734, 11089.191 7932.258 868.292, 11035.307 7936.441 867.926, 10969.77 7945.915 867.824, 10904.028 7960.957 867.965, 10862.432 7971.621 867.861, 10822.127 7983.016 868.464, 10769.653 8001.038 869.864, 10728.021 8020.631 869.634, 10683.772 8043.384 868.372, 10624.044 8076.343 866.469, 10585.628 8102.582 866.616, 10549.097 8129.758 866.751, 10514.455 8156.517 866.547, 10464.434 8199.027 867.669, 10424.243 8236.823 868.978, 10376.717 8285.586 868.574, 10332.425 8334.453 868.114, 10301.085 8370.426 867.447, 10266.872 8412.078 868.03, 10235.397 8453.126 868.559, 10195.555 8505.244 869.112, 10151.953 8558.938 869.341, 10118.384 8604.186 870.878, 10087.144 8653.641 871.032, 10060.132 8697.018 870.175, 10025.012 8759.457 870.537, 9991.215 8816.842 868.848, 9959.175 8866.257 868.673, 9923.962 8919.063 868.448, 9896.191 8959.438 868.131, 9861.65 9001.646 867.309, 9828.715 9032.084 681.702</trace>
</ink>
</file>

<file path=ppt/ink/ink17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14479.251 4676.279 533.15, 14480.281 4722.108 835.28, 14492.669 4761.751 844.457, 14514.786 4815.222 866.208, 14545.041 4880.935 863.432, 14570.688 4933.037 861.668, 14587.624 4967.336 860.054, 14613.667 5013.961 858.145, 14640.158 5058.483 856.518, 14663.152 5095.927 855.013, 14692.758 5140.936 853.551, 14716.938 5176.383 853.153, 14741.579 5210.577 853.21, 14771.93 5247.552 853.612, 14806.236 5281.695 854.527, 14863.21 5324.174 857.58, 14920.642 5332.49 860.745, 14972.986 5305.541 862.651, 15026.745 5240.299 861.88, 15073.394 5162.347 858.966, 15099.904 5106.804 856.142, 15117.077 5070.684 855.508, 15141.579 5008.98 855.514, 15159.231 4958.166 859.876, 15174.361 4892.923 869.154, 15178.61 4859.768 870.272, 15143.77 4889.635 868.467, 15108.455 4957.902 864.844, 15077.524 5020.771 860.618, 15038.598 5101.555 854.119, 15011.573 5157.734 847.2, 14978.308 5231.952 839.084, 14946.059 5307.75 831.656, 14919.721 5370.914 825.051, 14887.98 5448.557 818.957, 14863.568 5509.489 817.128, 14839.989 5570.3 817.271, 14816.995 5633.092 819.66, 14802.098 5674.1 823.858, 14787.704 5719.595 828.945, 14765.086 5796.506 848.315, 14754.275 5845.035 860.105, 14755.483 5896.799 866.497, 14753.743 5932.248 817.075</trace>
</ink>
</file>

<file path=ppt/ink/ink17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15431.181 5927.857 533.15, 15396.427 5933.606 799.149, 15386.453 5888.64 845.439, 15404.504 5849.416 867.347, 15431.794 5808.466 865.29, 15479.666 5756.083 862.587, 15513.254 5725.241 861.137, 15573.966 5676.196 858.769, 15608.303 5653.108 858.106, 15665.493 5622.218 858.078, 15732.565 5608.704 860.891, 15768.807 5651.451 864.643, 15762.553 5700.909 864.555, 15746.84 5757.088 863.105, 15726.125 5816.949 861.452, 15713.653 5853.594 860.518, 15696.06 5906.211 859.748, 15680.248 5963.198 861.896, 15700.368 6000.021 869.28, 15757.645 5984.093 868.696, 15828.73 5977.971 867.251, 15865.453 5988.289 866.963, 15913.017 6033.701 866.863, 15918.674 6068.651 866.638, 15899.728 6135.504 865.417, 15869.675 6188.844 863.891, 15817.129 6255.875 861.783, 15780.974 6294.417 860.63, 15747.896 6327.029 859.703, 15692.271 6378.042 858.401, 15622.915 6418.938 861.723, 15568.536 6447.679 866.092, 15534.911 6460.968 870.103, 15495.474 6474.447 871.192, 15461.994 6483.93 864.131</trace>
</ink>
</file>

<file path=ppt/ink/ink17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16369.608 5399.992 533.15, 16428.447 5385.626 790.071, 16463.959 5375.634 806.668, 16526.281 5358.006 825.081, 16572.715 5344.404 830.146, 16611.121 5333.054 833.891, 16664.359 5317.538 835.906, 16714.822 5303.253 853.584, 16760.438 5290.572 851.459, 16814.326 5277.342 851.04, 16850.705 5268.485 851.728, 16898.713 5256.829 857.143, 16948.537 5249.865 869.241</trace>
</ink>
</file>

<file path=ppt/ink/ink17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16549 5664.739 533.15, 16605.285 5637.557 871.279, 16643.508 5620.805 869.176, 16693.387 5600.735 866.609, 16731.77 5585.624 865.138, 16798.443 5559.38 862.465, 16840.311 5543.547 861.271, 16912.713 5517.57 860.274, 16963.482 5502.599 863.615, 17010.922 5492.857 866.441, 17044.691 5488.437 868.345, 17079.584 5488.06 816.392</trace>
</ink>
</file>

<file path=ppt/ink/ink17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17912.758 4507.558 533.15, 17893.318 4548.527 871.751, 17890.947 4615.652 868.812, 17888.988 4680.621 866.691, 17887.27 4724.848 865.521, 17883.838 4800.412 863.246, 17881.748 4853.685 862.01, 17880.391 4911.969 860.799, 17879.506 4954.21 859.876, 17879.615 5001.506 859.071, 17881.51 5052.472 858.52, 17882.984 5087.974 858.153, 17888.393 5133.136 858.04, 17894.479 5171.253 858.245, 17901.699 5207.553 858.517, 17914.619 5249.296 858.866, 17939.615 5312.18 859.756, 17957.988 5346.222 860.221, 17991.725 5396.695 861.155, 18029.58 5434.586 862.244, 18098.598 5470.912 863.66, 18179.605 5475.39 864.102, 18233.785 5461.438 863.605, 18291.273 5424.866 862.913, 18335.082 5392.633 862.536</trace>
</ink>
</file>

<file path=ppt/ink/ink17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17729.51 5201.975 533.15, 17677.207 5201.974 850.946, 17710.68 5195.938 870.963, 17749.906 5186.974 869.194, 17805.145 5171.728 866.655, 17838.83 5162.298 865.144, 17883.715 5150.623 863.488, 17956.158 5133.124 860.649, 18039.184 5116.522 859.549, 18076.355 5110.707 859.894, 18111.564 5108.186 808.038</trace>
</ink>
</file>

<file path=ppt/ink/ink17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18553.162 5325.125 533.15, 18553.916 5279.921 870.797, 18619.646 5240.434 867.876, 18660.408 5221.685 866.212, 18724.496 5198.624 865.702, 18766.189 5197.052 866.816, 18811.797 5239.583 868.529, 18807.336 5279.533 868.21, 18791.314 5323.071 866.516, 18755.557 5394.402 863.514, 18726.707 5452.105 863.063, 18714.223 5507.624 868.193, 18765.959 5521.254 869.675, 18799.832 5520.003 868.686, 18836.641 5519.471 867.935, 18873.262 5522.958 868.116, 18906.553 5579.735 868.373, 18886.566 5624.654 867.191, 18843.453 5680.104 864.815, 18790.162 5736.219 861.69, 18752.936 5771.002 859.817, 18705.854 5814.086 857.081, 18663.914 5850.477 857.731, 18610.836 5892.807 865.919, 18575.818 5910.879 868.913, 18541.992 5922.535 817.164</trace>
</ink>
</file>

<file path=ppt/ink/ink17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19231.186 5210.655 533.15, 19268.77 5177.459 850.588, 19322.844 5155.891 868.275, 19363.154 5144.074 866.581, 19420.211 5133.677 866.333, 19480.258 5138.157 868.476, 19536.311 5167.232 869.32</trace>
</ink>
</file>

<file path=ppt/ink/ink18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19323.773 5521.515 533.15, 19295.033 5555.338 796.634, 19257.789 5608.263 839.25, 19230.09 5658.967 868.831, 19250.648 5703.679 871.702, 19308.152 5732.038 869.454, 19373.707 5771.176 866.867, 19428.689 5815.599 865.612, 19478.174 5868.167 865.169, 19514.006 5916.727 866.17, 19544.699 5967.26 871.069, 19585.574 6018.109 871.184, 19638.189 6022.255 870.138</trace>
</ink>
</file>

<file path=ppt/ink/ink18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19638.189 4479.89 533.15, 19640.629 4538.073 869.999, 19667.455 4572.678 867.821, 19726.699 4632.083 864.493, 19772.139 4668.239 862.885, 19828.131 4704.535 861.793, 19890.01 4732.506 861.693, 19941.957 4746.24 861.955, 20015.93 4739.709 863.442, 20077.508 4701.209 864.43, 20105.988 4664.872 864.502, 20127.459 4623.644 864.485, 20147.697 4559.15 863.84, 20154.27 4522.772 864.404, 20157.76 4489.792 868.434, 20143.48 4531.031 870.542, 20128.982 4596.119 866.349, 20119.033 4638.039 864.32, 20108.734 4680.642 862.277, 20093.838 4740.803 858.675, 20081.438 4790.656 854.726, 20067.211 4844.674 850.241, 20049.412 4913.03 845.679, 20037.775 4957.742 843.054, 20021.484 5019.58 841.725, 20004.691 5081.333 841.902, 19990.49 5132.833 841.923, 19971.393 5197.866 842.9, 19958.488 5241.639 844.36, 19941.85 5298.355 846.068, 19924.467 5360.92 847.82, 19912.674 5403.552 849.712, 19889.617 5482.501 858.945, 19870.617 5540.028 864.189, 19855.197 5585.532 876.94</trace>
</ink>
</file>

<file path=ppt/ink/ink18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20297.887 5158.032 533.15, 20359.775 5137.707 826.55, 20427.045 5126.73 847.44, 20462.645 5125.508 866.984, 20495.686 5134.943 866.963, 20530.152 5187.309 867.165, 20516.721 5274.35 865.02, 20500.732 5319.538 863.637, 20487.244 5355.705 862.181, 20463.344 5408.021 859.57, 20442.732 5450.923 856.907, 20417.92 5498.631 853.433, 20391.533 5551.108 850.008, 20373.006 5588.007 848.573, 20348.305 5636.861 854.54, 20315.961 5699.454 861.559, 20297.309 5739.184 870.987, 20277.162 5773.794 765.571</trace>
</ink>
</file>

<file path=ppt/ink/ink18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20464.74 5861.128 533.15, 20510.898 5881.987 834.066, 20570.186 5925.42 867.079, 20635.158 5982.778 865.729, 20688.193 6038.773 864.89, 20747.146 6085.047 864.751, 20816.463 6096.615 865.073, 20853.371 6090.984 858.493</trace>
</ink>
</file>

<file path=ppt/ink/ink18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21132.15 4236.301 533.15, 21132.836 4289.894 872.165, 21135.756 4326.426 870.386, 21144.547 4379.785 867.853, 21159.012 4449.614 864.972, 21166.164 4482.72 863.477, 21175.473 4527.124 861.891, 21186.275 4583.371 860.132, 21193.672 4622.041 858.596, 21203.592 4678.769 857.044, 21211.746 4730.8 855.934, 21219.062 4782.719 854.779, 21228.232 4848.852 852.876, 21235.357 4900.417 851.568, 21243.168 4957.417 850.298, 21252.852 5024.313 849.578, 21259.252 5068.559 849.074, 21269.166 5124.471 849.201, 21275.604 5160.786 850.153, 21287.502 5220.187 853.718, 21301.219 5275.197 859.102, 21315.4 5325.125 873.433</trace>
</ink>
</file>

<file path=ppt/ink/ink18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20879.461 4853.682 533.15, 20845.389 4843.599 814.967, 20800.676 4823.737 844.744, 20794.252 4782.494 870.084, 20848.404 4757.979 868.316, 20916.807 4732.694 865.725, 20954.598 4719.607 863.811, 20997.582 4705.433 861.666, 21054.26 4687.186 858.336, 21092.045 4675.044 855.734, 21142.814 4660.218 853.699, 21191.207 4646.136 852.899, 21232.391 4634.192 852.301, 21271.682 4622.823 852.077, 21307.359 4613.943 853.292, 21354.205 4602.374 860.469, 21420.68 4586.936 869.654, 21474.684 4573.554 872.534, 21522.188 4553.576 873.045, 21533.846 4520.641 875.062</trace>
</ink>
</file>

<file path=ppt/ink/ink18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21880.576 3823.448 533.15, 21888.262 3871.534 871.529, 21907.242 3930.762 868.962, 21919.416 3971.522 867.67, 21928.135 4023.542 866.359, 21933.332 4077.7 864.948, 21935.66 4121.348 863.999, 21938.738 4193.171 862.094, 21941.176 4239.597 860.931, 21943.354 4278.122 859.835, 21947.158 4330.409 858.691, 21950.992 4372.568 857.866, 21956.539 4418.21 857.12, 21965.967 4473.611 856.476, 21972.275 4509.974 856.184, 21985.064 4557.183 856.078, 22000.688 4602.254 856.155, 22014.477 4638.383 856.374, 22036.768 4680.098 856.784, 22078.445 4742.74 857.938, 22128.252 4794.249 859.097, 22185.432 4831.972 860.405, 22238.523 4853.39 861.574, 22289.352 4849.957 862.978, 22323.502 4843.252 841.901</trace>
</ink>
</file>

<file path=ppt/ink/ink18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21701.189 4469.582 533.15, 21658.738 4434.949 850.457, 21703.879 4389.07 869.86, 21749.326 4367.233 868.007, 21812.203 4342.028 865.384, 21859.445 4325.529 863.469, 21897.941 4312.774 861.501, 21940.07 4300.031 859.267, 21991.033 4285.031 856.859, 22025.584 4274.904 855.702, 22068.553 4264.423 854.946, 22111.625 4254.299 854.853, 22183 4236.639 855.686, 22232.744 4224.196 860.768</trace>
</ink>
</file>

<file path=ppt/ink/ink18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22497.838 4630.708 533.15, 22521.229 4596.247 797.708, 22582.502 4543.896 838.287, 22629.732 4513.62 865.647, 22700.797 4499.201 867.152, 22730.016 4545.639 868.419, 22701.23 4626.208 866.276, 22684.725 4659.858 864.717, 22667.865 4693.214 863.009, 22646.584 4734.133 861.073, 22617.854 4788.873 859.623, 22595.332 4835.56 861.332, 22581.6 4869.793 864.382, 22601.859 4914.244 870.801, 22639.713 4917.858 869.925, 22675.324 4920.345 868.629, 22715.846 4924.387 867.616, 22749.295 4933.706 867.73, 22789.895 4985.951 868.602, 22785.715 5034.694 867.836, 22760.072 5093.089 865.828, 22718.752 5154.645 862.837, 22686.951 5192.345 861.2, 22627.01 5255.734 858.174, 22566.342 5311.245 856.343, 22530.086 5340.952 856.569, 22469.643 5386.055 859.282, 22429.621 5413.443 864.707, 22380.898 5435.359 867.978, 22332.916 5454.243 875.273</trace>
</ink>
</file>

<file path=ppt/ink/ink18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22962.711 4642.644 533.15, 22965.863 4588.969 846.86, 23013.873 4540.775 868.385, 23061.029 4512.14 866.366, 23121.584 4484.762 864.079, 23176.826 4464.903 862.37, 23224.959 4453.269 862.426, 23260.314 4452.904 863.904, 23298.877 4481.923 868.546, 23261.342 4558.29 867.583, 23230.287 4605.106 865.696, 23180.748 4678.664 857.331, 23130.947 4755.011 852.77, 23101.309 4808.635 854.832, 23085.49 4872.695 860.073, 23120.744 4912.528 867.301, 23162.188 4917.294 866.788, 23204.736 4917.702 865.409, 23265.391 4917.035 864.074, 23330.814 4926.842 866.296, 23369.123 4977.512 868.121, 23365.955 5012.225 867.818, 23337.152 5067.388 866.169, 23294.855 5123.266 864.121, 23240.838 5180.332 861.899, 23177.285 5236.301 859.861, 23121.996 5280.023 858.487, 23069.85 5317.279 858.507, 23018.828 5350.554 864.718, 22961.164 5345.536 871.414</trace>
</ink>
</file>

<file path=ppt/ink/ink19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23375.506 3614.581 533.15, 23421.545 3639.64 794.767, 23470.375 3685.05 830.825, 23524.539 3742.382 844.424, 23561.646 3781.432 863.695, 23613.193 3828.971 866.315, 23678.258 3857.059 868.282, 23713.598 3849.84 868.391, 23752.666 3820.369 867.395, 23786.406 3781.147 865.615, 23823.871 3725.247 863.272, 23846.785 3684.557 861.964, 23881.518 3616.747 859.782, 23900.129 3573.955 858.86, 23927.598 3504.049 857.632, 23946.766 3451.446 859.848, 23962.229 3396.622 865.049, 23945.418 3480.177 866.883, 23929.672 3534.716 864.52, 23919.316 3570.517 862.368, 23903.689 3625.691 858.293, 23888.449 3678.049 853.88, 23873.398 3728.73 850.171, 23854.75 3795.633 846.408, 23840.354 3848.721 843.74, 23825.479 3906.601 841.684, 23807.719 3974.761 840.839, 23796.15 4019.152 841.484, 23782.256 4076.485 842.595, 23768.578 4131.535 843.78, 23757.266 4176.622 845.635, 23743.486 4230.147 847.781, 23732.516 4271.54 850.126, 23721.084 4312.526 852.746, 23706.834 4358.283 855.169, 23687.988 4418.581 861.683, 23671.121 4468.73 866.947, 23647.617 4517.752 871.008</trace>
</ink>
</file>

<file path=ppt/ink/ink19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24006.264 4246.609 533.15, 24062.094 4212.481 794.498, 24133.486 4179.057 829.525, 24192.119 4159.324 839.116, 24228.148 4151.026 842.378, 24289.492 4140.151 861.534, 24361.811 4142.971 864.419, 24404.619 4186.858 867.284, 24391.986 4250.472 866.791, 24367.027 4297.829 864.806, 24328.182 4355.388 862.317, 24303.912 4391.816 862.458, 24276.75 4448.536 865.344, 24289.99 4498.134 869.003, 24328.193 4510.205 869.229, 24376.9 4516.972 867.896, 24439.369 4523.304 864.948, 24481.572 4529.014 863.375, 24545.859 4540.359 861.093, 24580.082 4550.216 860.426, 24630.857 4571.378 860.014, 24663.895 4597.466 861.488, 24683.4 4655.155 864.005, 24660.299 4728.525 864.121, 24622.537 4784.239 862.935, 24587.033 4822.247 861.581, 24525.57 4882.261 858.611, 24477.07 4922.647 855.874, 24421.279 4966.641 852.981, 24371.826 5004.435 851.612, 24328.674 5036.736 850.602, 24276.137 5071.572 850.284, 24235.258 5097.26 850.324, 24190.672 5122.188 850.718, 24140.391 5151.402 853.865, 24106.088 5165.053 833.296</trace>
</ink>
</file>

<file path=ppt/ink/ink19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21041.492 6245.228 533.15, 21067.262 6301.894 764.019, 21086.303 6354.329 808.169, 21097.066 6391.583 818.373, 21106.783 6428.367 825.243, 21117.348 6485.132 829.169, 21124.928 6527.768 832.171, 21130.91 6585.739 833.11, 21137.295 6666.324 848.077, 21141.643 6724.483 843.446, 21146.434 6818.848 836.605, 21150.904 6913.076 828.593, 21154.732 6998.812 820.462, 21159.916 7098.798 812.69, 21163.693 7170.891 807.285, 21166.084 7217.302 806.799, 21170.562 7285.213 818.936, 21174.58 7336.708 833.261, 21134.4 7281.941 864.542, 21100.512 7225.227 862.359, 21085.303 7190.127 754.276</trace>
</ink>
</file>

<file path=ppt/ink/ink19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20743.471 6856.097 533.15, 20786.564 6853.479 872.903, 20839.164 6845.243 870.962, 20879.926 6836.339 869.369, 20951.08 6817.94 865.473, 21000.572 6801.654 863.311, 21077.328 6775.477 859.389, 21120.264 6760.602 858.011, 21155.975 6748.246 857.005, 21199.215 6732.938 856.277, 21233.066 6720.896 856.297, 21268.062 6708.529 857.256, 21315.037 6691.924 862.85, 21370.311 6676.572 868.774, 21423.055 6664.137 872.137, 21478.775 6655.183 872.961, 21529.65 6642.8 873.533, 21577.836 6635.614 873.429, 21611.279 6625.947 819.265</trace>
</ink>
</file>

<file path=ppt/ink/ink19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21937.482 5900.732 533.15, 21882.688 5891.386 847.279, 21919.23 5932.473 870.402, 21965.641 5979.267 867.741, 22000.758 6016.883 865.622, 22055.469 6082.48 863.542, 22096.035 6134.775 862.495, 22130.342 6182.239 862.668, 22165 6231.326 868.826, 22196.119 6277.669 871.824, 22223.268 6323.745 872.608, 22243.213 6371.876 872.929, 22262.652 6427.081 871.029, 22293.691 6476.911 870.377, 22367.168 6503.744 868.956, 22417.488 6497.497 867.362, 22472.943 6478.222 865.43, 22525.539 6446.527 864.775, 22561.027 6428.981 840.868</trace>
</ink>
</file>

<file path=ppt/ink/ink19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21913.371 6292.969 533.15, 21954.492 6274.342 870.388, 22002.727 6253.313 867.712, 22045.15 6233.126 865.925, 22115.605 6199.378 862.168, 22161.252 6176.976 860.16, 22195.936 6159.853 858.317, 22239.918 6139.334 856.735, 22276.818 6122.355 855.818, 22311.398 6106.79 856.313, 22373.277 6079.665 861.627, 22429.691 6059.419 867.4, 22463.279 6054.666 847.257</trace>
</ink>
</file>

<file path=ppt/ink/ink19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22894.234 6326.605 533.15, 22852.863 6351.959 872.045, 22803.373 6357.817 871.785, 22760.809 6330.964 872.296, 22790.658 6271.434 870.361, 22836.201 6227.676 868.549, 22888.057 6210.885 868.103, 22932.451 6247.396 868.512, 22933.992 6282.644 867.812, 22921.012 6336.848 866.136, 22898.74 6400.823 863.763, 22879.451 6451.939 862.281, 22853.303 6511.861 868.205, 22835.072 6578.665 871.034, 22867.598 6621.823 870.036, 22916.76 6661.55 870.632, 22932.982 6716.506 869.232, 22923.23 6757.097 868.055, 22899.059 6805.504 866.276, 22869.998 6849.456 864.339, 22827.682 6900.491 862.497, 22765.713 6962.429 860.836, 22709.27 7013.108 860.811, 22655.518 7056.394 866.439, 22600.059 7085.645 870.412, 22579.305 7052.616 847.503</trace>
</ink>
</file>

<file path=ppt/ink/ink19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23250.123 6098.749 533.15, 23263.705 6150.08 850.74, 23277.008 6203.481 867.954, 23285.713 6246.728 865.919, 23292.758 6283.857 863.734, 23301.789 6338.979 860.552, 23309.412 6387.039 856.735, 23316.357 6442.343 852.524, 23323.604 6521.174 847.204, 23328.41 6574.452 842.973, 23334.42 6652.693 837.795, 23339.9 6737.582 832.318, 23343.861 6802.657 827.413, 23349.473 6889.92 822.466, 23355.045 6964.244 819.13, 23361.115 7035.024 816.861, 23371.537 7117.244 816.314, 23379.113 7174.998 818.465, 23383.996 7211.959 823.792, 23397.197 7288.149 843.467, 23407.338 7334.842 873.44</trace>
</ink>
</file>

<file path=ppt/ink/ink19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23651.342 5598.552 533.15, 23669.75 5641.437 869.876, 23704.744 5681.048 867.306, 23748.982 5728.402 864.307, 23803.299 5783.931 861.524, 23863.133 5839.75 859.447, 23917.832 5884.801 858.486, 23969.691 5919.407 858.873, 24034.428 5934.943 862.111, 24068.008 5922.119 864.181, 24098.393 5883.485 864.67, 24125.955 5823.139 863.609, 24147.961 5754.675 861.501, 24158.139 5710.156 860.158, 24172.711 5642.812 859.695, 24178.379 5604.292 864.618, 24185.365 5541.278 869.787, 24160.553 5581.444 867.822, 24147.41 5618.538 865.84, 24134.104 5656.372 863.398, 24112.201 5712.934 859.017, 24096.83 5752.457 855.446, 24070.094 5820.467 849.761, 24034.1 5911.084 841.204, 24009.514 5972.923 832.836, 23974.09 6063.183 822.905, 23936.361 6163.974 813.806, 23899.955 6263.265 807.575, 23875.402 6330.799 805.764, 23852.617 6397.266 807.054, 23837.98 6440.04 813.288, 23818.922 6496.017 834.517, 23800.543 6559.83 855.02, 23788.926 6593.377 809.66</trace>
</ink>
</file>

<file path=ppt/ink/ink19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24577.23 5954.983 533.15, 24577.229 5988.889 797.733, 24577.23 6059.78 831.122, 24577.23 6100.637 835.524, 24577.23 6137.383 838.587, 24577.23 6200.087 838.873, 24577.23 6251.162 854.876, 24577.23 6324.269 848.712, 24578.871 6430.042 839.404, 24580.008 6501.234 830.192, 24582.115 6610.804 818.975, 24584.613 6720.51 805.09, 24586.818 6811.546 792.123, 24588.941 6919.324 780.125, 24590.621 7011.203 774.983, 24591.408 7048.425 760.42, 24592.676 7107.764 736.778</trace>
</ink>
</file>

<file path=ppt/ink/ink20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15770.674 4476.092 533.15, 15720.598 4437.059 811.868, 15675.487 4404.756 829.049, 15617.114 4367.531 837.755, 15569.627 4343.107 840.11, 15533.697 4324.778 858.525, 15484.982 4304.466 856.406, 15427.344 4285.985 853.945, 15383.834 4272.828 852.452, 15320.825 4261.517 850.415, 15266.539 4253.086 849.17, 15209.979 4248.884 847.937, 15137.046 4249.105 845.904, 15083.196 4249.892 844.587, 15015.863 4257.348 843.499, 14942.228 4271.735 842.216, 14885.288 4284.197 840.864, 14809.616 4311.037 838.361, 14722.876 4350.635 834.728, 14631.378 4401.626 830.909, 14566.241 4440.057 827.618, 14500.609 4486.311 824.712, 14435.344 4541.292 823.352, 14390.096 4580.168 822.602, 14338.89 4634.988 822.384, 14290.607 4696.476 824.259, 14240.19 4780.863 826.133, 14189.806 4892.435 826.822, 14145.772 5016.876 825.282, 14116.078 5104.294 823.343, 14089.67 5221.097 818.644, 14071.745 5323.682 811.709, 14059.086 5422.935 804.766, 14056.373 5545.725 796.949, 14065.855 5681.533 791.082, 14087.002 5815.896 786.028, 14103.681 5911.051 781.569, 14138.721 6023.715 778.304, 14177.274 6120.662 777.753, 14216.161 6205.169 777.495, 14277.12 6300.092 778.133, 14322.283 6366.17 780.768, 14386.509 6438.584 785.013, 14458.771 6506.236 790.759, 14517.433 6557.722 795.053, 14598.477 6615.007 798.08, 14671.061 6661.503 801.286, 14741.776 6702.25 803.193, 14830.303 6744.767 803.929, 14897.601 6774.888 805.102, 14973.694 6803.075 806.413, 15061.383 6826.471 808.547, 15124.09 6842.105 810.188, 15208.922 6850.248 812.122, 15288.915 6850.123 815.22, 15359.803 6845.587 817.506, 15449.747 6825.574 819.545, 15549.636 6789.319 820.279, 15649.571 6738.965 819.363, 15716.45 6704.665 818.069, 15791.985 6651.066 816.198, 15855.163 6597.579 814.889, 15907.554 6548.274 813.578, 15960.171 6481.415 812.793, 15998.076 6428.937 812.901, 16035.18 6366.247 813.961, 16072.416 6286.447 815.509, 16097.398 6231.053 817.601, 16126.507 6149.597 818.749, 16151.87 6065.946 819.022, 16171.71 5994.022 818.525, 16193.989 5896.519 816.575, 16209.845 5821.742 815.07, 16225.21 5733.233 813.714, 16239.581 5629.868 812.477, 16249.444 5555.9 810.786, 16258.409 5454.074 808.248, 16263.271 5351.769 805.328, 16265.829 5269.704 802.787, 16260.904 5167.119 800.835, 16253.943 5086.993 800.153, 16240.34 5002.515 800.738, 16212.771 4905.11 802.682, 16194.322 4841.299 804.434, 16158.316 4760.022 808.307, 16120.874 4689.941 813.127, 16081.104 4626.09 816.482, 16021.051 4551.775 817.934, 15944.038 4476.166 818.64, 15860.062 4408.559 818.885, 15796.422 4359.677 818.872, 15707.614 4309.679 817.455, 15618.318 4269.681 815.305, 15539.751 4238.49 812.512, 15431.181 4212.986 807.266, 15341.494 4197.297 801.787, 15240.434 4188.816 796.125, 15108.139 4197.803 787.031, 15019.583 4205.118 779.34, 14893.014 4235.011 767.074, 14763.479 4280.787 753.455, 14655.113 4324.55 739.365, 14516.327 4405.457 720.042, 14408.203 4476.578 701.817, 14295.641 4566.59 684.143, 14222.735 4625.09 647.504, 14183.438 4650.577 610.735, 14144.19 4683.512 583.301, 14102.144 4726.19 544.151</trace>
</ink>
</file>

<file path=ppt/ink/ink20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20542.861 4039.911 533.15, 20495.629 4004.518 826.046, 20446.318 3969.348 847.903, 20392.047 3939.156 867.848, 20336.549 3913.672 868.536, 20274.584 3898.819 869.758, 20204.555 3891.097 869.799, 20143.426 3894.35 868.9, 20095.619 3899.036 867.356, 20036.561 3910.901 865.977, 19971.08 3929.493 866.735, 19929.418 3947.13 867.686, 19876.883 3971.873 869.271, 19817.311 4006.219 868.874, 19764.617 4040.163 869.631, 19724.971 4075.201 870.037, 19683.479 4116.552 869.132, 19638.887 4172.274 867.676, 19604.912 4219.867 866.622, 19567.633 4278.267 868.909, 19550.838 4312.8 869.476, 19529.988 4362.321 868.959, 19506.006 4424.179 868.489, 19489.936 4472.862 870.317, 19474.047 4533.912 871.144, 19460.057 4583.825 869.923, 19443.721 4651.708 869.469, 19430.746 4724.007 869.341, 19420.918 4785.509 869.538, 19413.154 4836.156 871.292, 19407.119 4889.168 872.509, 19398.543 4946.479 872.013, 19393.842 4980.967 872.429, 19388.232 5014.486 872.267, 19376.996 5074.9 872.705, 19360.166 5126.537 873.05, 19338.576 5172.397 873.504</trace>
</ink>
</file>

<file path=ppt/ink/ink20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19644.941 4678.45 533.15, 19637.348 4712.801 873.089, 19621.785 4773.779 869.858, 19614.398 4809.003 868.275, 19608.801 4846.928 867.246, 19605.254 4880.923 866.979, 19604.664 4918.992 866.959, 19608.514 4959.975 867.072, 19614.947 5000.506 867.026, 19621.719 5039.747 866.809, 19635.566 5109.105 866.173, 19651.158 5187.045 865.373, 19661.406 5237.875 864.731, 19678.098 5319.975 864.274, 19689.492 5374.341 864.342, 19696.457 5407.445 864.321, 19708.348 5462.815 864.217, 19716.168 5498.674 864.08, 19728.955 5553.781 863.683, 19744.014 5610.266 863.491, 19754.609 5646.969 863.285, 19773.189 5707.15 863.095, 19786.502 5744.39 862.97, 19807.561 5800.397 862.675, 19828.699 5852.267 862.757, 19850.631 5903.409 863.169, 19873.938 5953.786 864.078, 19894.814 5994.8 864.872, 19933.383 6057.337 866.123, 19959.289 6092.167 866.741, 19996.949 6136.831 866.892, 20034.016 6170.858 867.234, 20073.467 6201.569 867.313, 20130.232 6237.42 868.016, 20170.889 6252.326 868.36, 20224.83 6263.514 868.261, 20277.24 6267.323 867.38, 20333.73 6265.658 865.502, 20391.014 6256.547 864.008, 20443.953 6244.183 863.026, 20489.086 6230.182 863.368, 20554.213 6203.111 866.536, 20599.602 6178.211 867.466, 20639.885 6151.735 867.133, 20696.977 6108.803 866.574, 20731.641 6079.202 867.035, 20783.117 6029.489 867.243, 20814.889 5995.619 867.182, 20860.848 5940.357 866.197, 20886.781 5901.703 866.386, 20908.988 5861.761 866.788, 20940.945 5792.875 866.859, 20958.191 5749.759 866.469, 20980.357 5679.134 865.398, 20994.906 5601.818 865.094, 21001.316 5552.731 864.882, 21004.758 5485.282 864.662, 21003.674 5426.421 864.676, 20996.277 5346.874 865.126, 20991.076 5313.74 865.126, 20982.264 5263.198 864.986, 20972.734 5212.371 864.811, 20954.896 5134.4 864.818, 20929.592 5058.373 865.365, 20899.428 4984.627 865.374, 20879.732 4942.762 865.456, 20852.334 4887.269 865.538, 20828.832 4839.722 865.76, 20795.598 4773.286 865.987, 20767.391 4708.996 866.375, 20739.994 4642.493 866.386, 20722.805 4601.336 866.165, 20693.797 4537.137 865.827, 20667.691 4472.854 866.04, 20652.459 4433.218 866.345, 20628.41 4371.441 866.769, 20613.33 4332.751 867.004, 20586.273 4273.387 867.036, 20554.002 4216.082 866.875, 20518.775 4162.76 866.694, 20482.006 4113.59 866.956, 20435.293 4062.336 868.876, 20376.461 4013.615 870.744, 20324.189 3994.615 872.016</trace>
</ink>
</file>

<file path=ppt/ink/ink20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24191.443 3137.169 533.15, 24146.605 3112.21 767.085, 24097.906 3092.771 825.329, 24057.59 3083.119 838.871, 24012.461 3076.546 846.463, 23929.4 3075.917 865.149, 23845.381 3088.12 863.932, 23792.721 3101.497 863.676, 23737.695 3122.661 863.496, 23678.328 3153.226 863.341, 23642.467 3175.99 863.209, 23582.953 3219.011 862.896, 23515.496 3283.454 862.142, 23482.037 3321.36 861.71, 23431.037 3384.633 860.883, 23407.625 3418.391 860.539, 23365.451 3490.158 859.967, 23344.496 3536.282 859.852, 23327.258 3583.388 859.869, 23315.525 3617.172 859.927, 23305.34 3659.125 860.054, 23298.551 3696.116 860.28, 23293.797 3731.564 860.472, 23291.559 3775.913 860.628, 23291.6 3847.957 860.777, 23294.191 3891.062 860.734, 23296.619 3925.356 860.661, 23300.986 3971.667 860.495, 23305.064 4011.473 860.33, 23309.607 4051.768 860.058, 23317.008 4102.464 859.613, 23326.955 4160.283 859.124, 23338.672 4218.987 858.64, 23346.844 4259.362 858.246, 23360.34 4309.788 857.918, 23373.266 4354.895 857.79, 23385.354 4395.238 857.729, 23402.416 4444.808 857.766, 23415.225 4481.364 857.878, 23432.051 4523.363 858.011, 23450.018 4565.081 858.282, 23464.803 4598.476 858.659, 23485.635 4641.452 858.955, 23504.324 4676.989 859.271, 23524.207 4711.372 859.629, 23552.133 4751.26 859.785, 23600.428 4811.954 859.788, 23655.217 4867.407 859.605, 23719.436 4921.746 859.408, 23784.348 4967.946 859.476, 23847.527 5006.582 859.664, 23889.225 5027.439 859.827, 23955.021 5058.331 860.062, 23991.885 5072.99 860.234, 24064.881 5097.123 860.679, 24113.125 5109.095 860.867, 24165.588 5118.229 860.995, 24200.148 5124.161 861.041, 24243.639 5127.15 861.034, 24285.348 5127.114 860.919, 24319.943 5126.065 860.789, 24362.354 5120.653 860.647, 24395.359 5115.401 860.57, 24430.955 5107.676 860.509, 24471.457 5094.861 860.505, 24534.307 5070.794 860.57, 24568.445 5053.368 860.669, 24628.596 5015.337 860.827, 24679.084 4974.351 861.059, 24724.314 4925.01 861.273, 24762.861 4866.368 861.518, 24792.846 4807.411 861.714, 24808.092 4765.877 861.793, 24822.242 4718.273 861.792, 24840.381 4646.385 861.763, 24847.367 4605.866 861.687, 24852.572 4572.516 861.508, 24855.844 4529.681 861.277, 24857.67 4494.684 861.025, 24858.361 4456.992 860.774, 24856.328 4411.376 860.505, 24851.164 4341.037 860.147, 24845.473 4298.525 860.009, 24840.592 4265.499 859.941, 24831.586 4223.633 859.864, 24823.016 4187.968 859.921, 24813.307 4152.063 859.94, 24799.818 4108.037 859.943, 24777.541 4040.561 860.192, 24762.301 4000.789 860.3, 24734.354 3932.482 860.526, 24704.273 3868.634 860.837, 24684.031 3829.812 860.938, 24650.547 3770.609 861.262, 24627.027 3732.502 861.349, 24599.852 3691.624 861.447, 24576.51 3657.376 861.512, 24527.951 3592.509 861.595, 24485.135 3539.695 861.727, 24438.535 3486.618 861.817, 24396.891 3440.631 862.486, 24342.186 3386.034 862.876, 24294.668 3340.915 862.697, 24245.162 3295.962 862.315, 24193.061 3252.392 862.079, 24143.746 3215.126 862.073, 24102.898 3186.643 863.185, 24040.367 3145.899 865.083, 23981.553 3109.902 866.634, 23944.59 3091.481 867.538, 23885.4 3068.437 870.102, 23836.43 3053.944 870.67, 23801.777 3047.451 870.52, 23746.916 3047.327 869.968</trace>
</ink>
</file>

<file path=ppt/ink/ink20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24639.922 5423.321 533.15, 24594.619 5383.453 764.886, 24536.916 5335.545 833.11, 24485.49 5297.856 848.032, 24420.727 5262.937 871.022, 24375.486 5246.837 870.267, 24297.461 5226.337 867.432, 24244.127 5219.406 865.183, 24177.314 5215.186 863.519, 24136.883 5214.201 863.167, 24077.59 5214.64 863.035, 24041.672 5216.843 863.104, 24002.621 5220.399 863.273, 23943.023 5228.247 863.844, 23874.959 5245.817 864.288, 23818.807 5267.163 864.757, 23764.455 5297.536 864.915, 23714.828 5333.807 864.95, 23675.762 5369.14 864.65, 23622.352 5433.126 864.253, 23587.439 5496.911 863.953, 23565.984 5550.091 863.822, 23549.34 5605.824 863.752, 23537.643 5666.413 863.687, 23530.748 5728.405 863.484, 23526.889 5792.765 863.15, 23525.727 5831.296 862.877, 23525.967 5908.36 862.127, 23528.09 5948.862 861.528, 23531.08 5987.106 860.967, 23535.773 6036.278 860.27, 23539.594 6072.949 859.662, 23545.086 6115.402 859.19, 23553.441 6165.703 858.788, 23559.23 6199.827 858.425, 23569.154 6245.475 858.049, 23579.486 6288.487 857.828, 23589.145 6326.356 857.857, 23603.275 6373.722 857.925, 23614.322 6409.381 858.008, 23628.479 6450.868 858.351, 23647.73 6500.974 858.636, 23678.844 6577.859 859.03, 23702.799 6629.213 859.091, 23730.947 6684.022 859.103, 23751.064 6722.69 859.004, 23776.26 6765.058 858.772, 23807.029 6810.417 858.57, 23857.795 6878.836 858.182, 23888.357 6914.55 858.137, 23949.797 6976.926 857.946, 24010.695 7026.295 858.204, 24052.973 7053.661 858.316, 24118.617 7092.116 858.719, 24156.102 7109.926 858.914, 24231.756 7138.745 859.315, 24266.992 7149.305 859.518, 24305.049 7158.431 859.734, 24351.963 7165.09 859.787, 24424.277 7171.091 859.905, 24465.297 7169.844 859.853, 24498.82 7167.676 859.87, 24541.994 7160.819 859.866, 24610.936 7145.833 860.225, 24651.992 7131.865 860.358, 24711.672 7106.869 860.694, 24766.582 7074.072 861.207, 24814.621 7035.808 861.948, 24852.928 6993.779 862.792, 24879.566 6954.433 863.855, 24900.014 6912.076 865, 24917.137 6848.702 865.401, 24923.516 6808.564 865.234, 24932.039 6743.245 864.34, 24935.219 6702.424 863.713, 24938.811 6628.677 862.257, 24939.422 6593.52 861.669, 24939.352 6557.337 861.122, 24937.557 6512.463 860.611, 24934.094 6441.165 860.058, 24931.189 6398.656 859.976, 24928.756 6365.598 859.949, 24924.084 6321.626 859.936, 24919.576 6285.084 859.975, 24914.018 6247.325 860.137, 24906.641 6201.524 860.134, 24893.299 6130.254 860.354, 24883.455 6087.909 860.438, 24863.779 6016.203 860.475, 24848.396 5970.95 860.495, 24830.578 5923.171 860.569, 24817.379 5888.366 860.634, 24802.252 5852.085 860.743, 24784.047 5812.537 861.047, 24752.764 5749.05 861.406, 24718.436 5688.393 861.706, 24697.564 5654.781 861.909, 24662.051 5600.198 862.317, 24620.775 5543.919 862.596, 24570.6 5486.738 862.346, 24514.387 5434.371 861.806, 24461.938 5391.968 861.184, 24404.705 5354.139 861.041, 24371.219 5334.985 861.065, 24310.383 5307.19 861.325, 24267.824 5293.658 861.282, 24216.098 5276.373 862.482, 24181.609 5263.512 755.799</trace>
</ink>
</file>

<file path=ppt/ink/ink20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20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20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12473.158 8911.138 533.15, 12452.125 8860.052 871.146, 12433.815 8816.536 873.221, 12399.062 8786.354 872.914, 12368.337 8748.369 873.499, 12334.256 8718.499 430.568</trace>
</ink>
</file>

<file path=ppt/ink/ink20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7135.791 8894.32 533.15, 7180.571 8894.32 796.491, 7250.541 8892.127 839.266, 7289.066 8889.021 847.482, 7327.565 8885.694 867.705, 7400.068 8878.108 869.778, 7446.208 8873.606 869.569, 7525.132 8867.43 867.447, 7570.212 8863.222 866.206, 7618.057 8859.417 866.23, 7685.432 8855.289 866.14, 7743.121 8852.478 865.581, 7807.112 8851.15 865.238, 7862.394 8850.623 865.873, 7936.845 8850.4 867.034, 7988.086 8850.377 867.854, 8036.795 8851.146 868.298, 8086.226 8851.972 868.02, 8141.087 8852.321 866.78, 8195.324 8852.484 865.675, 8244.931 8850.497 866.368, 8299.54 8847.444 868.037, 8348.806 8843.651 868.39, 8404.541 8840.158 868.842, 8463.454 8836.296 868.548, 8514.017 8831.932 870.175</trace>
</ink>
</file>

<file path=ppt/ink/ink20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9250.87 8837.899 533.15, 9292.97 8863.701 871.779, 9340.088 8868.232 870.944, 9377.396 8868.638 870.173, 9431.498 8862.42 868.995</trace>
</ink>
</file>

<file path=ppt/ink/ink21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9693.561 8840.068 533.15, 9735.794 8859.589 872.148, 9780.175 8843.82 873.893, 9731.891 8840.772 873.918, 9707.484 8800.482 852.758, 9688.843 8754.738 873.991, 9684.879 8707.787 873.891, 9692.255 8658.477 873.37, 9708.32 8609.506 872.835, 9718.636 8560.382 873.311, 9713.742 8511.887 873.636, 9679.278 8507.605 865.578</trace>
</ink>
</file>

<file path=ppt/ink/ink21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3020.406 13761.207 533.15, 2984.75 13766.139 712.624, 2933.941 13770.663 808.287</trace>
</ink>
</file>

<file path=ppt/ink/ink21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9934.432 8838.254 533.15, 9934.432 8805.106 817.51, 9903.73 8773.874 872.312, 9857.36 8774.652 871.836, 9821.35 8813.515 871.528, 9816.011 8870.272 870.891, 9834.992 8917.816 870.787, 9873.145 8962.146 870.629, 9923.833 8980.265 871.087, 9967.99 8966.165 871.087, 10006.744 8935.481 871.247, 10025.443 8889.547 871.859, 10006.644 8843.49 871.862, 9960.971 8821.521 872.08, 9908.718 8819.612 871.566, 9862.427 8840.487 872.146, 9836.701 8877.945 871.869, 9845.024 8928.516 871.527, 9881.251 8969.921 870.498, 9932.396 8993.629 870.225, 9986.39 8985.271 870.762, 10028.613 8948.636 870.341, 10048.778 8900.263 870.489, 10054.421 8848.646 871.521, 10022.2 8821.04 872.541</trace>
</ink>
</file>

<file path=ppt/ink/ink21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10228.52 8844.852 533.15, 10176.581 8844.852 870.899, 10143.539 8838.271 845.992</trace>
</ink>
</file>

<file path=ppt/ink/ink21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9889.326 8823.031 533.15, 9936.817 8830.636 872.101, 9969.194 8830.643 870.631, 10018.57 8830.643 869.41, 10075.936 8831.363 868.678, 10129.31 8835.612 869.789, 10187.347 8839.116 872.453, 10220.952 8840.105 871.646, 10258.151 8840.269 871.081, 10297.255 8840.283 870.906, 10349.489 8840.283 869.753, 10417.926 8840.283 869.231, 10460.318 8840.283 869.35, 10502.978 8841.184 868.78, 10538.582 8842.528 868.898, 10584.285 8844.259 868.976, 10634.874 8845.854 868.941, 10686.079 8847.737 868.403, 10755.973 8850.558 867.263, 10807.952 8852.729 866.803, 10855.362 8854.045 866.786, 10897.937 8854.887 867.379, 10959.428 8857.24 868.301, 11022.316 8860.225 868.8, 11077.078 8863.033 868.858, 11128.025 8865.115 869.037, 11160.802 8865.46 869.052, 11193.59 8866.348 869.67, 11257.705 8867.184 869.663, 11293.345 8866.301 869.305, 11324.279 8865.39 869.172, 11362.454 8863.959 869.061, 11426.479 8862.376 868.801, 11473.356 8860.651 868.159, 11531.287 8858.295 868.827, 11589.631 8856.174 868.798, 11624.051 8855.056 868.414, 11657.206 8853.93 868.492, 11688.486 8852.849 868.274, 11741.327 8851.027 867.944, 11774.184 8849.116 869.157, 11823.619 8845.798 870.38, 11855.075 8843.763 870.324, 11886.019 8842.16 869.61, 11938.148 8838.858 868.292, 11989.467 8834.603 867.242, 12043.743 8828.989 869.595, 12101.204 8823.205 870.335, 12153.726 8818.526 869.136, 12203.069 8816.032 868.408, 12248.502 8812.04 869.145, 12301.07 8807.486 870.606, 12359.015 8805.288 870.157, 12409.866 8802.312 869.941, 12457.846 8799.347 871.302, 12506.449 8791.955 872.204, 12563.293 8783.833 872.203, 12595.496 8780.48 816.18</trace>
</ink>
</file>

<file path=ppt/ink/ink21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12304.275 8545.971 533.15, 12363.921 8586.733 871.311, 12396.962 8609.185 868.39, 12442.929 8640.777 865.379, 12497.594 8676.129 868.299, 12530.351 8695.303 870.348, 12580.213 8722.413 870.997, 12612.512 8738.914 871.244, 12644.728 8777.329 872.101, 12602.43 8826.112 869.542, 12570.49 8848.915 867.651, 12516.232 8881.46 865.262, 12472.601 8909.306 868.563</trace>
</ink>
</file>

<file path=ppt/ink/ink21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21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21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12555.964 8858.045 533.15, 12603.963 8844.543 872.509, 12649.913 8840.292 872.994, 12629.717 8884.146 872.639, 12603.332 8928.679 872.672, 12579.309 8970.15 871.749, 12553.432 9014.649 871.766, 12531.921 9062.489 871.278, 12512.29 9111.074 870.885, 12490.093 9156.426 872.451, 12475.61 9201.74 872.468, 12462.01 9262.693 871.374, 12452.079 9310.686 872.004, 12442.384 9364.789 871.332, 12431.964 9426.245 872.086, 12425.573 9486.214 871.987, 12424.008 9522.066 871.664, 12423.462 9569.73 872.13, 12425.725 9622.125 872.127, 12429.959 9671.599 872.706, 12439.016 9724.346 871.671, 12446.801 9756.979 871.303, 12468.472 9814.317 871.463, 12498.741 9865.795 871.408, 12539.38 9904.518 871.72, 12580.126 9931.029 872.402, 12630.84 9952.112 871.479, 12675.769 9967.151 871.527, 12718.838 9976.743 871.692, 12788.704 9986.951 870.749, 12844.028 9990.795 872.115, 12893.278 9991.588 871.047, 12953.599 9988.316 870.771, 12991.573 9983.854 870.991, 13025.659 9978.665 870.381, 13057.29 9971.809 869.722, 13090.649 9962.909 870.522, 13147.95 9937.118 871.37, 13194.352 9900.216 870.871, 13228.675 9852.573 870.901, 13248.576 9795.021 870.83, 13254.874 9733.285 871.105, 13252.852 9702.4 870.499, 13247.656 9670.959 869.696, 13237.319 9639.354 869.117, 13223.849 9603.278 868.351, 13202.648 9548.303 869.161, 13177.437 9487.068 870.576, 13159.651 9450.981 869.704, 13141.845 9419.715 868.349, 13115.96 9376.424 867.8, 13087.614 9328.126 870.115, 13050.776 9269.634 871.48, 13020.852 9219.99 871.081, 12991.728 9175.372 871.03, 12950.409 9117.512 870.723, 12911.715 9062.311 870.474, 12869.746 9009.301 868.437, 12836.454 8965.849 869.087, 12812.379 8924.979 872.747, 12773.351 8959.309 872.291, 12738.616 8996.034 871.273, 12702.783 9029.437 871.913, 12671.189 9066.248 872.179, 12706.783 9030.224 871.825, 12737.81 8990.342 870.895, 12767.78 8952.979 871.072, 12794.16 8912.235 871.575, 12827.663 8878.339 872.895, 12873.207 8888.579 872.702, 12917.613 8913.926 871.416, 12955.491 8942.56 870.706, 12994.949 8981.249 870.2, 13036.137 9026.898 869.608, 13061.854 9058.445 574.902</trace>
</ink>
</file>

<file path=ppt/ink/ink21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22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12708.42 9742 533.15, 12751.337 9745.781 797.657, 12802.811 9753.757 840.432, 12858.47 9768.446 868.798, 12908.825 9783.925 869.177, 12961.959 9801.146 873.51, 13004.962 9826.227 872.495, 13030.21 9877.16 871.12, 13037.942 9932.017 870.678, 13028.669 9985.569 875.34</trace>
</ink>
</file>

<file path=ppt/ink/ink22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7491.517 5268.436 533.15, 7461.385 5226.678 827.456, 7422.467 5203.185 849.384, 7361.227 5183.93 868.395, 7313.974 5173.257 868.419, 7277.594 5170.28 868.685, 7237.924 5169.821 868.412, 7179.697 5176.118 867.476, 7132.7 5184.29 866.348, 7067.449 5201.815 865.934, 7024.419 5218.565 866.463, 6986.912 5236.575 866.926, 6939.153 5268.665 867.069, 6904.94 5297.326 866.737, 6866.825 5339.579 867.445, 6838.572 5389.664 869.345, 6826.592 5422.84 869.856, 6816.088 5483.026 868.801, 6813.418 5531.557 867.013, 6824.511 5596.546 865.122, 6850.762 5651.311 864.925, 6897.399 5704.343 867.509, 6946.294 5731.402 868.456, 6998.711 5750.082 868.047, 7042.331 5761.879 867.026, 7112.875 5772.725 865.471, 7153.537 5775.474 865.254, 7206.726 5775.533 865.553, 7252.683 5771.558 868.882, 7299.099 5763.227 870.976, 7333.075 5751.364 870.599, 7365.792 5737.618 869.268, 7416.704 5708.502 867.996, 7461.312 5664.703 868.286, 7494.532 5617.414 868.061, 7519.031 5553.703 867.573, 7525.607 5519.474 867.317, 7530.153 5456.802 867.598, 7526.971 5423.4 867.908, 7519.192 5388.778 867.988, 7500.862 5327.165 867.739, 7486.763 5295.19 867.697, 7450.649 5240.96 867.848, 7387.728 5194.775 867.297, 7348.485 5179.32 866.604, 7309.739 5169.569 865.933, 7243.428 5166.916 865.346, 7182.006 5179.486 865.154, 7151.128 5185.199 843.191</trace>
</ink>
</file>

<file path=ppt/ink/ink22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8884.376 5300.912 533.15, 8874.598 5247.939 851.583, 8838.309 5213.065 871.298, 8782.846 5183.526 870.791, 8730.419 5165.713 870.828, 8679.479 5157.922 870.797, 8630.646 5159.332 872.367, 8581.174 5170.709 872.194, 8526.132 5194.204 871, 8481.339 5224.827 871.533, 8452.559 5265.43 871.687, 8433.612 5314.339 871.375, 8426.3 5367.398 870.454, 8424.508 5420.043 870.138, 8426.235 5453.538 869.894, 8431.144 5484.682 869.552, 8438.456 5518.131 869.711, 8465.506 5576.907 871.249, 8505.647 5626.96 870.05, 8553.089 5671.709 868.824, 8606.325 5707.165 869.504, 8638.991 5723.189 870.579, 8670.832 5734.437 871.312, 8721.181 5742.791 870.927, 8773.213 5741.699 870.73, 8828.04 5723.568 870.584, 8871.865 5692.269 870.35, 8907.943 5648.901 868.967, 8931.29 5606.708 868.795, 8944.524 5550.243 869.847, 8943.309 5494.805 869.961, 8937.464 5446.489 869.598, 8924.477 5393.003 869.319, 8907.405 5346.956 869.394, 8877.949 5299.853 869.486, 8840.175 5259.319 868.755, 8828.873 5228.153 814.264</trace>
</ink>
</file>

<file path=ppt/ink/ink22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10226.715 5289.241 533.15, 10194.43 5251.074 871.992, 10146.123 5213.933 868.415, 10093.351 5187.375 867.56, 10042.248 5173.763 869.125, 10008.025 5170.448 869.814, 9950.94 5172.137 870.305, 9889.588 5185.334 870.201, 9854.565 5200.133 869.826, 9822.239 5218.188 869.078, 9790.716 5239.253 868.345, 9746.682 5284.722 869.843, 9718.275 5352.37 869.784, 9715.259 5395.484 869.283, 9723.85 5458.954 868.264, 9734.846 5495.208 867.51, 9760.115 5547.667 866.638, 9798.544 5599.019 867.54, 9840.652 5635.691 868.341, 9878.099 5660.674 869.798, 9909.336 5675.539 869.985, 9945.573 5686.801 869.779, 9980.891 5694.142 869.147, 10033.102 5697.882 868.314, 10080.229 5693.883 868.596, 10126.482 5684.452 869.108, 10165.202 5666.415 868.98, 10200.402 5645.991 868.137, 10254.518 5600.664 866.486, 10294.013 5544.199 866.853, 10316.198 5487.851 867.843, 10321.604 5456.665 868.35, 10321.652 5397.495 868.497, 10314.48 5357.479 868.409, 10305.126 5322.738 868.343, 10290.433 5290.511 868.201, 10266.268 5255.511 867.787, 10220.42 5211.876 866.697, 10180.213 5184.424 865.744, 10129.401 5154.22 865.287, 10088.691 5131.428 868.622</trace>
</ink>
</file>

<file path=ppt/ink/ink22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22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22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22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22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9926.312 8789.541 533.15, 9901.615 8751.353 871.781, 9880.694 8709.287 873.163</trace>
</ink>
</file>

<file path=ppt/ink/ink22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9949.767 8920.459 533.15, 9916.27 8890.57 872.006, 9886.882 8846.532 870.392, 9875.154 8801.806 871.595, 9871.364 8747.734 871.551, 9873.54 8700.939 871.111, 9878.319 8670.104 871.734, 9887.255 8621.16 871.014, 9901.872 8560.579 869.254, 9910.941 8529.276 869.18, 9921.794 8494.754 870.568, 9932.324 8462.677 870.746, 9954.539 8404.808 869.556, 9971.837 8367.438 868.592, 9997.85 8313.884 867.625, 10019.991 8274.297 867.982, 10057.839 8215.824 868.447, 10085.801 8176.687 868.322, 10114.931 8139.558 867.679, 10150.049 8097.576 867.445, 10203.896 8046.225 868.847, 10240.991 8015.426 867.805, 10301.841 7967.228 865.418, 10341.665 7936.328 864.25, 10380.778 7907.311 863.588, 10421.765 7879.351 864.171, 10456.611 7857.764 865.212, 10513.96 7823.549 866.348, 10549.896 7802.088 866.394, 10584.737 7782.072 866.619, 10649.069 7750.693 867.32, 10711.302 7722.516 866.96, 10761.01 7701.395 865.991, 10811.904 7680.9 864.91, 10864.988 7661.241 864.134, 10919.777 7641.382 863.626, 10968.42 7625.802 863.445, 11019.295 7610.466 863.6, 11073.864 7595.19 863.857, 11129.105 7579.835 863.933, 11177.43 7565.985 864.087, 11228.126 7551.804 864.264, 11285.232 7536.358 864.17, 11340.42 7522.641 863.947, 11389.841 7510.92 863.877, 11423.346 7504.147 863.806, 11460.628 7496.195 863.739, 11492.387 7489.355 863.751, 11554.204 7476.579 863.779, 11606.859 7466.48 863.845, 11658.435 7456.447 864.097, 11689.553 7450.858 864.148, 11741.605 7441.364 864.24, 11772.528 7435.762 864.218, 11822.022 7426.695 864.073, 11874.217 7417.088 864.063, 11930.151 7407.84 864.08, 11985.29 7398.332 864.246, 12034.222 7390.277 864.367, 12113.548 7377.702 864.541, 12161.242 7369.672 864.707, 12212.868 7362.045 864.734, 12267.913 7356.342 864.787, 12316.84 7352.877 864.778, 12350.761 7351.72 864.688, 12387.66 7351.006 864.583, 12445.378 7350.278 864.357, 12479.36 7350.807 864.241, 12532.246 7352.718 864.048, 12585.027 7355.365 864.038, 12616.091 7356.888 864.047, 12666.015 7359.34 864.295, 12698.532 7361.44 864.464, 12748.212 7365.142 864.659, 12798.59 7370.549 864.618, 12851.802 7377.556 864.451, 12908.533 7385.764 864.243, 12956.905 7393.269 864.124, 13007.021 7401.483 864.238, 13059.849 7411.21 864.338, 13115.12 7421.562 864.42, 13162.626 7431.841 864.504, 13212.211 7443.94 864.529, 13264.623 7456.517 864.466, 13318.506 7470.461 864.459, 13363.846 7482.641 864.527, 13394.685 7490.535 864.552, 13428.297 7499.751 864.608, 13480.745 7515.121 864.788, 13557.236 7538.669 865.065, 13606.169 7554.223 865.031, 13675.48 7578.152 865.215, 13746.167 7602.851 865.179, 13816.042 7628.91 865.128, 13859.046 7646.471 865.026, 13926.95 7675.862 865.046, 13994.469 7704.385 865.127, 14035.356 7720.841 865.339, 14098.257 7746.312 865.792, 14160.129 7773.803 866.124, 14197.204 7789.87 866.366, 14247.637 7814.285 866.408, 14292.68 7836.707 866.299, 14335.864 7859.686 866.09, 14376.195 7883.809 865.953, 14419.99 7909.378 867.712, 14474.635 7941.815 868.549, 14528.915 7975.772 867.534, 14581.951 8009.912 866.138, 14613.522 8031.85 866.137, 14670.168 8070.933 867.821, 14702.541 8094.916 868.658, 14749.709 8129.543 870.343, 14799.063 8168.102 870.821, 14855.542 8213.812 868.696, 14899.696 8250.24 868.186, 14943.326 8288.46 869.528, 14990.992 8327.756 870.554, 15036.48 8364.723 870.412, 15081.684 8403.667 872.582, 15135.313 8446.235 871.568, 15181.541 8479.653 871.697, 15229.319 8512.34 871.102, 15273.075 8541.463 871.398, 15320.963 8576.294 872.68, 15369.432 8617.648 870.859, 15409.291 8653.564 871.538, 15441.283 8681.387 430.509</trace>
</ink>
</file>

<file path=ppt/ink/ink23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15220.798 8284.134 533.15, 15251.312 8324.848 872.044, 15281.527 8371.464 869.214, 15310.39 8420.841 868.024, 15338.349 8468.479 869.22, 15359.312 8509.916 871.058, 15381.623 8555.428 872.223, 15399.888 8599.806 873.188, 15383.286 8642.202 872.913, 15337.044 8654.062 871.749, 15287.176 8659.947 871.054, 15238.502 8663.58 871.407, 15203.848 8666.669 871.408, 15171.69 8669.046 871.403, 15121.051 8669.787 872.259</trace>
</ink>
</file>

<file path=ppt/ink/ink23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23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12669.629 6647.143 533.15, 12669.629 6686.39 767.354, 12669.629 6748.154 833.622, 12670.038 6787.887 843.752, 12672.458 6827.057 866.929, 12677.415 6864.237 866.762, 12685.238 6899.957 867.513, 12711.684 6959.404 870.171, 12755.884 7002.845 870.624, 12788.483 7021.731 869.94, 12834.45 7041.328 869.098, 12891.918 7056.914 871.457, 12923.886 7061.221 871.38, 12969.956 7049.445 868.258</trace>
</ink>
</file>

<file path=ppt/ink/ink23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12356.598 6815.104 533.15, 12397.55 6798.216 871.447, 12435.076 6794.773 869.828, 12475.895 6792.171 867.923, 12526.147 6789.866 865.766, 12558.23 6789.227 864.694, 12616.614 6788.568 862.99, 12657.179 6787.695 862.148, 12720.675 6786.751 861.405, 12752.588 6786.525 861.816, 12785.067 6786.387 862.73, 12826.198 6785.583 863.934, 12881.004 6784.504 867.686, 12941.515 6786.667 870.796, 12980.141 6789.185 871.402, 13012.52 6794.695 817.036</trace>
</ink>
</file>

<file path=ppt/ink/ink23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13285.771 6922.68 533.15, 13236.899 6955.557 871.601, 13187.816 6987.725 868.752, 13138.253 7023.029 867.476, 13102.6 7069.175 869.013, 13123.136 7116.613 869.671, 13177.03 7147.289 867.818, 13210.863 7160.948 866.796, 13245.999 7172.375 866.258, 13302.847 7184.872 866.991, 13352.446 7189.904 868.843, 13383.872 7179.252 863.273</trace>
</ink>
</file>

<file path=ppt/ink/ink23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13330.877 6894.771 533.15, 13342.223 6940.693 871.885, 13351.281 6989.567 869.799, 13359.886 7055.094 868.014, 13365.531 7093.323 867.325, 13372.25 7129.491 866.819, 13383.005 7181.654 866.43, 13393.244 7238.034 868.067, 13403.526 7293.606 871.585, 13423.759 7341.577 873.238</trace>
</ink>
</file>

<file path=ppt/ink/ink23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13508.592 7088.105 533.15, 13524.219 7041.347 871.731, 13565.482 6995.608 870.015, 13606.972 6969.252 869.086, 13651.575 6951.201 869.061, 13704.77 6945.45 869.895, 13745.552 6968.957 870.691, 13756.936 7015.192 870.601, 13733.726 7071.702 869.829, 13703.391 7122.365 868.902, 13670.211 7167.617 868.589, 13639.633 7206.867 869.184, 13610.667 7242.812 870.52, 13664.709 7250.071 870.317, 13732.692 7235.51 867.727, 13772.359 7228.268 866.637, 13815.141 7221.371 865.704, 13888.492 7212.18 864.733, 13934.678 7208.198 864.608, 13991.18 7202.06 867.219, 14046.533 7193.104 871.83, 14078.767 7188.059 818.509</trace>
</ink>
</file>

<file path=ppt/ink/ink23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23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23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24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24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12876.213 8803.749 533.15, 12845.083 8788.799 798.363, 12806.427 8760.608 846.459</trace>
</ink>
</file>

<file path=ppt/ink/ink24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12750.819 8865.656 533.15, 12780.805 8812.767 835.608, 12815.419 8771.168 869.587, 12869.356 8754.595 869.278, 12920.623 8763.498 868.539, 12974.255 8768.134 869.29, 13042.205 8775.639 869.343, 13073.907 8779.657 868.775, 13106.367 8784.043 868.056, 13142.721 8786.761 867.406, 13195.459 8790.584 868.057, 13231.732 8790.857 868.443, 13291.917 8799.738 867.893, 13329.023 8809.271 867.166, 13374.333 8813.725 866.415, 13416.931 8819.689 866.093, 13453.354 8829.281 865.986, 13510.248 8848.889 866.553, 13544.493 8859.88 867.1, 13588.978 8867.405 867.462, 13650.107 8878.557 867.627, 13684.945 8886.938 867.651, 13718.791 8894.142 867.746, 13757.402 8897.202 867.782, 13790.59 8902.398 867.802, 13823.669 8909.068 867.72, 13854.717 8912.301 867.896, 13891.554 8914.146 868.047, 13939.275 8918.012 869.041, 13973.493 8923.214 869.295, 14010.037 8927.645 868.982, 14047.29 8931.556 868.387, 14083.509 8934.918 867.696, 14146.209 8939.24 869.877, 14200.521 8941.488 869.847, 14265.054 8944.317 867.989, 14299.292 8947.276 867.093, 14332.059 8950.326 867.341, 14396.249 8951.464 869.032, 14429.618 8949.941 869.538, 14462.252 8945.562 869.463, 14522.593 8934.27 868.327, 14581.184 8921.406 868.212, 14614.446 8921.874 868.611, 14666.505 8913.56 869.612, 14721.221 8904.587 869.637, 14772.506 8888.381 870.099, 14828.405 8867.76 869.254, 14859.52 8859.679 868.639, 14913.827 8851.012 868.209, 14963.916 8843.356 868.992, 15014.938 8832.192 870.71, 15066.712 8818.047 871.637, 15097.619 8815.21 871.422, 15149.413 8807.369 869.959, 15193.518 8789.342 872.123, 15246.085 8770.848 871.357, 15297.606 8779.167 871.355, 15349.146 8783.381 873.553</trace>
</ink>
</file>

<file path=ppt/ink/ink24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15045.787 8635.28 533.15, 15094.683 8636 871.898, 15155.143 8644.054 868.499, 15190.556 8651.524 867.466, 15249.489 8667.549 867.919, 15296.618 8686.563 870.513, 15346.324 8713.802 872.55, 15372.786 8747.472 872.981, 15348.314 8786.784 871.03, 15307.782 8818.335 868.742, 15261.317 8852.234 868.808, 15220.389 8880.715 871.636, 15172.305 8913.412 872.863, 15129.787 8940.42 872.709, 15085.304 8964.467 873.49, 15046.523 8922.114 875.8</trace>
</ink>
</file>

<file path=ppt/ink/ink24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13602.411 8401.352 533.15, 13596.204 8461.745 841.917, 13592.38 8514.639 869.172, 13595.8 8546.797 868.503, 13610.032 8603.168 867.957, 13636.777 8654.912 868.641, 13672.086 8691.151 870.122, 13716.764 8713.83 871.086, 13772.469 8706.942 871.438, 13805.104 8695.338 764.052</trace>
</ink>
</file>

<file path=ppt/ink/ink24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13439.129 8578.954 533.15, 13501.857 8541.781 870.712, 13562.856 8522.313 868.446, 13593.991 8513.151 867.625, 13641.165 8499.507 869.187, 13690.686 8487.543 873.112, 13724.406 8481.239 873.06, 13755.803 8474.857 866.145</trace>
</ink>
</file>

<file path=ppt/ink/ink24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14048.053 8508.928 533.15, 13998.502 8534.748 871.587, 13953.357 8559.676 869.15, 13904.035 8586.024 868.506, 13860.735 8618.698 869.473, 13876.038 8655.047 870.898, 13912.378 8661.95 869.586, 13964.33 8663.707 868.009, 14013.324 8659.198 868.519, 14067.439 8640.008 870.483, 14095.866 8600.267 872.892</trace>
</ink>
</file>

<file path=ppt/ink/ink24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14061.586 8462.244 533.15, 14077.765 8499.431 872.408, 14077.821 8530.839 870.83, 14075.666 8577.676 869.313, 14068.321 8633.903 868.731, 14060.413 8681.104 870.254, 14058.333 8712.225 871.836, 14056.562 8745.542 865.981</trace>
</ink>
</file>

<file path=ppt/ink/ink24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14132.853 8578.954 533.15, 14143.659 8533.481 872.002, 14180.756 8500.715 871.149, 14234.757 8489.143 870.374, 14286.003 8504.985 870.11, 14314.762 8547.721 870.778, 14300.074 8589.224 870.817, 14263.537 8616.706 870.801, 14294.435 8623.645 870.923, 14344.417 8627.476 870.412, 14381.35 8655.695 872.671, 14364.198 8706.064 871.942, 14320.762 8733.49 871.557, 14272.732 8740.286 870.967, 14220.586 8721.235 870.744</trace>
</ink>
</file>

<file path=ppt/ink/ink24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9154.106 5927.597 533.15, 9106.521 5891.59 814.105, 9049.785 5861.593 844.066, 9013.396 5847.185 867.58, 8974.48 5833.575 867.107, 8908.605 5811.493 865.84, 8836.07 5788.545 864.674, 8803.104 5778.746 864.309, 8765.499 5768.284 864.04, 8702.215 5753.059 863.393, 8660.571 5744.677 862.933, 8613.689 5736.537 862.483, 8577.457 5730.537 862.173, 8538.843 5724.738 861.952, 8493.933 5718.818 861.627, 8444.456 5712.876 861.238, 8402.472 5708.099 860.945, 8364.951 5704.039 860.849, 8320.773 5699.25 860.682, 8272.116 5694.196 860.519, 8221.227 5689.517 860.439, 8188.191 5686.486 860.425, 8148.457 5682.571 860.334, 8104.913 5678.613 860.347, 8058.634 5674.809 860.607, 8021.899 5672.085 860.983, 7987.163 5669.888 861.244, 7946.164 5668.472 861.505, 7882.897 5667.03 862.141, 7846.295 5666.689 862.449, 7784.502 5666.352 862.848, 7728.921 5667.011 863.368, 7693.237 5668.536 863.475, 7633.258 5671.213 863.625, 7597.518 5673.284 863.383, 7536.563 5678.044 862.754, 7505.741 5681.102 862.478, 7444.317 5688.062 861.956, 7393.265 5694.685 862.259, 7320.822 5705.805 864.214, 7273.41 5713.866 865.357, 7224.721 5724.664 865.87, 7173.598 5738.927 865.908, 7130.171 5752.743 865.599, 7088.014 5768.521 865.735, 7049.655 5784.719 866.619, 6997.094 5812.82 867.142, 6953.554 5839.482 867.107, 6919.465 5863.499 866.857, 6881.098 5898.364 868.551, 6841.721 5966.476 869.704, 6827.256 6031.436 868.957, 6828.476 6067.821 867.734, 6838.603 6102.752 866.648, 6856.368 6133.674 866.244, 6909.838 6188.46 866.295, 6968.641 6227.435 865.789, 7008.285 6248.135 865.554, 7060.2 6270.029 864.793, 7123.368 6292.671 863.796, 7186.188 6311.602 862.554, 7225.967 6321.752 861.617, 7258.169 6329.703 860.706, 7301.144 6339.712 859.728, 7338.41 6347.738 859.007, 7376.636 6355.257 858.316, 7424.8 6363.549 857.626, 7458.27 6369.245 857.331, 7500.485 6376.106 857.37, 7543.816 6382.52 857.617, 7579.145 6387.542 857.842, 7624.623 6393.46 858.111, 7677.779 6399.269 858.276, 7735.397 6404.418 858.431, 7775.1 6407.892 858.501, 7822.341 6410.689 858.539, 7871.242 6412.909 858.558, 7906.888 6414.441 858.476, 7952.826 6416.293 858.382, 7992.609 6418.087 858.504, 8031.912 6420.063 858.569, 8079.556 6421.313 858.616, 8112.792 6422.1 858.729, 8153.898 6421.869 858.998, 8196.398 6421.17 859.361, 8228.722 6420.536 859.654, 8270.287 6419.219 860.036, 8336.397 6416.425 860.74, 8377.862 6413.824 860.909, 8441.31 6409.626 861.235, 8477.476 6406.38 861.46, 8537.642 6399.549 861.784, 8594.855 6391.371 862.278, 8628.317 6385.138 862.578, 8676.837 6375.773 863.592, 8747.036 6358.498 865.06, 8786.741 6345.348 865.952, 8843.312 6322.213 866.756, 8875.996 6306.09 867.137, 8932.528 6271.173 868.915, 8986.936 6223.754 869.071, 9024.612 6174.831 868.038, 9049.89 6113.646 868.507, 9062.259 6060.634 869.152, 9064.747 6009.373 869.472, 9050.995 5960.002 869.436, 9003.535 5908.654 868.19, 8967.081 5880.379 866.868, 8928.578 5851.481 865.487</trace>
</ink>
</file>

<file path=ppt/ink/ink25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15537.438 8709.873 533.15, 15590.079 8702.814 871.412, 15635.753 8699.578 869.324, 15692.82 8695.811 868.508, 15726.265 8690.806 868.58, 15760.47 8685.601 869.068, 15798.016 8680.241 870.095, 15830.859 8676.357 870.391, 15900.975 8667.953 869.889, 15953.89 8662.158 868.893, 16002.993 8657.476 867.751, 16056.645 8652.159 866.329, 16108.625 8645.752 865.743, 16163.628 8638.357 865.746, 16200.775 8633.728 865.479, 16257.443 8626.716 865.041, 16292.968 8622.785 864.704, 16329.042 8618.265 864.345, 16383.794 8611.767 864.233, 16430.463 8606.858 865.314, 16480.502 8601.387 866.512, 16514.348 8598.176 866.73, 16572.676 8592.911 866.114, 16607.461 8590.762 865.49, 16660.064 8587.147 864.498, 16711.428 8583.157 864.075, 16765.906 8579.896 864.727, 16799.543 8578.24 864.898, 16850.027 8576.489 864.838, 16912.619 8574.146 864.869, 16945.357 8573.643 866.233, 17000.441 8571.921 867.439, 17060.941 8571.471 868.786, 17095.836 8571.381 868.132, 17146.508 8570.051 867.017, 17210.592 8568.718 865.482, 17258.412 8567.756 864.883, 17313.324 8564.938 865.077, 17366.098 8561.014 866.164, 17421.123 8558.67 869.224, 17489.949 8557.145 869.376, 17523.938 8556.229 869.523, 17556.582 8555.844 869.356, 17608.035 8555.627 869.7, 17653.504 8557.16 869.296, 17718.75 8559.611 869.877, 17753.652 8561.757 870.471, 17786.293 8563.563 870.748, 17838.613 8566.174 870.611, 17880.672 8567.896 870.212, 17935.416 8568.985 870.266, 17985.531 8567.886 872.767, 18038.432 8562.47 872.33, 17968.393 8521.478 869.248, 17931.621 8512.119 867.509, 17892.211 8502.878 866.022, 17856.344 8494.998 866.381, 17810.555 8485.438 869.413, 17777.611 8479.159 870.761, 17725.918 8473.588 872.541, 17768.762 8497.095 870.983, 17821.938 8511.314 869.987, 17877.178 8526.42 871.247, 17930.09 8541.493 872.573, 17971.045 8570.689 872.488, 17956.727 8613.395 872.584, 17921.613 8657.255 873.286, 17882.299 8692.073 873.484</trace>
</ink>
</file>

<file path=ppt/ink/ink25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16290.7 7923.346 533.15, 16288.045 7957.236 873.055, 16282.705 8026.641 869.084, 16280.568 8096.026 865.642, 16279.331 8172.77 863.868, 16278.449 8223.107 863.865, 16280.173 8300.24 866.306, 16292.055 8361.276 869.347, 16313.53 8394.479 869.788, 16352.037 8423.635 868.886, 16387.658 8440.386 867.66, 16422.268 8448.288 866.691, 16456.389 8450.466 866.932, 16508.41 8434.725 868.9, 16546.596 8391.485 869.876, 16573.279 8359.617 575.135</trace>
</ink>
</file>

<file path=ppt/ink/ink25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16063.369 8222.226 533.15, 16118.826 8218.07 871.165, 16161.931 8216.899 868.939, 16193.386 8216.42 866.924, 16245.477 8216.191 866.494, 16278.239 8216.145 867.068, 16314.368 8216.138 868.101, 16366.571 8215.598 868.139, 16418.699 8213.042 867.521, 16451.336 8214.008 843.791</trace>
</ink>
</file>

<file path=ppt/ink/ink25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16898.723 8163.363 533.15, 16850.629 8162.951 871.561, 16790.518 8166.478 868.727, 16754.703 8168.392 867.375, 16722.566 8170.932 868.57, 16663.51 8177.562 873.29, 16617.35 8196.131 872.558, 16608.203 8251.026 871.914, 16643.057 8300.973 870.263, 16698.209 8322.811 869.039, 16745.867 8334.333 868.8, 16799.068 8353.199 869.191, 16835.945 8382.778 870.431, 16848.736 8424.389 871.212, 16823.033 8464.883 872.308, 16772.793 8479.716 871.458, 16721.338 8475.882 870.605, 16681.787 8454.293 870.148</trace>
</ink>
</file>

<file path=ppt/ink/ink25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17136.879 8128.35 533.15, 17097.396 8157.93 872.065, 17044.721 8186.772 869.287, 16996.303 8216.493 867.613, 16954.547 8245.841 868.339, 16933.139 8287.952 871.427, 16976.855 8312.706 870.313, 17008.768 8320.015 869.032, 17040.42 8326.056 867.757, 17094.736 8332.175 867.186, 17142.703 8331.931 868.837, 17191.232 8313.272 871.676, 17209.695 8281.406 848.918</trace>
</ink>
</file>

<file path=ppt/ink/ink25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17170.258 8153.723 533.15, 17165.518 8200.27 871.035, 17156.756 8258.449 868.625, 17153.59 8297.911 867.522, 17150.982 8340.674 866.581, 17147.693 8383.34 865.853, 17143.668 8444.52 865.299, 17143.484 8491.012 867.854</trace>
</ink>
</file>

<file path=ppt/ink/ink25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7417.545 6356.888 533.15, 7409.451 6321.376 797.254, 7377.755 6280.592 840.272, 7322.797 6255.658 868.057, 7260.616 6247.583 866.9, 7196.673 6251.062 865.626, 7142.949 6259.248 864.536, 7110.613 6268.604 864.151, 7060.498 6286.89 863.436, 7028.43 6303.461 863.104, 6994.157 6325.395 862.745, 6941.347 6365.578 862.224, 6895.502 6413.525 861.731, 6853.648 6474.802 861.222, 6835.445 6513.44 861.057, 6812.915 6574.781 861.077, 6806.648 6611.178 861.105, 6804.872 6651.521 861.197, 6808.007 6693.459 861.333, 6815.629 6733.657 861.521, 6833.347 6792.663 862.021, 6861.068 6842.678 862.401, 6897.872 6886.363 862.997, 6948.167 6926.627 863.135, 7001.03 6959.235 862.556, 7036.923 6975.934 862.072, 7092.261 6996.211 861.357, 7130.262 7004.007 861.166, 7172.091 7007.302 861.016, 7203.385 7008.994 861.018, 7236.393 7007.704 861.102, 7273.032 7002.825 861.172, 7328.808 6991.241 861.696, 7378.375 6974.874 862.652, 7409.376 6958.88 862.917, 7451.249 6933.229 863.511, 7504.472 6882.428 863.876, 7543.11 6820.886 864.082, 7560.316 6780.478 864.384, 7573.403 6710.037 864.604, 7570.547 6633.304 864.616, 7558.857 6585.003 864.39, 7545.166 6552.895 864.061, 7514.013 6499.979 863.213, 7485.292 6467.074 862.315, 7421.655 6409.067 860.11, 7366.983 6375.656 858.254, 7297.248 6343.703 854.794, 7248.131 6321.833 851.416, 7216.261 6307.749 849.71, 7142.589 6285.361 850.958, 7108.283 6276.845 851.774, 7050.385 6263.52 858.762</trace>
</ink>
</file>

<file path=ppt/ink/ink25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25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25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26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26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18175.209 8612.445 533.15, 18233.99 8613.165 871.683, 18267.994 8614.031 869.482, 18318.348 8615.914 867.257, 18387.824 8618.222 865.639, 18447.75 8621.25 865.225, 18495.217 8622.989 865.28, 18526.635 8623.969 865.335, 18561.303 8625.32 865.335, 18616.26 8628.565 865.118, 18648.057 8630.998 864.918, 18684.248 8633.289 864.693, 18717.943 8635.76 864.531, 18777.234 8640.575 864.211, 18831.873 8645.294 864.023, 18864.705 8648.229 863.971, 18917.064 8652.74 863.959, 18948.98 8655.422 864.546, 18997.219 8660.737 865.407, 19067.295 8667.535 865.463, 19130.855 8673.846 864.174, 19167.377 8678.173 863.316, 19234.367 8687.12 861.533, 19293.576 8695.161 860.91, 19329.133 8699.805 860.837, 19365.174 8704.065 861.024, 19398.184 8707.892 861.579, 19452.113 8713.273 862.944, 19499.805 8717.548 864.537, 19567.717 8724.364 868.007, 19609.223 8727.932 868.704, 19656.053 8729.925 868.76, 19712.918 8731.077 868.589, 19754.652 8730.434 869.055, 19812.789 8727.286 869.67, 19858.988 8722.295 869.467, 19904.182 8715.689 868.575, 19936.984 8708.61 868.279, 20000.211 8689.794 869.132, 20031.754 8677.663 869.187, 20081.705 8657.217 869.594, 20140.422 8630.272 870.346, 20173.865 8615.378 870.398, 20215.219 8596.738 870.356, 20275.836 8572.168 870.89, 20328.092 8550.111 871.16, 20371.799 8528.171 872.319, 20428.359 8502.455 872.141, 20477.127 8479.948 873.076, 20519.473 8463.997 872.819, 20560.9 8444.571 873.621, 20561.793 8408.047 872.561, 20528.592 8393.694 870.996, 20497.113 8382.917 869.758, 20464.453 8373.174 869.214, 20413.994 8359.113 869.958, 20361.074 8344.732 872.64, 20400.818 8378.612 870.036, 20459.596 8393.489 871.929, 20511.193 8400.635 872.523, 20554.82 8432.271 871.457, 20566.006 8464.266 870.875, 20558.361 8537.845 869.168, 20548.422 8572.576 867.904, 20535.596 8608.075 866.907, 20515.484 8654.303 866.388, 20490.639 8685.896 760.411</trace>
</ink>
</file>

<file path=ppt/ink/ink26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19173.844 8818.972 533.15, 19160.084 8875.811 871.652, 19151.721 8910.34 869.661, 19144.316 8962.675 867.342, 19143.096 9037.479 865.269, 19152.863 9097.397 864.721, 19164.695 9141.283 864.834, 19180.619 9178.622 865.578, 19220.291 9232.382 868.972, 19271.543 9260.311 870.518, 19320.539 9252.506 871.803</trace>
</ink>
</file>

<file path=ppt/ink/ink26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18893.289 8975.263 533.15, 18950.652 8942.514 870.791, 18987.268 8942.904 869.306, 19028.436 8945.974 867.696, 19091.146 8952.85 866.165, 19123.566 8958.848 867.787, 19186.52 8973.754 869.652, 19217.648 8983.685 862.811</trace>
</ink>
</file>

<file path=ppt/ink/ink26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19606.859 9065.079 533.15, 19561.385 9068.728 871.923, 19516.395 9086.435 869.869, 19474.992 9116.777 868.663, 19441.494 9162.146 868.496, 19427.846 9217.51 868.28, 19430.609 9250.299 868.249, 19453.26 9311.933 868.135, 19487.52 9349.524 869.466, 19534.473 9376.812 870.771, 19568.826 9381.973 870.663, 19618.551 9371.604 869.444, 19642.389 9325.109 869.067, 19613.289 9279.148 869.102, 19561.432 9252.921 869.135, 19514.902 9240.156 869.113, 19465.168 9235.995 869.202, 19454.25 9268.957 816.904</trace>
</ink>
</file>

<file path=ppt/ink/ink26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20001.08 9146.776 533.15, 19940.43 9145.337 871.422, 19890.84 9136.575 869.095, 19837.445 9122.293 868.331, 19791.533 9103.445 871.903, 19750.562 9085.119 872.961, 19720.783 9118.031 871.246, 19716.293 9174.481 869.947, 19721.873 9225.927 869.869, 19745.611 9272.995 870.65, 19798.885 9304.368 870.687, 19855.658 9321.517 870.396, 19905.123 9344.974 870.016, 19947.137 9383.84 870.328, 19962.699 9432.415 871.555, 19957.211 9483.312 871.424, 19921.148 9526.616 871.101, 19869.479 9543.001 871.783, 19817.953 9527.355 874.25</trace>
</ink>
</file>

<file path=ppt/ink/ink26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15576.229 8766.707 533.15, 15534.22 8736.893 836.356, 15534.178 8774.431 871.101, 15591.875 8826.985 868.444, 15635.448 8861.861 867.02, 15677.422 8895.37 865.776, 15731.898 8937.444 864.645, 15784.733 8979.327 863.948, 15839.487 9023.006 862.957, 15871.15 9048.349 862.283, 15923.016 9090.327 860.823, 15954.732 9115.782 860.293, 16004.525 9154.945 859.718, 16038.575 9181.844 859.563, 16076.817 9211.033 859.582, 16107.932 9234.554 859.873, 16174.078 9280.735 860.243, 16229.108 9318.548 860.625, 16285.697 9357.13 860.869, 16319.302 9379.598 860.887, 16375.127 9415.781 860.946, 16409.24 9436.568 860.96, 16468.174 9471.255 860.991, 16504.135 9491.669 860.911, 16569.402 9527.895 860.471, 16600.521 9544.696 860.285, 16631.85 9561.29 860.06, 16670.389 9580.315 859.915, 16730.631 9608.979 859.959, 16764.438 9623.975 860.147, 16795.285 9637.247 860.532, 16835.316 9654.235 860.707, 16868.002 9667.902 860.734, 16902.744 9682.091 860.746, 16945.711 9699.005 860.627, 17012.146 9724.598 860.177, 17057.07 9741.023 859.799, 17106.816 9759.15 859.617, 17145.557 9773.018 859.536, 17185.504 9786.857 859.405, 17233.602 9802.579 859.347, 17265.693 9813.044 859.338, 17307.215 9825.795 859.489, 17345.363 9837.242 859.836, 17380.158 9847.537 860.025, 17424.912 9860.431 860.088, 17462.879 9871.251 859.901, 17500.209 9881.771 859.631, 17543.252 9894.203 859.463, 17614.914 9914.033 859.261, 17658.014 9925.719 859.134, 17691.773 9934.903 858.955, 17735.965 9946.411 858.75, 17774.635 9956.328 858.709, 17812.115 9965.794 858.584, 17859.396 9977.493 858.483, 17892.553 9985.715 858.439, 17932.375 9995.72 858.401, 17974.949 10005.893 858.526, 18007.686 10013.611 858.747, 18049.869 10022.889 858.981, 18086.615 10030.797 859.196, 18121.273 10038.104 859.43, 18164.473 10046.779 859.696, 18231.818 10059.386 860.397, 18278.695 10068.229 860.596, 18330.678 10078.054 860.624, 18375.109 10086.098 860.457, 18414.814 10093.021 860.22, 18462.422 10101.065 859.933, 18497.572 10106.976 859.714, 18538.984 10113.5 859.448, 18585.031 10120.062 859.251, 18617.631 10124.652 859.087, 18660.299 10130.293 859.002, 18698.205 10135.003 859.102, 18732.57 10139.067 859.237, 18773.967 10142.945 859.467, 18839.711 10148.833 860.158, 18879.105 10151.495 860.563, 18940.986 10154.353 861.315, 18973.959 10155.066 861.702, 19039.244 10155.038 862.366, 19096.488 10153.519 862.956, 19131.182 10152.194 863.151, 19188.125 10149.858 863.396, 19244.037 10145.686 863.481, 19295.012 10140.591 863.842, 19347.641 10133.167 864.442, 19391.877 10125.321 865.08, 19463.152 10108.722 865.718, 19507.098 10097.661 865.756, 19563.893 10082.997 865.941, 19618.334 10066.105 867.492, 19676.969 10043.38 867.488, 19721.113 10023.662 866.953, 19786.428 9990.006 865.558, 19832.354 9964.248 867.085, 19874.061 9937.188 867.892, 19912.115 9910.124 867.823, 19945.562 9883.793 867.023, 19992.82 9840.84 867, 20050.82 9779.694 867.006, 20093.834 9729.209 866.345, 20135.211 9677.979 866.06, 20157.754 9646.831 865.944, 20192.996 9597.208 866.339, 20214.873 9565.367 867.749, 20245.057 9517.595 868.728, 20264.188 9486.271 868.413, 20289.799 9441.19 867.718, 20311.34 9405.461 867.105, 20330.807 9374.038 867.227, 20369.297 9312.946 869.604, 20388.754 9281.337 870.05, 20416.578 9234.135 869.742, 20445.828 9183.763 868.626, 20474.225 9135.534 868.278, 20492.965 9100.176 868.338, 20522.193 9042.284 867.814, 20543.24 8997.787 867.791, 20558.562 8965.141 868.15, 20572.258 8933.231 869.172, 20592.291 8869.622 871.041, 20602.482 8831.386 870.671, 20611.746 8791.924 869.466, 20623.381 8737.729 869.621, 20629.57 8706.922 871.373, 20638.533 8658.756 872.179, 20646.918 8609.864 872.3, 20612.711 8581.547 872.024, 20559.764 8600.769 869.94, 20500.865 8626.66 869.878, 20449.523 8644.041 873.051, 20453.125 8599.183 870.381, 20497.316 8566.313 870.003, 20549.875 8541.225 872.014, 20581.357 8532.95 871.658, 20612.402 8533.018 871.212, 20666.965 8556.796 870.536, 20723.482 8615.013 868.033, 20748.605 8647.922 866.538, 20786.707 8706.276 865.307, 20811.998 8752.298 864.628, 20836.201 8806.995 863.77, 20857.348 8862.151 863.102, 20872.35 8917.97 863.496, 20882.607 8962.927 866.65</trace>
</ink>
</file>

<file path=ppt/ink/ink26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17827.896 9659.795 533.15, 17877.73 9691.044 794.064, 17918.74 9723.176 821.043, 17965.719 9763.463 833.658, 18000.959 9795.438 842.694, 18038.438 9830.302 864.414, 18076.35 9862.205 868.113, 18112.922 9891.553 870.034, 18160.574 9924.239 872.162, 18206.377 9933.434 871.629, 18238.818 9931.17 817.185</trace>
</ink>
</file>

<file path=ppt/ink/ink26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18128.299 9853.129 533.15, 18116.232 9808.829 871.917, 18109.238 9757.767 872.048, 18081.225 9714.345 871.047, 18064.572 9681.311 763.083</trace>
</ink>
</file>

<file path=ppt/ink/ink26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17909.086 9377.152 533.15, 17925.268 9420.338 872.718, 17929.027 9458.372 870.736, 17934.887 9517.511 868.33, 17936.324 9550.72 867.676, 17938.506 9603.415 868.128, 17940.873 9635.758 868.764, 17945.035 9671.187 869.423, 17951.436 9702.158 869.895, 17978.102 9758.055 870.026, 18025.275 9807.562 868.62, 18068.332 9832.362 869.081, 18104.398 9845.136 868.913, 18166.449 9849.183 869.421, 18214.365 9822.448 868.961, 18239.258 9777.013 871.47</trace>
</ink>
</file>

<file path=ppt/ink/ink27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17743.098 9585.71 533.15, 17796.316 9593.321 870.679, 17838.043 9593.321 868.764, 17880.143 9593.321 866.8, 17956.471 9593.321 864.268, 18009.096 9594.041 864.112, 18061.748 9596.903 867.971, 18113.934 9601.635 869.832, 18145.016 9603.959 871.802, 18200.316 9600.365 871.596, 18246.652 9580.469 867.939</trace>
</ink>
</file>

<file path=ppt/ink/ink27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18637.09 9564.397 533.15, 18603.121 9587.746 872.002, 18551.916 9614.94 869.105, 18491.193 9655.17 866.968, 18454.74 9688.261 867.652, 18428.508 9742.369 869.929, 18428.475 9801.004 869.386, 18453.582 9845.16 869.636, 18494.629 9864.798 870.641, 18540.797 9857.084 869.707, 18575.4 9813.496 869.097, 18569.049 9782.087 869.322, 18539.234 9747.025 869.249, 18491.092 9725.227 868.724, 18438.578 9718.296 870.017, 18406.152 9724.975 816.903</trace>
</ink>
</file>

<file path=ppt/ink/ink27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18883.365 9574.039 533.15, 18837.781 9603.908 871.737, 18792.082 9629.179 869.246, 18740.078 9661.354 867.949, 18698.934 9693.897 870.497, 18677.852 9733.101 870.992, 18688.598 9777.59 869.751, 18727.035 9814.936 868.104, 18783.402 9846.055 868.973, 18835.934 9852.943 870.677, 18862.975 9816.336 870.311, 18869.893 9768.231 868.808</trace>
</ink>
</file>

<file path=ppt/ink/ink27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18893.289 9558.815 533.15, 18890.387 9610.165 870.875, 18881.084 9661.476 869.239, 18873.287 9694.609 868.506, 18864.748 9725.961 867.917, 18855.277 9758.939 867.442, 18847.225 9791.436 868.086, 18841.145 9823.56 869.48, 18833.918 9871.277 872.627, 18832.891 9917.03 872.719</trace>
</ink>
</file>

<file path=ppt/ink/ink27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12341.262 7033.81 533.15, 12366.682 6989.522 872.107, 12318.411 6992.492 871.091, 12270.104 6997.505 869.256, 12221.49 7000.453 867.133, 12188.774 7000.479 866.006, 12134.914 6999.207 864.128, 12083.621 6997.109 864.87, 12035.967 6994.981 866.886, 11974.961 6990.474 869.579</trace>
</ink>
</file>

<file path=ppt/ink/ink27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7123.457 8793.601 533.15, 7073.661 8793.601 851.645, 7021.773 8793.601 872.091, 6972.083 8798.161 872.832, 6927.025 8808.837 872.204, 6935.148 8839.815 872.28, 6989.711 8842.895 869.884, 7027.921 8844.821 868.429, 7100.659 8846.008 866.123, 7136.786 8846.789 865.18, 7202.276 8847.774 863.235, 7245.512 8847.458 861.943, 7278.491 8847.085 860.798, 7323.822 8846.84 859.657, 7363.495 8846.456 858.746, 7404.089 8845.887 857.847, 7455.746 8845.517 857.036, 7489.495 8845.278 856.787, 7536.72 8845.112 856.551, 7593.302 8845.006 856.229, 7629.779 8844.934 856.252, 7676.89 8844.851 856.701</trace>
</ink>
</file>

<file path=ppt/ink/ink27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7072.036 8803.749 533.15, 7110.448 8810.204 798.007, 7156.061 8815.014 841.402, 7205.769 8819.824 869.775, 7259.418 8822.763 869.839, 7323.53 8824.934 871.366, 7359.226 8825.046 871.072, 7418.319 8825.061 870.173, 7455.781 8825.6 869.884, 7524.869 8827.05 869.809, 7581.553 8829.014 869.198, 7632.589 8830.972 867.87, 7663.618 8832.323 867.385, 7698.558 8833.853 866.272, 7763.767 8836.812 867.156, 7801.977 8837.925 868.982, 7842.931 8838.198 870.245, 7884.385 8837.303 869.617, 7957.258 8837.867 868.034, 7992.836 8838.724 868.11, 8051.208 8840.638 868.227, 8085.745 8841.935 868.386, 8160.915 8845.534 867.937, 8207.052 8848.495 868.466, 8256.924 8851.883 868.219, 8313.176 8855.813 867.585, 8368.673 8860.073 866.543, 8399.474 8862.507 865.986, 8448.58 8866.125 865.065, 8495.97 8869.777 865.131, 8550.512 8873.765 867.979, 8608.221 8876.495 870.207, 8679.821 8879.909 869.765, 8728.433 8881.112 868.739, 8782.203 8881.609 867.37, 8830.606 8880.643 866.686, 8876.417 8878.187 866.84, 8916.672 8875.437 867.935, 8982.565 8869.287 869.621, 9036.478 8862.711 869.473, 9105.648 8855.589 869.231, 9143.799 8851.979 868.974, 9211.886 8847.358 867.457, 9270.774 8845.021 868.721, 9308.259 8844.146 870.615, 9357.845 8843.359 870.353, 9419.304 8840.497 869.187, 9473.021 8835.398 869.47, 9509.24 8831.605 870.803, 9546.181 8827.761 871.539, 9582.733 8824.008 871.6, 9635.664 8817.24 872.33, 9684.808 8805.721 872.533, 9729.423 8792.128 873.042, 9767.657 8765.708 873.692, 9785.29 8722.146 873.429, 9803.921 8670.692 872.831, 9824.413 8621.051 872.381, 9846.752 8571.333 871.592, 9865.779 8523.788 872.193, 9887.499 8475.556 870.636, 9910.166 8432.243 871.974, 9937.601 8380.671 871.11, 9965.19 8335.076 870.007, 9986.342 8304.124 869.628, 10014.29 8265.591 869.306, 10042.4 8229.225 869.61, 10066.007 8197.874 869.666, 10108.278 8145.221 869.701, 10146.049 8106.02 871.114, 10194.11 8052.894 870.443, 10237.049 8009.278 869.594, 10293.487 7952.073 869.837, 10342.393 7905.876 870.261, 10383.801 7870.306 870.524, 10431.266 7831.963 869.325, 10479.669 7798.358 868.635, 10513.967 7778.131 869.354, 10544.938 7760.592 869.469, 10581.125 7740.229 868.587, 10635.962 7710.51 868.411, 10667.083 7694.135 868.452, 10732.201 7663.713 868.467, 10780.857 7642.06 867.953, 10829.603 7623.389 867.729, 10878.355 7605.705 867.718, 10927.075 7586.569 867.66, 10973.451 7568.338 867.643, 11007.5 7555.075 867.633, 11041.955 7541.583 867.752, 11077.288 7528.94 868.302, 11127.342 7512.868 869.108, 11160.665 7503.077 869.267, 11224.115 7482.924 869.657, 11274.62 7467.668 869.673, 11322.411 7454.988 869.472, 11369.646 7443.125 869.971, 11403.395 7436.497 870.065, 11474.488 7424.118 869.463, 11535.062 7415.417 868.512, 11568.658 7410.832 869.002, 11619.401 7404.328 868.755, 11665.031 7397.396 868.66, 11696.626 7392.415 868.247, 11751.522 7384.203 870.892, 11801.562 7377.597 871.484, 11836.161 7373.795 870.893, 11902.103 7367.081 869.132, 11962.57 7362.534 867.78, 12000.987 7360.378 867.454, 12032.636 7359.846 868.422, 12097.193 7356.592 870.87, 12156.42 7353.221 870.113, 12228.304 7347.939 869.237, 12267.643 7345.812 868.65, 12330.477 7344.611 869.407, 12379.272 7343.98 870.338, 12412.011 7343.885 870.689, 12445.006 7344.825 870.514, 12481.795 7346.333 870.063, 12521.104 7348.24 869.394, 12559.195 7350.181 869.014, 12594.645 7352.565 868.787, 12650.8 7357.648 869.175, 12714.216 7363.865 870.616, 12751.009 7367.828 870.51, 12804.002 7373.625 870.06, 12864.547 7381.864 870.385, 12897.612 7386.394 870.316, 12932.105 7390.903 869.759, 12979.094 7397.876 870.092, 13038.033 7406.986 871.143, 13069.588 7411.726 870.563, 13104.024 7417.251 870.059, 13153.343 7425.167 870.066, 13203.331 7433.673 871.022, 13251.353 7442.846 870.061, 13302.618 7454.845 870.004, 13334.98 7462.266 870.022, 13384.357 7473.25 870.851, 13432.405 7486.345 871.603, 13467.53 7495.216 870.727, 13503.662 7503.955 869.529, 13538.794 7513.349 868.975, 13587.01 7527.957 870.079, 13646.357 7545.404 870.036, 13678.246 7555.545 869.981, 13714.556 7568.324 869.56, 13751.597 7581.051 869.087, 13785.005 7593.314 868.89, 13822.154 7608.189 869.568, 13855.734 7623.009 869.818, 13922.923 7652.519 869.292, 13984.857 7679.764 868.129, 14027.364 7700.519 867.613, 14088.864 7731.751 868.055, 14148.983 7763.883 868.367, 14184.345 7783.982 868.608, 14240.916 7814.803 868.041, 14272.617 7831.332 867.776, 14313.389 7853.852 868.382, 14354.144 7877.888 868.836, 14402.479 7906.48 869.193, 14460.027 7941.75 870.25, 14493.623 7961.468 869.907, 14539.568 7989.052 868.929, 14593.803 8023.016 867.376, 14636.695 8050.006 867.74, 14677.646 8075.947 868.121, 14722.132 8104.103 869.382, 14772.708 8136.672 869.354, 14815.756 8165.047 870.228, 14865.33 8199.193 870.87, 14922.707 8241.229 869.245, 14972.565 8280.178 868.029, 15014.581 8312.416 868.069, 15072.629 8363.104 869.062, 15121.508 8405.202 869.641, 15162.203 8441.372 870.964, 15201.23 8476.89 870.886, 15237.067 8517.914 871.315, 15273.803 8562.382 872.042, 15308.278 8602.06 872.528, 15344.93 8643.878 872.661, 15391.94 8686.927 873.226, 15431.4 8708.958 873.544, 15477.389 8711.341 872.534, 15525.219 8711.396 871.043, 15577.325 8713.086 869.963, 15635.6 8713.41 869.781, 15688.069 8713.425 870.127, 15746.294 8711.933 871.472, 15782.315 8710.928 871.529, 15814.042 8707.986 871.468, 15864.815 8702.084 871.128, 15924.917 8695.012 870.12, 15975.997 8689.773 869.928, 16037.132 8684.534 870.837, 16094.331 8681.253 870.342, 16128.66 8680.721 870.251, 16162.943 8679.736 870.962, 16195.36 8678.159 871.182, 16269.49 8675.341 869.918, 16318.694 8674.723 868.619, 16382.962 8675.182 867.551, 16430.16 8676.14 866.925, 16481.738 8673.127 867.27, 16536.074 8668.771 870.616</trace>
</ink>
</file>

<file path=ppt/ink/ink277.xml><?xml version="1.0" encoding="utf-8"?>
<ink xmlns="http://www.w3.org/2003/InkML">
  <definitions>
    <brush xml:id="br1">
      <brushProperty name="color" value="#00008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6955.664 8844.852 533.15, 7000.617 8836.248 814.949, 7049.864 8826.825 845.268, 7110.646 8815.435 868.784, 7176.403 8806.055 870.268, 7242.025 8800.483 869.839, 7273.415 8798.719 869.092, 7308.532 8796.851 868.165, 7363.527 8794.043 865.977, 7396.09 8793.111 865.065, 7431.661 8792.504 864.234, 7493.985 8791.74 864.398, 7526.736 8791.651 864.844, 7582.786 8790.861 866.129, 7617.675 8790.383 866.383, 7689.41 8789.88 865.997, 7751.715 8790.433 864.689, 7791.216 8790.831 863.695, 7833.012 8791.09 862.761, 7869.098 8791.259 862.071, 7928.89 8790.729 861.319, 7976.79 8790.016 862.403, 8054.737 8787.848 864.444, 8125.024 8784.795 867.094, 8177.912 8784.269 867.32, 8226.276 8784.052 866.615, 8274.682 8783.977 865.94, 8321.424 8783.103 866.038, 8356.535 8782.683 865.983, 8413.362 8782.233 865.973, 8447.482 8782.598 866.094, 8514.707 8783.384 866.563, 8554.611 8784.108 866.966, 8585.998 8784.776 867.225, 8620.099 8785.697 867.204, 8686.446 8787.625 866.667, 8745.044 8790.253 865.818, 8777.52 8791.945 865.292, 8837.195 8795.426 864.201, 8887.219 8798.589 863.281, 8946.587 8802.413 863.139, 8995.381 8806.246 864.517, 9063.268 8811.412 866.913, 9105.715 8814.392 868.042, 9168.151 8817.779 868.264, 9199.051 8820.116 868.216, 9241.501 8823.589 868.537, 9286.326 8827.255 868.709, 9320.576 8829.219 868.308, 9386.104 8833.116 865.559, 9436.099 8836.487 864.418, 9471.429 8839.194 863.664, 9533.464 8843.857 862.573, 9590.418 8848.263 862.146, 9641.223 8851.637 863.384, 9677.094 8853.265 863.87, 9716.084 8853.781 864.385, 9772.641 8854.287 865.155, 9803.927 8854.404 865.265, 9850.715 8854.498 865.36, 9896.106 8854.508 865.579, 9955.765 8855.491 868.261, 10015.55 8856.993 869.032, 10048.784 8857.379 868.876, 10109.257 8857.897 867.7, 10161.348 8856.54 866.845, 10210.597 8855.023 867.222, 10281.575 8853.163 867.304, 10313.901 8851.525 866.738, 10360.585 8849.186 865.888, 10401.178 8846.352 866.61, 10435.9 8844.222 867.623, 10467.093 8842.44 869.113, 10516.176 8840.12 869.284, 10566.915 8838.141 868.456, 10598.047 8836.97 867.604, 10654.935 8836.192 866.55, 10710.812 8834.829 865.376, 10763.611 8833.21 865.52, 10823.786 8831.684 866.115, 10863.538 8830.572 866.077, 10925.558 8828.527 865.768, 10960.688 8827.808 865.842, 11020.953 8826.511 866.349, 11087.4 8824.635 867.484, 11134.384 8823.648 867.488, 11188.317 8822.54 866.993, 11233.635 8821.121 867.221, 11290.897 8822.931 867.465, 11358.019 8825.036 867.05, 11414.125 8826.81 866.064, 11451.96 8827.479 865.22, 11510.058 8828.196 863.386, 11542.875 8828.369 862.768, 11601.786 8828.537 861.978, 11636.594 8828.603 862.587, 11691.539 8829.334 866.424, 11743.994 8830.304 868.924, 11788.921 8830.515 869.145, 11827.396 8829.849 868.469, 11888.637 8828.388 866.155, 11929.795 8826.486 865.33, 11975.231 8824.521 864.534, 12014.835 8822.839 863.992, 12048.433 8821.431 863.783, 12083.71 8819.965 863.955, 12139.357 8817.646 865.563, 12200.663 8817.158 866.738, 12257.754 8817.716 867.078, 12297.493 8818.15 866.804, 12362.031 8819.354 866.227, 12417.99 8821.068 866.19, 12459.229 8821.785 866.35, 12493.932 8822.25 866.242, 12542.092 8822.751 866.178, 12574.385 8822.943 866.702, 12637.917 8822.311 867.856, 12673.339 8821.539 867.519, 12747.879 8819.585 866.616, 12783.899 8819.351 866.504, 12842.52 8819.101 866.193, 12895.543 8819.006 866.184, 12946.154 8818.971 866.961, 13007.37 8818.972 868.794, 13043.247 8818.972 869.677, 13090.462 8818.972 869.209, 13146.441 8818.972 868.744, 13180.679 8818.394 868.163, 13242.697 8817 866.437, 13307.852 8815.1 864.193, 13355.965 8813.254 863.682, 13409.292 8809.994 864.126, 13442.884 8808.075 865.115, 13488.271 8805.952 865.848, 13542.57 8803.143 868.47, 13598.937 8799.487 868.313, 13658.501 8796.451 866.752, 13714.375 8793.229 865.401, 13750.332 8790.867 865.289, 13806.681 8787.165 866.173, 13866.953 8783.226 868.395, 13898.306 8781.455 868.772, 13932.933 8779.449 868.612, 13964.95 8777.58 868.205, 14008.601 8774.938 867.112, 14042.368 8772.885 865.498, 14078.711 8771.352 863.701, 14120.184 8769.037 862.147, 14185.181 8765.482 859.891, 14219.36 8764.218 859.532, 14282.848 8762.182 859.997, 14339.11 8760.792 861.027, 14374.032 8759.999 861.783, 14428.406 8759.121 863.182, 14480.029 8757.798 864.227, 14554.553 8756.854 865.184, 14620.631 8758.067 865.85, 14655.742 8758.366 866.866, 14710.561 8758.634 867.045, 14742.214 8759.167 866.665, 14781.882 8761.051 865.873, 14847.436 8764.126 864.094, 14917.312 8766.8 864.36, 14958.574 8768.055 864.793, 15023.596 8769.411 864.998, 15060.736 8769.735 864.24, 15091.624 8769.945 863.466, 15130.92 8770.165 862.803, 15182.512 8770.247 863.338, 15239.923 8769.379 864.32, 15300.633 8767.146 866.298, 15358.105 8763.655 867.011, 15411.46 8759.48 866.633, 15469.297 8755.055 866.124, 15528.109 8750.729 865.535, 15561.062 8748.374 865.622, 15593.926 8745.98 867.068, 15629.443 8742.831 867.495, 15690.688 8737.657 866.935, 15728.625 8734.76 866.311, 15779.281 8730.888 864.595, 15845.934 8729.128 865.563, 15882.525 8728.559 866.076, 15938.835 8727.252 866.112, 15996.157 8725.313 865.456, 16046.762 8723.256 865.984, 16092.54 8720.925 866.991, 16137.641 8718.329 868.505, 16193.571 8714.664 869.348, 16252.771 8711.074 868.422, 16306.495 8706.162 867.275, 16349.506 8703.036 865.953, 16401.527 8699.015 865.289, 16459.189 8694.343 864.765, 16517.02 8691.099 864.537, 16548.027 8689.521 865.075, 16605.375 8685.952 865.942, 16663.479 8683.834 866.125, 16721.387 8682.258 865.521, 16756.699 8681.579 865.522, 16792.574 8681.142 865.605, 16852.518 8680.674 865.326, 16903.693 8679.553 865.147, 16975.066 8675.115 865.145, 17040.842 8668.741 865.898, 17087.191 8665.028 866.984, 17134.047 8662.654 867.375, 17169.715 8662.069 867.185, 17210.805 8661.688 866.754, 17245.902 8661.447 865.999, 17278.307 8661.309 865.498, 17332.646 8661.185 864.86, 17367.939 8661.158 864.503, 17429.646 8661.158 864.122, 17460.979 8660.789 863.809, 17523.68 8659.37 864.062, 17575.307 8658.027 864.624, 17631.479 8658.181 865.555, 17666.404 8658.714 865.718, 17715.744 8660.139 865.871, 17773.824 8660.91 865.989, 17830.633 8662.613 866.49, 17910.215 8664.181 866.656, 17947.539 8665.027 866.252, 18008.881 8666.881 865.232, 18065.018 8669.926 865.131, 18119.678 8671.67 864.882, 18156.029 8672.655 864.673, 18195.756 8673.296 864.326, 18228.959 8674.155 863.81, 18287.002 8676.07 863.89, 18332.631 8678.175 865.778, 18395.736 8680.111 868.559, 18471.186 8679.706 869.505, 18519.941 8678.446 868.307, 18577.564 8676.502 866.636, 18636.059 8674.501 865.347, 18673.6 8673.16 864.951, 18741.418 8670.641 865.624, 18794.158 8669.287 866.118, 18847.721 8669.576 867.026, 18899.002 8670.459 867.526, 18944.219 8670.667 867.562, 18995.832 8670.785 867.284, 19067.303 8672.195 866.637, 19128.916 8672.72 867.047, 19163.178 8671.61 867.42, 19228.611 8668.463 869.199, 19297.447 8665.696 870.19, 19342.908 8664.468 869.01, 19384.104 8662.924 868.107, 19443.742 8660.224 867.657, 19506.461 8657.248 869.219, 19549.975 8655.936 869.261, 19605.516 8654.632 868.743, 19664.781 8652.33 868.839, 19735.52 8649.061 869.363, 19784.256 8646.33 870.197, 19834.424 8643.376 870.615, 19871.453 8641.925 869.981, 19921.336 8639.968 867.558, 19953.133 8639.558 867.222, 19984.088 8638.912 866.93, 20044.027 8637.101 866.278, 20097.094 8632.967 866.336, 20130.334 8629.815 865.637, 20186.305 8619.554 867.188, 20248.477 8603.245 867.804, 20310.402 8586.394 870.112, 20382.578 8578.738 869.024, 20442.369 8576.261 867.921</trace>
</ink>
</file>

<file path=ppt/ink/ink278.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7087.372 8791.57 533.15, 7052.824 8791.57 829.805, 7021.384 8788.247 817.645</trace>
</ink>
</file>

<file path=ppt/ink/ink279.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280.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7060.309 8934.161 533.15, 7116.252 8942.961 870.61, 7153.401 8948.031 868.382, 7188.565 8952.748 866.49, 7223.593 8956.768 865.595, 7258.759 8960.383 866.979, 7294.651 8963.431 868.13, 7351.067 8965.328 869.283, 7394.906 8966.732 869.579, 7442.299 8968.28 869.279, 7501.427 8969.477 869.224, 7572.852 8973.36 869.214, 7630.637 8976.296 869.504, 7662.57 8977.836 869.705, 7701.169 8978.965 869.763, 7742.089 8979.265 869.437, 7783.306 8979.322 869.105, 7819.743 8979.322 868.927, 7858.222 8979.762 868.672, 7897.905 8980.875 868.404, 7935.385 8982.352 868.404, 7979.774 8984.27 868.625, 8015.042 8985.868 868.731, 8048.098 8988.022 868.865, 8088.825 8991.33 869.015, 8129.543 8994.476 869.236, 8185.88 8998.497 869.705, 8218.052 9000.73 869.897, 8268.296 9003.696 869.078, 8329.421 9007.46 869.852, 8399.78 9013.556 869.347, 8460.344 9019.007 869.823, 8497.802 9022.754 869.669, 8535.465 9025.777 869.705, 8588.206 9031.038 870.969, 8652.837 9038.216 871.261, 8690.257 9042.321 870.284, 8727.896 9045.503 869.242, 8764.668 9047.638 869.258, 8822.347 9049.359 869.791, 8884.196 9051.066 871.338, 8950.579 9051.363 870.176, 9002.275 9051.379 869.524, 9040.529 9050.279 869.312, 9075.802 9049.584 869.35, 9134.438 9049.349 871.239, 9193.812 9051.075 871.165, 9233.053 9051.314 871.146, 9287.469 9052.566 871.336, 9338.754 9055.026 870.421, 9371.774 9056.343 870.758, 9440.001 9059.541 870.382, 9492.161 9060.999 871.424, 9554.988 9061.02 871.416, 9609.306 9061.02 871.995, 9658.766 9057.383 872.013, 9717.232 9053.681 871.811, 9771.554 9044.835 872.845, 9832.947 9035.726 872.771, 9885.687 9025.345 873.362, 9917.059 8980.62 872.011, 9926.984 8930.273 872.437, 9935.824 8884.946 871.261, 9946.24 8831.224 872.077, 9953.358 8799.446 872.371, 9964.56 8731.888 871.263, 9971.474 8694.833 870.521, 9979.714 8644.005 870.145, 9987.411 8596.654 870.432, 9994.948 8556.865 870.169, 10007.938 8502.861 870.107, 10024.43 8441.804 869.991, 10034.758 8409.151 869.849, 10055.162 8348.25 869.958, 10068.343 8311.239 869.618, 10080.106 8279.372 869.494, 10092.232 8246.893 869.519, 10108.571 8204.63 869.242, 10131.52 8153.025 869.677, 10146.954 8120.856 869.535, 10168.229 8073.508 868.748, 10197.526 8020.047 869.287, 10227.287 7964.646 870.096, 10264.476 7904.62 870.79, 10298.558 7854.133 869.61, 10342.605 7797.227 868.251, 10387.7 7745.595 867.789, 10426.853 7706.274 868.66, 10482.585 7655.885 868.285, 10526.339 7616.663 868.402, 10576.844 7572.799 869.915, 10629.731 7530.06 869.577, 10690.352 7488.002 868.923, 10722.939 7468.706 869.028, 10768.934 7442.329 869.439, 10802.8 7422.36 869.664, 10850.895 7394.979 869.297, 10899.804 7370.062 868.498, 10938.115 7354.922 868.178, 10989.233 7336.582 868.649, 11034.715 7321.49 870.126, 11096.243 7303.182 870.074, 11135.646 7290.499 869.153, 11174.782 7279.152 868.063, 11213.507 7267.263 867.939, 11252.165 7255.814 868.023, 11284.985 7246.64 868.378, 11345.491 7232.346 868.988, 11379.042 7225.503 869.237, 11411.711 7219.135 869.823, 11471.418 7208.696 869.942, 11502.344 7203.19 869.715, 11546.289 7195.954 869.01, 11603.248 7187.812 867.97, 11651.991 7182.543 867.206, 11686.383 7179.535 866.82, 11747.344 7174.658 866.844, 11788.528 7172.213 867.337, 11850.64 7170.715 868.776, 11894.231 7170.437 869.66, 11954.735 7170.31 870.024, 11989.009 7170.851 869.86, 12027.885 7171.604 869.568, 12103.143 7174.49 869.065, 12157.147 7177.569 869.514, 12198.52 7180.288 870.195, 12255.302 7182.935 869.849, 12326.657 7188.01 868.406, 12364.315 7190.578 867.984, 12425.171 7195.854 869.269, 12489.078 7203.667 870.011, 12526.129 7207.743 869.431, 12561.398 7211.792 869.373, 12597.147 7216.018 869.715, 12651.471 7223.088 869.503, 12711.042 7231.283 870.742, 12748.467 7235.845 870.418, 12789.538 7241.944 869.827, 12845.476 7250.936 869.149, 12878.241 7255.697 869.171, 12951.297 7266.658 869.04, 12995.405 7272.276 867.808, 13060.123 7281.907 866.734, 13105.184 7288.82 867.454, 13158.546 7298.63 869.977, 13203.395 7307.436 869.911, 13248.192 7315.935 868.806, 13279.422 7321.998 868.249, 13312.912 7328.5 867.616, 13361.373 7337.702 867.798, 13414.021 7348.934 869.658, 13453.785 7357.472 869.685, 13493.847 7366.171 869.121, 13538.342 7376.131 868.729, 13583.876 7387.332 869.024, 13632.846 7400.332 869.075, 13678.582 7413.075 868.679, 13733.702 7428.717 868.226, 13794.511 7446.917 868.303, 13841.801 7461.588 868.062, 13873.175 7471.895 867.802, 13921.683 7488.106 867.551, 13979.754 7509.426 867.539, 14023.656 7525.828 867.538, 14070.424 7544.368 867.711, 14123.43 7566.095 869.337, 14157.784 7581.319 869.533, 14188.999 7595.501 869.477, 14248.993 7623.951 870.437, 14292.208 7645.317 869.901, 14326.537 7662.646 869.247, 14372.651 7685.838 868.469, 14431.246 7716.997 869.875, 14477.628 7743.457 869.797, 14532.529 7776.419 869.231, 14578.807 7805.141 870.513, 14630.533 7837.891 870.403, 14674.576 7866.909 869.632, 14722.708 7901.401 870.314, 14772.905 7939.586 870.106, 14821.689 7978.337 871.625, 14872.206 8021.376 870.961, 14908.953 8053.809 870.883, 14948.438 8088.931 871.751, 14998.144 8135.107 870.112, 15036.434 8175.035 871.105, 15075.663 8219.988 871.329, 15113.11 8265.61 872.296, 15143.486 8304.251 871.947, 15178.473 8357.109 871.528, 15207.486 8405.829 872.457, 15229.663 8447.121 872.074, 15254.496 8490.328 872.668, 15283.462 8535.772 872.446, 15311.411 8572.42 872.76, 15342.672 8613.017 873.105, 15375.062 8647.058 873.75, 15418.374 8660.438 873.688, 15466.487 8657.311 873.102, 15522.68 8660.229 872.466, 15554.241 8663.582 872.848, 15618.104 8667.265 870.801, 15653.99 8669.306 870.333, 15690.491 8671.372 870.554, 15726.881 8673.159 871.138, 15765.545 8674.182 871.03, 15797.938 8674.3 870.843, 15847.368 8673.814 870.584, 15902.604 8672.989 869.817, 15969.197 8672.841 868.787, 16008.671 8672.109 868.517, 16057.887 8670.291 869.858, 16098.059 8668.429 870.199, 16140.224 8666.423 869.903, 16207.567 8663.669 869.857, 16241.568 8662.989 870.418, 16292.488 8663.108 870.009, 16362.884 8661.499 869.755, 16407.326 8661.231 869.285, 16451.707 8661.175 868.312, 16488.924 8661.158 868.212, 16524.445 8661.158 868.25, 16556.381 8660.438 868.677, 16608.738 8659.34 869.777, 16640.459 8659.257 869.727, 16675.312 8658.568 869.418, 16735.227 8657.464 868.412, 16767.076 8657.237 868.003, 16833.609 8657.1 868.89, 16874.756 8657.1 869.192, 16914.688 8657.819 868.968, 16948.43 8658.592 869.095, 16979.438 8658.918 869.087, 17015.65 8659.835 870.784, 17050.934 8660.622 871.095, 17101.674 8661.222 869.605, 17153.113 8662.688 867.56, 17209.861 8663.351 866.516, 17262.297 8664.435 865.056, 17322.584 8664.622 865.096, 17353.695 8664.369 865.411, 17411.385 8663.688 866.25, 17444.016 8663.399 866.877, 17493.77 8660.132 868.488, 17555.686 8656.174 868.975, 17602.568 8653.862 868.206, 17656.441 8651.126 867.623, 17721.129 8648.381 868.125, 17762.332 8648.519 868.516, 17808.109 8650.017 868.184, 17850.027 8650.885 867.804, 17907.119 8650.251 867.999, 17975.865 8643.881 868.77, 18043.516 8635.081 868.182, 18076.094 8630.628 867.687, 18107.996 8626.245 867.686, 18173.307 8617.003 867.75, 18232.148 8608.868 868.843, 18274.01 8603.968 869.543, 18307.572 8600.617 869.147, 18355.59 8595.822 869.216</trace>
</ink>
</file>

<file path=ppt/ink/ink281.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6951.153 8826.584 533.15, 6992.892 8826.584 815.856, 7050.843 8819.836 870.484, 7107.775 8811.508 870.328, 7159.618 8803.65 869.954, 7193.167 8799.717 870.588, 7256.234 8793.915 870.835, 7323.575 8789.641 869.967, 7359.162 8787.902 869.182, 7405.812 8786.437 868.505, 7451.376 8786.135 867.985, 7511.807 8786.002 866.622, 7564.418 8787.176 866.786, 7598.342 8787.679 867.607, 7631.128 8788.541 868.611, 7673.348 8790.089 868.782, 7722.852 8791.93 868.909, 7768.966 8793.658 868.828, 7801.625 8794.901 868.188, 7833.179 8796.104 868.214, 7882.328 8797.834 868.52, 7931.677 8799.552 868.13, 7981.093 8800.555 867.867, 8030.187 8800.978 867.656, 8078.034 8801.141 867.868, 8114.803 8801.183 867.794, 8180.476 8801.213 867.594, 8227.22 8802.112 867.474, 8280.871 8803.325 866.975, 8315.896 8803.59 866.758, 8351.312 8803.702 866.939, 8413.561 8804.47 867.363, 8482.633 8806.075 867.192, 8530.197 8806.861 866.944, 8583.987 8807.937 866.514, 8631.684 8808.775 866.19, 8679.568 8809.843 866.052, 8711.338 8810.395 866.441, 8763.611 8811.703 867.433, 8812.743 8812.755 868.171, 8867.687 8813.255 868.695, 8917.413 8813.377 868.478, 8961.152 8813.391 868.226, 8996.528 8813.67 868.573, 9045.837 8814.96 868.887, 9102.547 8815.632 868.677, 9158.411 8816.417 867.532, 9216.978 8816.748 866.166, 9271.656 8817.596 864.974, 9305.888 8818.419 864.463, 9356.293 8820.338 865.697, 9391.157 8820.752 867.059, 9444.242 8820.964 869.377, 9505.404 8821.001 871.745, 9558.944 8819.813 872.857, 9611.955 8818.972 871.649, 9661.183 8813.092 872.23, 9712.349 8785.483 872.256, 9755.645 8736.014 870.813, 9784.939 8688.38 870.175, 9812.771 8639.918 869.097, 9833.574 8601.708 868.167, 9857.554 8557.261 867.584, 9882.693 8515.289 868.065, 9917.088 8449.123 868.553, 9936.342 8409.286 867.788, 9958.962 8364.671 867.609, 9990.642 8306.846 868.095, 10011.096 8273.13 868.3, 10041.509 8224.666 867.749, 10067.767 8179.852 868.062, 10098.983 8125.384 867.591, 10133.8 8073.199 867.937, 10166.637 8028.302 867.247, 10198.641 7986.13 865.978, 10225.779 7950.287 864.947, 10269.316 7895.077 864.519, 10296.203 7863.004 865.053, 10340.579 7815.36 865.738, 10386.515 7768.858 866.418, 10434.897 7724.405 866.562, 10484.71 7684.323 866.47, 10518.505 7657.803 866.267, 10551.562 7631.476 866.008, 10604.904 7592.893 865.974, 10662.178 7557.617 866.144, 10723.771 7520.898 865.968, 10761.088 7498.904 865.711, 10823.026 7465.299 865.495, 10876.063 7438.513 865.53, 10919.214 7418.18 865.75, 10985.161 7388.055 866.068, 11027.777 7369.238 865.906, 11096.964 7341.609 865.233, 11166.623 7317.513 864.804, 11210.806 7304.131 864.899, 11283.641 7285.412 864.971, 11359.085 7268.261 864.946, 11392.223 7262.271 864.855, 11429.584 7256.994 864.706, 11487.676 7249.903 864.295, 11521.172 7247.149 864.104, 11575.177 7243.383 863.814, 11628.661 7239.722 863.755, 11661.062 7238.592 863.735, 11712.511 7236.638 863.781, 11746.476 7235.921 863.786, 11802.033 7235.18 863.688, 11833.229 7235.38 863.581, 11897.521 7237.432 863.155, 11954.789 7239.959 862.77, 11990.479 7241.504 862.629, 12045.7 7243.969 862.522, 12097.231 7247.165 862.953, 12148.638 7251.838 863.732, 12203.313 7256.742 864.582, 12253.966 7261.456 865.153, 12302.772 7266.842 865.335, 12333.652 7270.072 865.354, 12381.212 7274.136 865.265, 12412.015 7276.709 865.084, 12460.178 7281.049 864.626, 12508.556 7285.525 864.287, 12569.504 7292.83 864.41, 12600.968 7296.213 864.825, 12655.785 7301.751 865.428, 12704.298 7306.57 865.717, 12780.711 7313.462 865.489, 12855.988 7320.195 864.695, 12902.935 7324.616 864.571, 12976.402 7332.622 865.038, 13027.369 7338.996 865.15, 13085.265 7346.757 864.887, 13140.657 7354.214 864.227, 13191.489 7362.073 863.596, 13270.157 7374.148 863.686, 13319.985 7381.204 864.211, 13351.618 7386.088 864.459, 13403.415 7394.482 864.654, 13436.854 7400.967 864.559, 13488.507 7410.829 864.003, 13542.52 7421.606 863.438, 13574.338 7427.506 863.177, 13627.097 7438.781 863.005, 13659.34 7446.17 863.146, 13709.117 7457.489 863.515, 13742.683 7465.095 863.758, 13780.301 7473.422 863.991, 13838.359 7487.105 864.204, 13873.104 7496.828 864.175, 13927.28 7511.695 863.844, 13980.865 7527.269 863.58, 14012.486 7537.189 863.437, 14066.732 7554.577 863.351, 14100.881 7567.202 863.282, 14154.59 7587.108 863.058, 14210.256 7608.261 862.846, 14241.688 7621.381 862.739, 14294.884 7645.327 862.675, 14327.061 7659.937 862.605, 14377.049 7683.637 862.631, 14427.016 7708.499 862.979, 14476.892 7733.194 863.482, 14525.987 7759.505 864.198, 14567.149 7783.075 864.641, 14608.641 7806.926 865.116, 14656.665 7836.469 865.184, 14703.756 7867.487 864.838, 14744.246 7895.143 864.414, 14808.431 7939.276 864.374, 14846.636 7965.691 864.661, 14893.974 8000.273 865.166, 14935.722 8031.728 865.612, 14974.048 8063.282 865.945, 15009.031 8092.807 866.241, 15054.333 8134.288 867.163, 15103.702 8181.737 868.794, 15154.594 8236.484 869.165, 15202.637 8292.058 868.569, 15249.373 8348.37 868.497, 15293.391 8406.649 868.139, 15338.98 8469.001 867.954, 15368.774 8509.597 867.462, 15410.854 8569.184 866.403, 15452.297 8626.404 866.014, 15477.672 8661.366 865.642, 15520.322 8715.499 865.517, 15565.617 8773.084 865.553, 15593.783 8809.514 865.399, 15632.744 8859.101 865.153, 15667.928 8903.672 864.908, 15704.094 8947.409 864.63, 15741.43 8991.249 864.437, 15773.104 9028.454 864.339, 15805.801 9066.336 864.448, 15840.796 9106.182 864.538, 15877.944 9147.627 864.9, 15908.99 9183.175 865.032, 15942.521 9219.958 864.886, 15976.545 9257.548 864.73, 16011.316 9294.774 864.796, 16042.211 9327.521 864.957, 16094.205 9380.563 865.236, 16125.729 9413.043 865.286, 16176.759 9463.491 865.321, 16229.709 9513.506 865.401, 16277.597 9554.103 865.506, 16315.303 9583.606 865.672, 16377.262 9625.225 865.765, 16416.727 9650.144 865.599, 16481.215 9687.535 865.258, 16522.33 9709.489 865.378, 16562.451 9728.908 866.211, 16640.529 9761.899 866.497, 16672.012 9774.42 866.032, 16728.557 9796.591 864.764, 16782.15 9817.653 863.21, 16814.896 9829.911 862.481, 16863.553 9848.819 862.215, 16911.043 9867.199 862.61, 16969.473 9888.242 863.532, 17003.508 9900.423 863.985, 17054.406 9918.572 864.76, 17104.453 9936.029 865.003, 17175.264 9961.544 865.379, 17250.273 9988.758 865.327, 17300.441 10006.46 864.886, 17351.166 10023.289 864.38, 17400.852 10039.099 864.05, 17444.867 10051.993 864.377, 17503.23 10068.201 865.329, 17573.072 10085.549 869.415, 17636.053 10099.259 869.298, 17706.182 10113.882 866.88, 17761.57 10124.469 867.445, 17809.689 10132.942 869.141, 17865.568 10141.937 869.355, 17901.627 10147.899 868.466, 17963.311 10156.936 865.801, 18029.213 10166.145 862.846, 18077.814 10173.514 862.97, 18132.371 10181.159 865.24, 18179.346 10187.165 866.521, 18238.771 10194.273 869.216, 18273.406 10197.886 869.314, 18306.051 10201.454 868.624, 18371.283 10208.786 866.276, 18428.408 10215.571 863.919, 18461.764 10219.778 862.924, 18513.162 10226.02 861.523, 18562.129 10232.534 862.3, 18637.891 10240.283 864.036, 18686.396 10245.412 865.393, 18753.1 10252.616 865.961, 18796.07 10256.271 865.724, 18862.947 10262.426 864.094, 18904.859 10266.928 863.159, 18969.471 10273.171 861.635, 19006.119 10276.107 861.196, 19037.201 10278.474 860.799, 19072.98 10280.559 860.792, 19137.895 10284.431 861.205, 19176.971 10285.979 861.446, 19246.242 10287.567 861.767, 19283.535 10287.962 861.563, 19315.902 10288.2 861.356, 19356.615 10286.903 860.95, 19390.471 10285.537 860.565, 19425.58 10283.718 860.09, 19468.506 10279.834 859.687, 19533.768 10272.029 859.935, 19567.201 10266.776 860.183, 19599.123 10261.241 860.539, 19639.23 10252.783 860.828, 19671.621 10245.476 860.956, 19705.82 10236.973 861.039, 19748.109 10225.153 861.014, 19813.814 10205.474 860.844, 19851.793 10193.178 860.678, 19882.922 10182.921 860.427, 19922.557 10168.718 860.219, 19953.934 10157.072 860.174, 19987.832 10143.73 860.15, 20028.988 10126.079 860.04, 20091.412 10097.822 860.292, 20132.664 10078.373 860.501, 20177.119 10056.823 860.596, 20213.455 10039.055 860.645, 20246.648 10021.637 860.668, 20282.201 10002.558 860.722, 20341.043 9969.012 860.883, 20372.922 9948.9 860.99, 20429.779 9910.356 861.1, 20480.666 9872.563 861.451, 20531.084 9829.562 861.564, 20585.393 9778.936 861.881, 20615.508 9747.081 862.133, 20662.441 9695.488 862.543, 20703.273 9644.969 862.7, 20740.523 9589.049 862.617, 20770.498 9539.228 862.572, 20797.682 9490.192 862.693, 20822.588 9437.812 862.932, 20844.855 9386.074 864.369, 20857.234 9346.392 866.049, 20870.16 9297.929 867.073, 20880.111 9251.68 867.216, 20887.756 9201.364 866.363, 20892.113 9141.467 865.116, 20893.119 9078.647 865.897, 20892.775 9006.644 866.492, 20891.045 8959.884 867.343, 20888.697 8907.676 869.163, 20886.283 8866.113 869.819, 20883.131 8816.183 870.259, 20877.125 8762.135 870.192, 20867.201 8699.436 869.534, 20856.564 8643.329 869.323, 20846.285 8598.034 871.651, 20833.365 8554.415 872.479, 20818.672 8501.512 873.293, 20786.928 8469.926 871.871, 20754.002 8465.019 865.053</trace>
</ink>
</file>

<file path=ppt/ink/ink282.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9926.312 8844.852 533.15, 9962.641 8835.188 797.239, 10012.572 8823.222 840.862, 10066.58 8814.436 869.194, 10119.715 8808.419 869.142, 10157.256 8806.609 869.733, 10192.746 8805.942 870.325, 10240.747 8805.808 870.133, 10296.36 8806.319 869.73, 10364.624 8807.767 868.973, 10410.747 8809.652 868.482, 10457.524 8811.667 868.76, 10498.555 8813.509 868.947, 10546.605 8814.966 868.57, 10607.558 8816.457 868.013, 10655.706 8816.846 868.296, 10691.181 8818.103 868.594, 10725.13 8818.762 869.923, 10780.104 8818.899 869.48, 10830.005 8817.459 868.226, 10876.251 8815.812 867.156, 10925.6 8813.675 866.92, 10956.768 8812.278 866.897, 10988.998 8810.705 867.791, 11060.287 8806.053 868.096, 11096.16 8804.082 868.579, 11143.324 8801.624 868.795, 11190.522 8799.323 868.181, 11238.685 8797.935 867.94, 11295.651 8796.54 866.596, 11329.746 8796.189 865.788, 11376.286 8795.747 864.842, 11429.486 8795.657 864.969, 11484.96 8795.63 865.566, 11541.758 8796.351 868.259, 11573.618 8797.122 869.423, 11619.822 8797.77 869.854, 11677.049 8798.613 868.965, 11738.595 8799.558 866.901, 11772.105 8800.541 866.456, 11807.925 8800.956 866.6, 11870.765 8801.163 866.816, 11901.823 8801.207 867.608, 11978.712 8803.078 867.502, 12020.426 8803.485 867.551, 12080.617 8803.731 868.718, 12119.83 8803.75 870.007, 12161.783 8803.75 870.214, 12206.76 8803.75 869.493, 12249.347 8802.85 868.573, 12283.887 8801.005 867.931, 12346.329 8797.079 866.761, 12377.261 8794.664 866.85, 12432.132 8787.446 868.729, 12480.818 8781.718 872.35, 12527.544 8777.088 871.618, 12586.611 8771.283 871.714, 12638.641 8767.677 872.172, 12699.635 8758.552 871.641, 12743.864 8748.1 873.13, 12781.398 8723.757 871.835, 12789.447 8671.41 870.956, 12776.569 8623.224 870.59, 12748.241 8566.101 869.557, 12716.568 8518.55 869.554, 12687.83 8481.574 869.991, 12640.422 8435.223 869.712, 12588.912 8393.879 869.853, 12532.514 8357.817 869.308, 12472.877 8322.63 867.048, 12437.324 8301.583 865.824, 12391.576 8277.619 866.312, 12336.649 8251.026 868.387, 12302.336 8235.679 870.028, 12266.231 8221.757 869.978, 12229.607 8208.159 869.094, 12190.973 8193.752 869.052, 12151.01 8177.882 869.376, 12107.583 8160.763 868.866, 12054.97 8141.216 868.68, 12000.9 8122.63 868.281, 11950.789 8105.497 867.806, 11899.883 8088.006 867.137, 11863.319 8076.478 866.813, 11804.977 8058.583 866.667, 11736.008 8038.168 867.931, 11681.229 8023.164 868.818, 11626.814 8008.721 868.153, 11594.464 8000.075 867.381, 11550.064 7988.12 866.763, 11502.541 7977.875 867.693, 11457.536 7969.975 868.15, 11404.759 7962.583 867.564, 11354.553 7957.808 866.996, 11310.622 7954.25 866.488, 11265.326 7952.081 866.465, 11211.403 7951.595 868.453, 11142.704 7956.968 869.949, 11103.189 7963.121 869.404, 11062.253 7971.269 868.536, 11022.629 7980.776 867.835, 10955.798 8000.295 867.092, 10918.624 8012.853 867.008, 10880.315 8027.206 867.331, 10835.667 8045.049 868.796, 10791.707 8063.718 869.426, 10740.291 8090.949 870.015, 10699.691 8112.671 870.68, 10648.251 8142.609 870.037, 10609.827 8167.361 869.115, 10563.304 8198.332 870.16, 10509.132 8235.276 869.888, 10450.596 8277.342 870.291, 10397.225 8319.944 870.383, 10359.635 8352.875 870.216, 10321.772 8386.68 871.377, 10278.693 8422.982 870.571, 10240.228 8458.537 870.976, 10193.322 8499.302 870.749, 10146.879 8541.116 868.641, 10112.62 8574.289 868.355, 10073.827 8613.808 870.972, 10041.953 8645.439 871.81, 10003.302 8679.212 871.93, 9980.262 8723.166 872.444, 9949.616 8759.497 873.067, 9929.971 8799.422 872.503</trace>
</ink>
</file>

<file path=ppt/ink/ink283.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11778.344 7806.128 533.15, 11744.741 7818.859 767.542, 11692.466 7838.99 833.3, 11659.156 7853.902 843.774, 11623.062 7871.306 867.156, 11589.715 7886.333 867.01, 11553.674 7901 867.713, 11496.188 7922.024 869.274, 11447.157 7937.5 870.597, 11396.421 7957.645 872.443, 11366.618 7999.886 871.537, 11388.996 8051.684 870.319, 11428.984 8094.539 868.984, 11483.958 8150.368 866.789, 11515 8182.792 866.452, 11559.98 8229.947 867.492, 11602.984 8276.982 869.144, 11643.487 8331.377 868.856, 11668.34 8364.042 867.882, 11702.187 8399.649 867.574</trace>
</ink>
</file>

<file path=ppt/ink/ink284.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12034.544 8489.646 533.15, 12086.863 8500.441 871.367, 12142.524 8516.699 869.103, 12200.542 8543.492 866.93, 12263.436 8575.539 865.219, 12326.139 8606.858 864.448, 12383.856 8634.595 864.671, 12425.66 8655.585 866.128, 12463.777 8675.705 868.328, 12510.275 8699.65 871.671, 12553.027 8729.835 872.135, 12544.997 8778.476 869.993, 12495.382 8822.519 868.091, 12434.939 8863.39 865.795, 12387.381 8891.347 864.018, 12349.007 8911.089 862.993, 12287.985 8942.636 861.076, 12250.183 8962.753 860.099, 12200.947 8989.058 858.457, 12169.966 9001.673 802.787</trace>
</ink>
</file>

<file path=ppt/ink/ink285.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286.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12801.338 8744.887 533.15, 12760.462 8776.651 837.058, 12725 8805.201 871.776, 12687.709 8835.42 871.44, 12652.323 8870.486 870.985, 12619.913 8911.632 871.036, 12586.931 8958.506 872.149, 12561.3 8998.369 871.449, 12527.598 9050.108 870.969, 12503.047 9091.107 870.505, 12485.662 9123.103 870.678, 12461.66 9175.348 870.339, 12443.914 9216.75 870.211, 12431.688 9248.632 870.162, 12420.458 9282.859 869.834, 12408.833 9342.148 869.369, 12401.83 9394.138 869.63, 12397.687 9431.279 869.793, 12392.497 9483.311 870.991, 12388.544 9541.094 870.749, 12386.885 9576.674 869.84, 12389.445 9623.85 869.897, 12394.642 9658.907 870.287, 12406.804 9715.479 870.639, 12423.94 9763.861 871.104, 12447.237 9808.119 871.302, 12473.618 9848.121 871.025, 12509.554 9890.598 871.352, 12549.171 9923.952 871.486, 12588.511 9950.062 872.25, 12646.085 9974.198 872.035, 12679.618 9984.362 871.474, 12725.245 9993.384 871.481, 12781.023 9998.28 870.839, 12818.246 9997.061 870.719, 12871.088 9989.189 871.417, 12923.582 9975.317 870.629, 12974.196 9956.19 871.379, 13026.789 9927.282 871.197, 13073.314 9888.024 870.901, 13108.369 9838.367 870.476, 13131.644 9782.638 870.573, 13140.188 9736.605 870.309, 13142.646 9697.862 869.568, 13142.695 9646.465 868.394, 13139.524 9610.493 868.055, 13127.133 9548.829 870.068, 13109.313 9486.975 870.633, 13097.966 9452.93 869.832, 13086.898 9416.602 869.207, 13075.925 9384.159 868.899, 13063.931 9350.585 869.493, 13045.155 9305.049 869.964, 13025.455 9261.103 871.131, 13011.3 9228.019 871.23, 12997.581 9196.426 870.673, 12982.479 9160.87 869.834, 12953.444 9101.071 868.457, 12921.979 9048.693 867.885, 12894.574 8997.86 869.956, 12869.093 8951.585 872.006, 12846.326 8909.436 872.758, 12808.471 8912.152 873.163, 12790.788 8959.287 871.597, 12765.019 9001.101 871.659, 12738.105 9040.334 872.868, 12759.055 8992.082 870.302, 12790.664 8943.829 870.175, 12824.109 8901.845 870.66, 12857.472 8865.016 872.585, 12908.17 8876.246 872.18, 12956.741 8901.473 870.061, 12999.406 8926.552 869.811, 13046.796 8957.296 869.583, 13087.153 8990.03 871.849, 13111.908 9032.109 872.508</trace>
</ink>
</file>

<file path=ppt/ink/ink287.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288.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7225.395 8930.608 533.15, 7191.496 8930.608 817.076, 7146.252 8930.607 872.334, 7096.172 8930.047 873.083, 7128.22 8966.778 872.843, 7166.843 8992.262 872.308, 7206.277 9023.907 871.687, 7248.406 9054.766 871.76, 7287.503 9079.521 871.297, 7328.405 9102.795 871.264, 7374.782 9129.755 871.22, 7419.142 9153.794 873.024, 7462.117 9175.784 871.602, 7513.317 9199.353 870.093, 7544.278 9213.095 870.598, 7597.353 9234.519 870.105, 7635.988 9250.312 869.711, 7683.333 9269.674 869.522, 7737.953 9290.064 871.677, 7769.747 9300.421 871.765, 7815.36 9313.758 870.727, 7853.39 9324.686 869.369, 7894.134 9336.241 868.44, 7930.79 9347.045 867.968, 7966.132 9358.123 867.617, 7998.462 9368.339 867.912, 8031.395 9377.946 869.063, 8093.725 9396.845 870.567, 8151.373 9414.954 870.552, 8188.268 9426.892 870.017, 8224.949 9438.233 869.021, 8287.836 9456.916 867.209, 8339.933 9474.576 866.783, 8391.758 9492.096 868.963, 8424.283 9503.757 870.012, 8474.263 9521.83 869.848, 8523.932 9540.351 868.512, 8555.145 9552.647 868.984, 8612.074 9576.093 870.226, 8663.431 9596.95 871.01, 8705.87 9613.755 871.01, 8760.413 9635.797 870.445, 8822.225 9659.317 871.451, 8856.463 9670.836 871.542, 8890.248 9681.793 870.567, 8952.776 9704.374 870.073, 9013.271 9725.802 871.428, 9059.171 9742.509 870.846, 9108.845 9758.154 871.513, 9162.221 9773.01 871.056, 9210.674 9786.378 870.508, 9244.768 9795.93 869.957, 9280.204 9805.072 869.701, 9326.84 9817.154 870.345, 9385.043 9831.315 870.105, 9434.178 9842.425 871.096, 9489.754 9853.637 870.906, 9526.781 9859.155 870.938, 9579.65 9864.973 870.903, 9628.095 9869.651 870.475, 9670.904 9873.529 870.66, 9723.661 9877.933 869.762, 9758.873 9879.513 869.501, 9820.049 9881.692 870.681, 9851.748 9882.221 870.544, 9918.427 9880.854 869.998, 9983.984 9877.201 871.771, 10043.245 9870.689 871.148, 10095.774 9864.707 870.349, 10151.513 9855.184 869.016, 10207.068 9844.888 868.819, 10263.481 9831.038 871.028, 10297.058 9821.371 871.376, 10361.85 9804.714 871.431, 10395.111 9796.079 871.573, 10440.426 9782.744 871.981, 10493.405 9767.008 871.878, 10539.573 9752.184 871.502, 10576.266 9741.284 871.218, 10623.023 9726.866 871.216, 10654.187 9717.154 871.123, 10699.555 9703.453 871.047, 10748.925 9687.182 871.146, 10797.842 9670.353 870.247, 10848.815 9651.256 871.341, 10911.71 9627.663 868.917, 10944.242 9616.062 868.307, 10977.598 9603.935 867.872, 11011.257 9591.257 867.947, 11043.988 9579.119 869.038, 11103.592 9554.321 870.888, 11135.614 9540.223 870.213, 11182.371 9517.402 868.905, 11217.072 9501.25 868.382, 11272.323 9474.97 869.743, 11306.288 9459.598 870.318, 11338.287 9444.016 870.655, 11372.542 9427.041 870.134, 11423.572 9400.871 868.826, 11455.152 9385.745 868.591, 11503.186 9363.684 869.325, 11535.618 9349.534 869.172, 11588.541 9325.848 869.682, 11645.623 9300.499 869.192, 11702.632 9274.438 869.267, 11736.78 9258.94 869.313, 11769.369 9243.582 869.002, 11827.638 9218.279 869.602, 11858.75 9206.163 869.639, 11918.95 9179.72 869.568, 11969.807 9156.157 871.43, 12007.738 9138.519 871.014, 12047.197 9119.358 870.229, 12096.784 9094.46 868.781, 12152.669 9064.047 869.211, 12196.783 9041.358 870.469, 12251.962 9009.448 869.892, 12313.02 8974.436 870.009, 12367.576 8943.895 869.765, 12399.964 8925.346 869.611, 12447.276 8896.834 871.161, 12497.085 8870.332 872.747, 12540.946 8847.239 872.14, 12587.724 8821.082 872.242, 12618.903 8805.668 872.33, 12650.474 8790.749 872.294, 12699.949 8768.725 873.358, 12748.842 8763.932 872.635, 12780.822 8762.431 871.629, 12842.958 8762.143 870.207, 12880.58 8762.139 869.41, 12930.904 8762.139 868.848, 12982.695 8762.139 868.991, 13021.408 8762.139 868.64, 13087.196 8762.139 867.192, 13124.195 8762.139 865.706, 13192.386 8762.139 862.948, 13254.086 8761.419 860.671, 13287.327 8760.514 860.357, 13340.991 8758.653 860.736, 13390.66 8756.427 862.19, 13445.797 8753.831 863.681, 13502.826 8751.798 864.668, 13553.143 8750.419 864.96, 13607.107 8748.461 864.642, 13639.977 8747.88 864.329, 13699.703 8747.272 863.806, 13740.769 8747.844 863.366, 13788.133 8748.763 862.796, 13832.691 8749.859 862.122, 13867.838 8750.794 861.508, 13909.668 8752.126 861.138, 13975.242 8754.334 860.854, 14013.575 8755.158 860.88, 14082.051 8756.042 861.071, 14119.877 8756.75 861.2, 14187.001 8758.342 861.57, 14248.521 8760.133 861.958, 14289.387 8761.77 861.883, 14351.685 8764.265 861.715, 14383.738 8765.167 861.658, 14444.871 8766.129 862.002, 14500.236 8765.8 862.814, 14554.648 8763.268 868.094, 14594.507 8760.13 870.085, 14634.923 8757.392 870.304, 14699.873 8753.094 868.712, 14738.272 8750.477 867.133, 14804.551 8746.371 863.524, 14863.966 8744.192 861.218, 14916.11 8742.181 860.558, 14970.5 8739.9 861.535, 15019.725 8737.587 863.334, 15066.96 8735.228 864.674, 15142.298 8732.189 865.37, 15218.931 8729.581 865.254, 15266.134 8727.49 865.108, 15343.382 8724.562 865.024, 15393.443 8723.776 866.09, 15436.964 8723.621 866.846, 15499.666 8722.089 866.915, 15532.21 8721.304 866.65, 15588.285 8719.723 866.414, 15635.659 8717.662 866.863, 15681.229 8715.549 866.882, 15757.597 8712.493 866.188, 15803.243 8711.796 865.634, 15881.467 8711.452 864.833, 15962.028 8712.852 864.092, 16012.655 8714.165 863.805, 16043.77 8715.355 863.729, 16095.025 8718.107 863.82, 16127.315 8719.974 863.797, 16184.193 8724.301 863.671, 16215.438 8727.16 863.44, 16246.316 8730.095 863.243, 16285.804 8733.438 862.904, 16349.947 8739.252 862.152, 16389.809 8742.662 861.697, 16454.141 8747.759 860.931, 16497.6 8750.998 860.565, 16545.748 8753.792 860.365, 16581.629 8755.764 860.387, 16619.939 8758.124 860.539, 16658.322 8760.272 860.903, 16728.895 8764.424 861.458, 16766.137 8766.352 861.559, 16798.297 8767.819 861.574, 16838.148 8768.758 861.616, 16899.861 8770.486 861.754, 16936.098 8771.179 861.831, 16997.715 8772.611 861.874, 17029.236 8773.254 862.03, 17086.445 8775.349 862.52, 17118.607 8777.161 863.589, 17164.617 8779.371 868.555</trace>
</ink>
</file>

<file path=ppt/ink/ink289.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6996.259 8856.015 533.15, 7028.769 8887.803 796.597, 7073.751 8936.89 839.485, 7110.922 8979.544 867.323, 7138.325 9011.548 866.97, 7186.116 9062.215 866.083, 7216.891 9093.674 865.553, 7271.762 9147.054 864.911, 7306.291 9180.658 864.749, 7353.455 9224.047 864.562, 7398.821 9263.541 864.489, 7452.494 9305.577 864.261, 7485.101 9329.001 864.084, 7535.922 9363.323 863.779, 7566.891 9382.827 863.641, 7601.279 9403.115 863.499, 7656.969 9434.385 863.349, 7689.284 9451.49 863.325, 7743.865 9478.59 863.222, 7781.384 9495.354 863.001, 7846.46 9523.231 862.297, 7881.321 9537.443 861.809, 7914.984 9550.902 861.243, 7957.571 9566.438 860.59, 7989.117 9577.787 859.986, 8026.899 9590.782 859.595, 8066.398 9604.14 859.447, 8097.684 9614.642 859.339, 8139.225 9628.392 859.281, 8177.648 9640.969 859.197, 8212.331 9652.221 859.109, 8257.779 9667.221 858.953, 8291.776 9678.261 858.796, 8332.351 9690.839 858.732, 8380.232 9705.768 858.661, 8414.204 9716.364 858.481, 8461.367 9730.566 858.225, 8504.804 9743.344 858.042, 8545.174 9755.003 857.732, 8597.185 9768.652 857.312, 8637.671 9779.278 856.857, 8681.505 9790.768 856.453, 8734.233 9802.831 856.214, 8768.601 9810.666 856.005, 8814.653 9819.988 856.122, 8856.433 9827.703 856.606, 8895.686 9834.37 856.956, 8945.671 9842.076 857.21, 8983.492 9847.634 857.558, 9027.193 9853.269 857.807, 9080.132 9859.571 857.94, 9114.639 9863.641 858.016, 9161.705 9869.104 858.304, 9217.899 9876.075 858.359, 9279.705 9882.708 858.31, 9320.774 9887.086 858.26, 9371.852 9892.52 858.196, 9430.963 9898.706 857.876, 9469.724 9902.763 857.424, 9521.447 9907.667 857.292, 9559.058 9911.146 857.454, 9605.42 9915.062 857.459, 9660.826 9919.548 857.153, 9704.735 9922.893 856.895, 9749.655 9926.004 856.66, 9798.571 9929.223 856.702, 9833.985 9931.521 856.69, 9880.017 9933.52 856.867, 9923.792 9935.256 857.1, 9960.748 9936.637 857.301, 10006.795 9936.808 857.561, 10043.522 9936.729 858.127, 10082.681 9936.279 858.555, 10130.347 9935.283 858.827, 10161.822 9934.599 859.086, 10204.102 9932.699 859.231, 10241.545 9930.872 859.546, 10276.996 9929.008 859.98, 10320.654 9924.905 860.238, 10354.688 9921.413 860.412, 10390.902 9917.096 860.522, 10433.867 9911.593 860.485, 10497.447 9902.246 860.618, 10539.087 9894.393 860.764, 10583.459 9885.707 861.078, 10648.986 9871.458 861.796, 10686.445 9861.747 862.247, 10744.429 9845.083 862.902, 10775.591 9834.937 863.096, 10829.52 9816.365 863.42, 10876.343 9798.555 863.858, 10947.844 9768.967 864.608, 10994.186 9748.092 864.923, 11042.585 9724.005 865.036, 11092.105 9698.44 864.833, 11135.507 9674.646 865.068, 11166.971 9656.51 865.344, 11222.589 9623.789 865.723, 11257.141 9602.92 865.617, 11310.004 9571.032 864.745, 11361.64 9538.717 863.738, 11415.603 9504.428 862.523, 11462.719 9474.772 862.187, 11502.774 9449.906 862.799, 11546.079 9423.732 863.753, 11596.245 9395.233 864.411, 11646.455 9368.035 864.642, 11690.571 9344.032 864.444, 11736.896 9317.876 864.203, 11784.143 9288.824 864.14, 11830.356 9260.937 864.234, 11871.089 9236.489 864.451, 11921.972 9203.244 865.294, 11971.603 9171.663 867.214, 12008.181 9146.892 867.615, 12072.347 9103.199 866.604, 12109.643 9076.999 865.466, 12166.007 9036.513 864.814, 12209.547 9005.481 865.713, 12256.883 8970.431 870.176, 12304.023 8934.741 870.927, 12344.037 8903.982 871.999, 12382.29 8874.384 872.722, 12427.373 8847.062 871.934, 12484.455 8824.718 870.844, 12549.917 8815.16 869.375, 12585.695 8812.673 869.041, 12617.395 8811.737 868.823, 12652.875 8811.443 868.848, 12691.442 8811.388 868.378, 12754.941 8812.082 866.788, 12791.688 8812.55 865.344, 12859.472 8813.052 862.256, 12920.854 8813.983 860.622, 12957.208 8815.013 860.452, 13013.724 8816.892 860.926, 13067.845 8819.006 862.125, 13102.642 8819.74 862.691, 13160.946 8821.25 863.253, 13198.598 8822.639 863.256, 13257.385 8824.107 862.929, 13292.878 8825.312 862.746, 13361.799 8829.451 861.763, 13393.621 8831.743 861.528, 13428.468 8834.104 861.24, 13472.234 8837.24 860.951, 13540.522 8841.871 860.496, 13581.344 8844.554 860.27, 13614.08 8846.733 860.044, 13656.631 8850.118 859.838, 13691.109 8852.952 859.788, 13729.379 8856.285 859.845, 13777.528 8861.149 859.674, 13810.136 8864.425 859.583, 13853.228 8868.385 859.476, 13896.183 8872.416 859.335, 13932.869 8875.904 859.129, 13980.836 8880.856 858.785, 14020.889 8884.8 858.407, 14061.996 8888.588 858.045, 14112.626 8892.48 857.731, 14145.408 8894.999 857.624, 14189.358 8898.571 857.733, 14233.895 8901.398 857.916, 14269.279 8903.424 858.078, 14313.839 8904.724 858.22, 14350.001 8905.305 858.552, 14386.984 8905.176 858.905, 14431.708 8903.822 859.234, 14500.214 8900.809 859.984, 14538.885 8898.591 860.379, 14606.223 8893.434 860.983, 14667.167 8887.432 861.694, 14716.319 8881.169 863.261, 14748.148 8876.257 864.285, 14805.752 8867.175 865.686, 14860.616 8857.506 865.871, 14921.428 8844.886 866.986, 14979.527 8833.02 869.114, 15013.066 8826.224 870.622, 15050.222 8817.953 871.716, 15106.331 8808.563 871.492, 15156.131 8813.747 869.663, 15203.435 8837.55 868.939, 15261.017 8880.721 868.326, 15295.099 8910.452 867.416, 15329.66 8942.759 866.322, 15362.592 8974.177 865.234, 15400.489 9010.961 864.369, 15449.468 9056.615 863.352, 15501.202 9104.645 862.321, 15548.775 9149.398 861.446, 15602.199 9197.871 860.742, 15633.848 9226.797 860.335, 15691.092 9278.692 859.518, 15726.824 9310.357 859.044, 15785.29 9362.104 858.298, 15818.717 9390.888 858.199, 15882.077 9444.659 858.085, 15915.983 9473.214 858.043, 15987.23 9530.667 857.736, 16018.519 9555.009 857.449, 16054.405 9582.648 857.262, 16098.446 9614.953 857.106, 16170.413 9665.995 856.584, 16211.212 9693.135 856.374, 16248.045 9716.985 856.218, 16298.409 9746.23 855.898, 16337.782 9768.809 855.539, 16383.226 9794.195 855.294, 16440.553 9824.203 855.017, 16478.229 9843.853 854.702, 16530.604 9870.294 854.293, 16582.621 9894.636 853.936, 16628.855 9915.325 852.933, 16689.771 9939.826 851.179, 16740.164 9959.269 849.706, 16793.305 9978.557 848.551, 16866.482 10001.487 846.591, 16954.744 10026.325 845.026, 17032.402 10046.923 843.907, 17106.373 10065.572 841.689, 17199.842 10086.511 837.967, 17263.354 10100.612 834.477, 17346.594 10117.403 830.189, 17443.486 10137.169 824.839, 17507.275 10150.166 819.829, 17589.111 10167.324 815.14, 17668.076 10183.267 812.755, 17732.885 10196.126 811.139, 17811.545 10209.907 812.296, 17862.988 10218.892 815.552, 17927.496 10226.047 821.062, 17993.068 10229.97 826.377, 18035.123 10232.417 831.798, 18091.236 10236.147 855.182</trace>
</ink>
</file>

<file path=ppt/ink/ink290.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8946.621 2797.327 533.15, 8909.889 2751.828 763.94, 8872.541 2711.102 809.44, 8826.847 2668.106 827.78, 8788.459 2637.045 832.71, 8714.731 2582.043 837.567, 8665.057 2548.938 853.799, 8617.189 2518.53 849.852, 8548.719 2479.421 844.221, 8495.205 2449.366 838.424, 8424.576 2414.045 832.096, 8335.391 2373.637 825.248, 8271.042 2344.882 818.722, 8176.364 2306.236 811.113, 8063.022 2264.588 803.201, 7937.885 2223.907 796.26, 7844.122 2194.676 790.988, 7745.499 2167.031 786.706, 7632.929 2140.323 784.528, 7511.875 2117.445 784.3, 7407.159 2100.861 787.519, 7319.146 2088.825 791.604, 7215.619 2079.777 795.843, 7101.995 2074.707 800.36, 6987.174 2074.793 805.054, 6909.774 2075.298 809.305, 6815.469 2081.966 813.06, 6711.796 2094.7 816.283, 6602.821 2113.541 818.859, 6524.285 2127.924 821.106, 6443.215 2147.118 823.11, 6362.183 2170.913 825.569, 6305.465 2188.24 827.589, 6238.829 2213.897 830.707, 6182.645 2238.43 834.478, 6131.438 2263.037 838.018, 6074.106 2294.97 841.375, 6033.473 2318.707 844.498, 5988.85 2348.725 847.354, 5941.743 2384.266 849.908, 5908.304 2410.082 851.795, 5867.751 2447.413 853.281, 5831.959 2483.005 854.687, 5800.675 2516.017 855.377, 5762.92 2559.512 855.592, 5735.397 2592.655 855.77, 5705.978 2632.578 855.814, 5675.271 2678.428 855.883, 5653.438 2711.674 855.89, 5627.651 2756.471 855.882, 5604.776 2800.595 855.9, 5586.082 2838.977 855.842, 5565.417 2887.356 855.836, 5550.828 2924.292 855.98, 5537.411 2966.5 856.163, 5526.065 3014.386 856.491, 5518.637 3046.887 856.831, 5513.965 3087.728 857.317, 5513.2 3134.387 857.913, 5517.02 3185.105 858.551, 5520.034 3220.097 859.202, 5529.282 3260.642 859.718, 5545.378 3304.349 859.967, 5576.505 3369.87 860.133, 5599.604 3403.459 859.944, 5652.673 3463.829 859.401, 5710.854 3512.918 858.746, 5752.269 3539.863 858.214, 5785.888 3560.613 857.786, 5835.451 3584.303 857.126, 5886.177 3605.427 855.718, 5931.823 3622.908 853.617, 5995.603 3641.511 850.335, 6048.233 3655.48 846.912, 6111.268 3669.427 842.863, 6190.26 3681.607 838.694, 6244.879 3689.634 835.429, 6326.869 3696.889 830.801, 6404.756 3701.914 826.139, 6480.249 3705.403 822.483, 6579.638 3708.134 817.674, 6656.723 3710.043 812.877, 6742.36 3711.717 809.424, 6843.612 3710.117 806.751, 6909.702 3708.971 804.527, 6997.915 3704.763 802.538, 7087.377 3702.024 801.487, 7159.133 3700.215 801.558, 7250.249 3701.734 802.838, 7319.763 3703.698 805.562, 7398.443 3708.127 809.615, 7494.107 3706.902 813.367, 7556.239 3706.059 816.397, 7639.536 3697.985 820.673, 7736.875 3683.017 823.493, 7840.176 3669.193 826.612, 7910.695 3659.82 828.546, 7990.62 3652.854 829.901, 8071.29 3647.022 831.517, 8131.705 3642.865 832.793, 8206.681 3631.301 833.797, 8272.305 3617.248 835.431, 8330.428 3602.283 837.383, 8400.269 3576.635 838.259, 8453.487 3555.682 839.726, 8507.93 3531.409 841.133, 8567.725 3502.228 843.296, 8606.955 3482.818 844.335, 8653.826 3458.338 846.215, 8694.584 3435.443 848.388, 8731.631 3413.266 850.761, 8774.998 3385.077 852.705, 8807.54 3362.881 854.423, 8839.694 3338.758 856.232, 8872.389 3310.269 857.793, 8919.891 3265.101 859.937, 8962.415 3215.957 861.661, 8997.221 3164.74 862.481, 9021.096 3108.854 863.4, 9032.844 3061.498 863.885, 9033.155 3026.417 863.954, 9027.746 2983.647 863.801, 9020.97 2950.986 863.497, 9010.085 2919.691 863.073, 8988.882 2883.773 862.492, 8946.746 2829.34 861.274, 8889.746 2771.778 860.271, 8837.834 2729.278 858.897, 8794.021 2694.778 855.654, 8737.638 2656.148 850.941, 8658.693 2611.153 843.543, 8602.439 2579.672 835.778, 8512.613 2538.179 825.726, 8415.562 2498.558 814.807, 8342.435 2469.649 803.317, 8294.957 2450.909 779.199, 8237.286 2427.803 736.878, 8205.635 2413.19 556.893</trace>
</ink>
</file>

<file path=ppt/ink/ink291.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3090.121 10836.651 533.15, 3129.587 10861.616 872.073</trace>
</ink>
</file>

<file path=ppt/ink/ink292.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3175.822 11218.751 533.15, 3179.676 11250.461 767.212</trace>
</ink>
</file>

<file path=ppt/ink/ink293.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294.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295.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296.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297.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298.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299.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300.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301.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302.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303.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304.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13125.194 4898.624 533.15, 13098.132 4941.756 859.786</trace>
</ink>
</file>

<file path=ppt/ink/ink305.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16887.896 4623.593 533.15, 16918.855 4617.798 829.703, 16928.463 4666.549 871.135, 16894.701 4707.138 870.282, 16847.111 4721.753 870.49, 16809.574 4692.802 870.873, 16808.568 4640.986 870.683, 16840.631 4601.63 870.901, 16880.275 4618.01 871.538, 16881.668 4667.025 870.694, 16863.229 4716.562 870.595, 16821.855 4740.334 871.652, 16794.996 4706.888 871.71, 16801.51 4654.389 870.748, 16835.574 4611.363 871.635, 16879.178 4622.583 872.028, 16892.498 4673.354 871.286, 16874.043 4722.509 871.792, 16830.807 4732.17 872.213, 16820.082 4689.949 871.799, 16855.568 4655.011 871.638, 16902.508 4669.964 871.653, 16897.742 4721.766 870.683, 16868.359 4764.112 869.696, 16821.916 4779.406 870.704, 16813.174 4729.931 870.011, 16834.92 4682.13 868.374, 16880.918 4627.979 867.011, 16931.52 4590.706 868.431, 16919.305 4621.696 870.131, 16882.553 4664.277 868.157, 16852.715 4697.679 866.57</trace>
</ink>
</file>

<file path=ppt/ink/ink306.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20026.34 4528.195 533.15, 20026.842 4492.373 816.089, 20042.611 4448.857 871.819, 20086.377 4458.062 871.32, 20120.576 4503.266 869.984, 20138.49 4561.497 870.258, 20104.643 4582.01 871.661, 20068.307 4548.248 870.465, 20042.549 4499.64 869.998, 20044.287 4453.522 871.157, 20083.688 4429.699 871.934, 20124.549 4449.657 870.945, 20144.346 4492.522 871.319, 20118.754 4529.558 871.241, 20075.805 4550.305 870.791, 20022.418 4540.533 871.293, 20000.426 4499.36 871.48, 20017.273 4453.8 871.146, 20057.818 4429.326 870.631, 20104.688 4439.418 870.802, 20135.725 4477.571 870.275, 20135.486 4536.105 869.754, 20101.025 4579.638 869.97, 20050.82 4594.046 870.548, 19999.691 4581.54 870.373, 19966.984 4535.484 871.174, 19983.66 4481.702 870.395, 20027.664 4448.357 870.335, 20070.189 4462.1 870.461, 20080.553 4514.784 869.721, 20062.756 4565.388 869.936, 20013.059 4582.664 870.344, 19965.965 4567.237 869.632, 19937.973 4513.565 869.276, 19950.855 4467.899 868.848, 19992.186 4427.975 868.001, 20044.887 4406.564 867.505, 20095.789 4418.054 868.478, 20099.752 4449.925 868.92, 20070.023 4501.046 867.995, 20024.92 4544.669 866.001, 19994.1 4566.256 679.948</trace>
</ink>
</file>

<file path=ppt/ink/ink307.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21994.744 4401.335 533.15, 22041.35 4362.402 835.703, 22106.877 4345.209 870.357, 22158.115 4369.942 869.701, 22182.514 4411.101 869.042, 22187.719 4443.382 868.961, 22170.373 4494.06 870.004, 22116.727 4506.265 870.109, 22066.578 4474.516 869.409, 22048.018 4424.752 869.371, 22055.852 4372.373 869.786, 22094.434 4331.914 870.257, 22143.012 4318.927 870.607, 22180.977 4351.206 870.897, 22190.506 4407.372 869.896, 22179.021 4458.848 871.159, 22130.928 4471.892 871.182, 22084.076 4450.998 869.842, 22054.609 4405.967 869.813, 22062.992 4357.157 870.351, 22101.039 4324.929 870.573, 22152.486 4331.753 870.516, 22181.822 4371.128 870.441, 22182.783 4419.565 870.58, 22143.059 4453.66 871.131, 22103.289 4435.029 871.62, 22120.686 4393.826 871.42, 22161.334 4402.042 871.77, 22145.82 4444.822 871.41, 22177.963 4447.943 430.332</trace>
</ink>
</file>

<file path=ppt/ink/ink308.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14076.02 4754.512 533.15, 14054.595 4794.187 872.099, 14030.934 4831.673 873.998</trace>
</ink>
</file>

<file path=ppt/ink/ink309.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310.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311.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312.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313.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3589.89 10565.172 533.15, 3603.656 10526.139 872.37, 3585.451 10486.604 872.671, 3540.12 10465.807 872.088, 3490.026 10459.771 871.751, 3441.334 10469.797 871.732, 3411.655 10509.136 871.64, 3411.798 10556.809 871.007, 3437.424 10617.719 869.905, 3475.734 10667.031 869.716, 3523.232 10692.341 870.657, 3574.203 10692.639 870.783, 3613.685 10660.259 871.33, 3621.793 10612.667 871.023, 3608.276 10558.555 870.47, 3577.414 10525.792 869.785, 3518.744 10494.996 868.246, 3468.221 10466.407 867.594</trace>
</ink>
</file>

<file path=ppt/ink/ink314.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6252.919 10607.797 533.15, 6251.464 10558.779 872.584, 6217.705 10518.355 871.82, 6179.439 10491.268 871.138, 6131.726 10471.791 870.502, 6100.353 10464.771 870.441, 6047.259 10468.9 870.632, 6016.085 10503.182 870.729, 6028.716 10552.899 869.742, 6051.634 10595.763 868.998, 6078.44 10632.52 869.133, 6129.045 10673.015 869.473, 6177.035 10699.646 868.862, 6227.583 10712.715 869.26, 6265.197 10681.424 871.285, 6269.109 10628.069 870.472, 6262.664 10596.777 870.029, 6249.369 10564.532 869.671, 6223.587 10526.27 869.366, 6183.596 10493.671 869.247, 6131.446 10473.343 869.376, 6099.514 10467.761 862.923</trace>
</ink>
</file>

<file path=ppt/ink/ink315.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8907.829 10541.323 533.15, 8886.843 10495.823 873.063, 8853.269 10465.487 872.403, 8805.893 10458.766 870.889, 8753.845 10461.872 871.091, 8718.577 10495.832 871.718, 8717.564 10551.258 871.205, 8744.721 10601.562 870.444, 8784.49 10637.685 870.451, 8830.955 10657.528 872.841, 8885.235 10646.045 870.78, 8918.515 10607.914 870.651, 8922.237 10560.066 870.805, 8900.683 10502.946 870.243, 8861.25 10465.456 869.774, 8809.604 10442.626 870.017</trace>
</ink>
</file>

<file path=ppt/ink/ink316.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11681.818 10535.741 533.15, 11658.397 10496.049 872.478, 11623.714 10459.794 871.569, 11577.592 10434.445 871.906, 11533.977 10445.169 872.592, 11515.461 10486.139 870.79, 11520.92 10540.23 870.357, 11552.263 10587.061 870.338, 11587.438 10612.937 870.051, 11634.774 10634.627 869.772, 11666.637 10641.986 869.89, 11724.541 10646.189 870.47, 11770.946 10636.419 871.252, 11814.842 10604.624 872.059, 11803.68 10557.059 871.231, 11772.279 10517.63 869.777, 11732.437 10480.927 868.328, 11685.023 10439.342 866.55</trace>
</ink>
</file>

<file path=ppt/ink/ink317.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2178.99 10565.172 533.15, 2220.983 10547.55 872.144, 2264.897 10551.782 872.424, 2310.949 10559.805 873.176, 2356.96 10563.127 872.539, 2404.401 10561.145 872.278, 2454.253 10561.112 872.018, 2499.002 10558.879 872.87, 2551.401 10557.561 872.694, 2610.201 10557.561 872.398, 2666.149 10557.561 872.539, 2729.996 10557.561 872.423, 2783.728 10556.84 872.738, 2848.41 10554.341 872.306, 2896.432 10553.518 872.21, 2947.495 10552.603 872.326, 3002.817 10551.123 872.048, 3033.979 10551.863 872.604, 3082.844 10553.484 872.205, 3114.806 10555.051 871.359, 3163.312 10556.222 872.213, 3211.858 10558.776 872.193, 3262.142 10561.796 872.694, 3318.025 10565.045 872.398, 3368.454 10567.248 872.854, 3415.721 10552.103 873.359</trace>
</ink>
</file>

<file path=ppt/ink/ink318.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3189.353 10271.874 533.15, 3194.436 10304.795 871.03, 3226.496 10343.435 869.203, 3260.682 10384.41 868.566, 3299.383 10432.181 869.267, 3327.113 10467.643 871.047, 3363.838 10509.675 873.354, 3378.282 10553.41 873.149, 3343.921 10591.35 872.218, 3309.166 10619.788 873.159, 3269.361 10648.528 872.086, 3237.876 10670.915 688.137</trace>
</ink>
</file>

<file path=ppt/ink/ink319.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11874.87 5177.714 533.15, 11912.984 5162.059 815.624, 11948.763 5135.775 845.734, 11989.816 5098.619 869.231, 12030.605 5053.815 869.915, 12047.695 5097.929 870.725, 12046.425 5163.437 868.709, 12045.666 5194.637 868.173, 12041.013 5251.658 868.254, 12032.894 5309.976 869.466, 12026.519 5342.847 847.129</trace>
</ink>
</file>

<file path=ppt/ink/ink320.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11822.548 5378.659 533.15, 11873.839 5375.434 871.585, 11925.459 5367.288 869.055, 11963.546 5362.285 867.335, 11998.894 5358.071 866.108, 12030.96 5355.018 866.045, 12072.89 5351.084 866.377, 12122.348 5344.897 868.367, 12161.695 5339.432 869.725, 12220.422 5331.77 871.777, 12252.4 5328.812 817.561</trace>
</ink>
</file>

<file path=ppt/ink/ink321.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3489.756 10812.802 533.15, 3463.533 10770.438 847.198, 3434.119 10735.199 871.075, 3394.027 10709.502 871.119, 3333.343 10687.827 870.425, 3296.304 10684.146 870.439, 3262.955 10685.288 870.962, 3206.621 10701.982 870.697, 3172.789 10719.448 869.742, 3122.751 10757.396 868.184, 3086.094 10821.165 868.69, 3070.299 10878.589 867.95, 3062.883 10925 866.728, 3065.052 10996.033 864.87, 3080.72 11064.909 864.458, 3095.425 11104.601 864.593, 3127.601 11166.879 865.029, 3168.949 11224.583 865.109, 3201.467 11263.16 867.186, 3235.989 11291.935 870.42, 3287.904 11314.196 871.198, 3340.855 11309.188 870.355, 3372.184 11291.05 869.758, 3412.112 11236.623 868.854, 3429.475 11201.955 868.029, 3443.577 11166.642 866.931, 3460.317 11107.994 865.884, 3470.956 11050.685 865.881, 3475.139 11015.178 866.236, 3476.862 10979.329 866.772, 3475.954 10940.793 867.38, 3469.064 10881.792 867.91, 3461.439 10846.951 868.055, 3448.986 10811.523 868.136, 3409.58 10750.155 867.587, 3373.217 10713.238 866.585, 3338.988 10678.97 865.226, 3313.5 10646.474 570.851</trace>
</ink>
</file>

<file path=ppt/ink/ink322.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5040.483 10018.663 533.15, 5018.604 9985.009 796.804, 4984.914 9942.893 832.682, 4939.548 9899.699 846.341, 4893.905 9865.048 866.998, 4847.896 9841.51 867.431, 4793.683 9821.723 866.874, 4754.792 9811.506 866.176, 4712.953 9803.121 865.137, 4648.524 9793.228 863.383, 4608.77 9791.132 862.537, 4567.051 9791.276 861.918, 4508.795 9794.585 861.747, 4476.861 9800.711 861.923, 4443.866 9809.428 862.282, 4393.872 9826.948 863.38, 4343.518 9855.03 864.792, 4308.735 9882.869 866.442, 4269.478 9940.824 867.472, 4250.814 10001.114 866.944, 4243.647 10049.523 865.939, 4245.396 10098.067 864.841, 4257.319 10146.933 864.165, 4278.305 10194.748 863.708, 4301.644 10232.805 863.644, 4331.485 10266.486 864.054, 4372.341 10300.821 864.254, 4421.829 10331.957 864.013, 4467.819 10356.361 863.527, 4502.467 10372.124 863.157, 4541.838 10387.821 862.829, 4602.691 10409.071 862.397, 4639.31 10418.612 862.219, 4692.184 10430.842 862.378, 4736.709 10437.712 863.615, 4790.003 10440.265 864.596, 4839.628 10437.572 865.334, 4881.863 10430.469 865.787, 4945.113 10409.641 865.704, 4980.455 10391.118 865.881, 5037.465 10339.477 866.459, 5057.28 10307.457 866.779, 5071.805 10273.877 866.74, 5083.163 10214.583 866.265, 5081.825 10175.976 866.201, 5066.401 10112.218 865.854, 5029.536 10045.901 865.053, 4987.91 10000.861 863.852, 4954.265 9976.724 862.88, 4910.325 9949.21 861.623, 4861.324 9920.515 860.205, 4829.501 9901.917 859.013, 4786.131 9876.802 854.661</trace>
</ink>
</file>

<file path=ppt/ink/ink323.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7602.476 9948.129 533.15, 7557.773 9929.398 766.386, 7523.922 9918.335 812.571, 7454.793 9904.747 837.087, 7405.176 9899.676 844.597, 7367.655 9898.812 863.867, 7307.323 9899.367 862.845, 7272.228 9902.432 862.323, 7208.398 9911.792 861.428, 7177.289 9917.797 861.147, 7116.027 9937.093 860.974, 7065.968 9957.911 861.402, 7022.447 9983.729 862.239, 6982.815 10020.846 863.362, 6951.034 10072.581 864.468, 6934.667 10142.987 865.484, 6949.958 10202.184 865.377, 6973.828 10250.787 864.874, 7013.294 10302.17 863.876, 7041.906 10333.879 862.972, 7094.53 10386.957 860.813, 7128.928 10417.119 859.668, 7182.892 10461.428 858.112, 7214.31 10483.509 857.82, 7271.394 10518.523 858.082, 7326.221 10544.672 859.44, 7361.885 10556.75 860.059, 7416.906 10571.491 861.201, 7467.87 10577.513 862.427, 7525.691 10573.392 863.496, 7599.92 10548.426 864.641, 7656.153 10501.098 865.037, 7682.237 10460.476 864.724, 7699.647 10409.979 863.99, 7707.466 10351.625 863.067, 7702.467 10287.358 862.268, 7694.617 10254.747 861.716, 7683.409 10222.014 861.14, 7661.688 10180.668 860.351, 7616.368 10114.617 858.563, 7575.811 10073.201 857.277, 7497.646 10005.097 852.218, 7446.396 9968.125 848.018, 7398.823 9935.698 843.511, 7334.673 9894.566 838.208, 7293.055 9867.989 831.539, 7254.38 9843.038 815.804, 7221.787 9823.3 807.951</trace>
</ink>
</file>

<file path=ppt/ink/ink324.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325.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10490.131 10703.194 533.15, 10447.714 10676.416 835.143, 10407.071 10655.291 869.109, 10353.312 10639.183 868.868, 10299.877 10634.355 869.012, 10265.754 10635.651 869.164, 10217.198 10641.622 868.716, 10145.146 10656.81 867.075, 10090.07 10678.808 865.935, 10047.528 10701.809 865.35, 9993.532 10747.843 864.971, 9958.915 10794.303 864.958, 9935.102 10836.282 865.188, 9911.712 10903.039 865.351, 9904.837 10976.324 865.099, 9908.938 11021.165 864.825, 9927.535 11079.207 864.5, 9951.537 11128.764 864.354, 9982.184 11175.569 864.131, 10018.324 11218.287 863.947, 10053.711 11252.822 863.888, 10105.46 11293.151 865.559, 10155.842 11318.803 869.326, 10200.102 11329.791 869.861, 10244.69 11335.737 868.813, 10311.598 11333.667 866.327, 10367.624 11319.691 866.218, 10411.911 11292.949 868.422, 10462.265 11228.977 868.433, 10487.637 11161.338 866.732, 10496.075 11087.081 865.202, 10494.345 11036.06 864.67, 10488.797 10992.698 864.041, 10479.637 10920.137 862.369, 10474.966 10867.088 861.033, 10471.919 10832.753 859.977, 10467.41 10788.522 855.816</trace>
</ink>
</file>

<file path=ppt/ink/ink326.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327.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328.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329.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330.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331.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332.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333.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334.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335.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336.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7616.008 8003.123 533.15, 7582.494 8020.504 797.013, 7529.751 8057.594 839.272, 7485 8100.724 867.576, 7451.584 8147 868.51, 7434.053 8192.662 870.623, 7476.81 8222.561 870.826, 7529.754 8231.04 869.31, 7568.819 8232.66 868.359, 7623.29 8231.868 867.437, 7661.006 8232.374 867.461, 7717.613 8233.373 869.636, 7764.856 8219.799 876.608</trace>
</ink>
</file>

<file path=ppt/ink/ink337.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7652.995 7956.439 533.15, 7652.995 8009.84 871.192, 7652.995 8043.615 869.866, 7652.995 8077.954 868.509, 7652.995 8116.339 867.292, 7652.995 8182.668 865.616, 7652.995 8239.86 865.07, 7652.995 8270.999 866.176, 7654.321 8319.12 867.589, 7657.019 8365.017 870.692, 7664.737 8401.57 871.915, 7680.999 8442.614 872.647</trace>
</ink>
</file>

<file path=ppt/ink/ink338.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8148.253 7859.011 533.15, 8120.875 7802.662 835.302, 8080.859 7759.19 847.422, 8044.454 7730.901 865.762, 7997.547 7703.348 864.137, 7964.276 7687.996 863.192, 7931.436 7674.95 862.456, 7899.046 7663.433 861.837, 7854.703 7651.339 860.921, 7813.641 7641.897 859.736, 7773.442 7634.073 858.547, 7721.466 7628.311 857.255, 7683.721 7624.516 856.306, 7636.265 7623.706 855.691, 7587.02 7625.525 855.417, 7546.815 7627.895 855.298, 7493.63 7636.141 855.05, 7447.783 7645.75 854.927, 7402.839 7657.753 854.736, 7347.547 7677.998 854.461, 7309.132 7692.871 854.283, 7262.207 7716.701 854.075, 7214.305 7746.423 853.918, 7178.852 7769.494 853.72, 7136.532 7804.619 853.455, 7093.456 7850.303 853.26, 7053.982 7904.03 853.247, 7027.736 7941.794 853.328, 7004.904 7989.649 853.48, 6987.611 8042.69 853.682, 6975.693 8082.765 853.86, 6968.885 8138.33 853.916, 6966.616 8186.719 853.971, 6968.084 8236.8 853.873, 6978.903 8301.127 852.63, 6987.651 8347.656 851.314, 7008.633 8409.816 848.631, 7041.169 8481.906 844.435, 7066.555 8535.432 839.891, 7111.257 8608.09 833.589, 7155.862 8672.979 826.983, 7201.952 8734.287 820.241, 7262.931 8806.013 813.534, 7307.633 8857.652 808.925, 7363.139 8912.523 805.573, 7424.843 8967.253 804.701, 7469.507 9005.944 804.922, 7529.008 9049.568 808.484, 7579.879 9083.415 814.582, 7630.719 9113.181 821.043, 7694.601 9143.089 827.236, 7741.372 9163.587 833.13, 7795.001 9182.181 838.655, 7853.708 9197.101 843.251, 7895.758 9207.019 847.275, 7949.308 9213.212 850.269, 8006.775 9214.488 852.907, 8061.638 9208.041 854.55, 8101.6 9202.026 855.447, 8138.866 9191.652 856.443, 8174.747 9173.71 857.44, 8228.695 9135.965 859.032, 8275.179 9085.098 859.978, 8300.073 9048.033 860.07, 8335.766 8983.592 859.803, 8353.969 8937.605 859.167, 8366.527 8904.697 858.492, 8379.968 8857.893 857.654, 8390.628 8812.558 856.943, 8398.955 8771.231 856.324, 8406.003 8719.638 855.958, 8410.709 8683.353 855.762, 8413.618 8631.604 855.542, 8414.374 8573.34 855.266, 8414.599 8532.139 855.039, 8411.781 8477.206 854.761, 8407.441 8427.125 854.431, 8402.243 8381.608 854.229, 8391.478 8324.5 853.99, 8382.17 8281.313 853.918, 8368.464 8232.801 853.802, 8348.474 8176.044 853.794, 8334.717 8137.792 853.946, 8312.669 8087.699 854.014, 8290.056 8042.3 854.01, 8268.638 8002.658 854.16, 8237.465 7954.76 854.299, 8212.157 7918.467 854.539, 8181.361 7880.064 854.759, 8141.106 7836.642 854.869, 8071.99 7771.812 854.79, 8028.106 7739.183 854.529, 7989.546 7712.575 854.261, 7932.59 7683.03 853.515, 7884.141 7660.547 852.559, 7824.394 7637.773 850.548, 7736.02 7614.762 845.75, 7614.762 7595.146 837.638, 7495.505 7582.646 826.675, 7395.666 7574.536 814.331, 7273.811 7573.817 795.658, 7194.828 7573.477 762.681, 7135.699 7570.116 716.64, 7093.228 7571.855 682.385, 7060.308 7574.339 650.939</trace>
</ink>
</file>

<file path=ppt/ink/ink339.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7942.572 13132.296 533.15, 7946.389 13084.771 842.673, 7935.911 13036.866 871.029, 7924.997 13005.521 870.958, 7899.79 12948.741 870.672, 7873.435 12901.976 870.784, 7842.008 12856.552 871.147, 7796.656 12803.418 870.481, 7767.333 12772.347 869.01, 7724.749 12730.713 866.829, 7668.992 12684.034 867.651, 7628.382 12653.413 868.693, 7590.889 12629.812 868.89, 7547.003 12604.487 869.954, 7501.833 12583.596 870.72, 7440.949 12562.294 869.928, 7370.469 12545.758 869.006, 7337.449 12539.538 868.687, 7299.119 12535.136 868.631, 7266.248 12533.009 868.385, 7218.112 12530.063 867.155, 7164.134 12533.167 866.665, 7111.757 12539.501 865.545, 7042.966 12554.081 864.652, 6984.229 12573.845 865.007, 6950.334 12589.035 865.975, 6901.115 12618.641 866.934, 6842.951 12665.721 867.377, 6794.554 12720.138 867.245, 6757.965 12783.685 867.387, 6742.388 12819.695 867.338, 6729.952 12853.233 867.339, 6717.187 12902.683 867.252, 6711.397 12952.862 867.943, 6710.779 12992.445 867.893, 6714.821 13061.108 866.867, 6725.768 13131.044 865.239, 6734.759 13171.725 864.978, 6756.131 13235.431 865.08, 6786 13297.854 865.684, 6817.809 13349.755 865.978, 6845.329 13390.636 865.842, 6873.376 13427.858 865.589, 6920.938 13479.904 865.328, 6974.287 13528.031 865.243, 7008.797 13556.097 865.401, 7048.267 13587.664 865.444, 7089.875 13619.104 865.289, 7124.335 13644.61 865.178, 7157.142 13667.071 865.74, 7188.696 13686.831 866.858, 7246.394 13714.643 868.23, 7283.906 13729.608 868.178, 7315.257 13740.575 868.347, 7354.272 13751.645 869.352, 7391.153 13758.666 869.522, 7459.173 13764.706 868.013, 7517.467 13764.78 865.692, 7548.603 13761.899 865.933, 7608.496 13746.968 866.605, 7669.666 13722.803 866.699, 7705.946 13705.625 866.46, 7761.9 13671.649 866.041, 7813.073 13631.762 865.752, 7859.441 13588.39 865.831, 7899.722 13543.655 866.472, 7942.448 13484.564 867.044, 7964.207 13440.339 867.071, 7990.211 13368.329 866.562, 8004.549 13291.952 865.627, 8006.251 13241.445 864.833, 8003.679 13207.65 864.442, 7995.313 13150.829 863.627, 7985.382 13112.461 862.985, 7960.376 13040.094 861.364, 7944.365 13004.516 860.393, 7924.531 12966.624 859.343, 7893.725 12917.771 858.129, 7871.665 12883.306 857.018, 7840.846 12838.235 855.052, 7807.25 12788.495 849.605, 7784.979 12754.984 838.489</trace>
</ink>
</file>

<file path=ppt/ink/ink340.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18440.43 5913.498 533.15, 18439.369 5882.355 747.649</trace>
</ink>
</file>

<file path=ppt/ink/ink341.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342.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343.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344.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-286.477 9690.858 533.15, -251.868 9707.186 816.361, -219.909 9726.181 685.292</trace>
</ink>
</file>

<file path=ppt/ink/ink345.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1269.663 7370.857 533.15, 1315.917 7370.857 796.022, 1375.552 7370.857 831.762, 1424.271 7370.857 841.424, 1461.594 7371.577 844.288, 1497.049 7372.363 863.191, 1533.81 7373.997 862.151, 1583.55 7375.778 860.91, 1618.863 7377.021 859.741, 1666.421 7378.464 858.477, 1720.326 7379.964 857.219, 1761.614 7381.099 856.148, 1818.998 7382.375 854.602, 1887.608 7383.205 853.038, 1964.209 7384.454 851.467, 2018.681 7385.367 850.711, 2081.725 7386.562 849.683, 2155.959 7387.326 848.521, 2243.856 7388.544 846.797, 2319.829 7389.674 845.191, 2392.615 7390.773 842.906, 2485.605 7392.025 839.443, 2592.042 7394.991 835.35, 2695.012 7399.124 831.111, 2769.225 7402.299 827.239, 2857.085 7407.239 823.192, 2932.078 7411.496 820.959, 2999.558 7415.371 819.791, 3077.451 7419.858 820.784, 3160.468 7424.212 824.433, 3235.372 7428.549 828.782, 3290.025 7431.829 833.248, 3352.449 7435.912 837.965, 3405.413 7439.557 842.552, 3454.091 7443.059 846.698, 3509.2 7446.557 850.689, 3547.2 7449.094 853.852, 3589.7 7452.791 856.529, 3630.631 7456.117 858.54, 3701.453 7461.49 862.398, 3750.658 7464.156 867.303, 3795.455 7466.154 870.615, 3845.258 7466.729 872.494, 3878.645 7464.134 872.578, 3912.256 7460.73 865.602</trace>
</ink>
</file>

<file path=ppt/ink/ink346.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1427.532 8184.786 533.15, 1474.018 8184.787 871.04, 1526.855 8186.666 869.403, 1561.415 8190.927 869.367, 1622.267 8197.012 869.296, 1656.43 8198.95 869.141, 1695.114 8200.728 869.369, 1733.706 8202.479 870.305, 1777.891 8203.651 870.11, 1817.71 8204.537 869.503, 1885.684 8206.087 867.887, 1929.515 8207.964 866.799, 1962.355 8209.49 865.694, 2004.183 8211.922 864.191, 2041.418 8214.152 862.694, 2074.882 8216.204 861.315, 2115.424 8218.975 860.086, 2146.42 8221.142 859.146, 2180.01 8223.439 858.469, 2219.571 8226.998 858.481, 2281.491 8232.919 859.323, 2314.519 8235.999 859.913, 2381.933 8242.466 861.178, 2441.307 8248.025 862.286, 2479.605 8251.648 862.591, 2544.39 8258.021 862.705, 2579.281 8261.653 862.452, 2648.618 8268.284 861.706, 2711.659 8273.532 861.298, 2750.719 8277.152 861.263, 2811.707 8282.792 861.4, 2845.636 8285.729 861.512, 2911.439 8291.023 861.809, 2972.07 8294.867 862.216, 3010.627 8296.761 862.359, 3069.888 8300.023 862.471, 3103.455 8301.787 862.458, 3168.901 8304.088 862.337, 3210.606 8304.664 862.339, 3254.259 8305.023 862.374, 3319.212 8305.396 862.554, 3351.696 8305.479 862.783, 3415.272 8304.832 863.007, 3472.801 8303.387 863.082, 3508.448 8301.445 863.079, 3562.799 8298.634 863.145, 3618.098 8295.976 863.362, 3671.461 8293.554 863.775, 3725.547 8289.972 864.255, 3771.523 8286.139 864.932, 3819.643 8282.779 865.506, 3874.207 8278.541 865.481, 3930.615 8274.572 865.007, 3979.583 8271.386 864.71, 4030.195 8268.644 864.577, 4085.132 8265.949 864.344, 4145.39 8262.666 864.2, 4195.628 8259.631 864.014, 4247.358 8256.849 863.8, 4312.003 8253.965 863.851, 4348.644 8252.235 863.936, 4402.561 8249.433 864.047, 4454.592 8247.755 864.418, 4527.923 8244.158 865.208, 4603.43 8239.667 865.604, 4664.349 8236.243 865.646, 4696.534 8234.767 866.559, 4736.207 8233.068 867.667, 4784.86 8231.024 868.313, 4818.909 8229.714 868.162, 4850.165 8228.869 867.566, 4916.781 8227.969 865.796, 4972.769 8227.595 863.683, 5024.665 8227.454 862.348, 5076.272 8228.024 862.374, 5125.51 8230.643 864.838, 5170.488 8232.744 866.886, 5215.047 8235.219 868.016, 5248.018 8237.542 868.743, 5279.731 8240.067 869.177, 5327.809 8242.943 869.315, 5381.687 8244.993 868.865, 5417.676 8245.623 868.248, 5483.193 8246.453 866.344, 5534.79 8245.657 865.53, 5583.313 8244.396 866.136, 5638.229 8242.139 868.776, 5701.304 8236.937 869.813, 5778.177 8230.097 870, 5838.547 8224.805 870.323, 5870.673 8220.991 870.415, 5904.814 8216.928 870.614, 5956.19 8208.855 870.003, 6018.043 8192.297 870.461, 6069.204 8163.875 870.154, 6108.341 8115.613 869.321, 6119.93 8079.784 868.734, 6125.865 8042.517 868.047, 6127.465 8006.86 867.195, 6122.734 7945.281 866.043, 6117.068 7905.796 865.844, 6110.015 7867.529 866.22, 6097.379 7804.181 867.222, 6083.694 7745.99 868.33, 6076.413 7712.638 868.948, 6066.648 7664.996 871.457, 6053.716 7618.859 872.817, 6009.605 7576.171 871.212, 5972.94 7564.944 869.977, 5906.604 7555.47 868.138, 5862.304 7553.464 866.865, 5786.229 7554.696 865.057, 5733.534 7557.567 864.076, 5698.69 7559.217 863.54, 5667.446 7560.86 863.072, 5596.71 7565.206 862.011, 5532.374 7568.724 861.107, 5492.605 7570.993 860.686, 5420.899 7575.386 860.019, 5386.837 7577.542 859.911, 5350.134 7579.9 859.959, 5303.989 7582.685 859.855, 5271.432 7584.653 859.743, 5229.884 7587.185 859.763, 5180.174 7590.091 859.61, 5125.079 7592.69 859.562, 5083.497 7594.919 859.492, 5039.151 7597.971 859.322, 4987.577 7601.195 859.059, 4952.373 7603.38 858.792, 4908.104 7605.411 858.48, 4861.765 7608.026 858.325, 4827.463 7610.031 858.204, 4784.003 7612.579 858.212, 4749.183 7614.456 858.592, 4712.933 7616.148 858.991, 4668.648 7617.961 859.379, 4637.521 7619.214 859.809, 4600.973 7620.636 860.148, 4561.083 7622.004 860.416, 4493.944 7624.315 860.949, 4460.903 7625.503 861.212, 4429.462 7626.655 861.429, 4390.556 7627.399 861.524, 4328.662 7628.179 862, 4288.093 7627.654 862.188, 4244.023 7626.583 862.385, 4207.847 7625.346 862.501, 4173.885 7623.816 862.55, 4134.149 7622.091 862.554, 4073.005 7618.714 862.515, 4036.298 7615.516 862.497, 3972.626 7609.528 862.288, 3938.821 7605.701 862.244, 3869.24 7596.678 862.02, 3806.722 7588.134 861.701, 3773.385 7582.971 861.694, 3705.146 7572.316 861.857, 3672.298 7567.171 861.927, 3639.69 7561.799 861.973, 3598.468 7555.629 861.813, 3532.397 7545.231 861.222, 3491.873 7539.01 860.926, 3424.247 7528.892 860.477, 3389.422 7523.934 860.416, 3355.982 7519.311 860.46, 3313.867 7513.624 860.438, 3281.987 7509.518 860.307, 3245.074 7505.341 860.272, 3200.008 7500.296 860.216, 3149.807 7495.072 860.301, 3108.993 7490.823 860.505, 3070.437 7486.795 860.652, 3024.203 7482.954 860.771, 2953.631 7477.405 860.896, 2909.741 7474.408 860.778, 2878.123 7472.281 860.669, 2836.991 7470.2 860.489, 2801.073 7468.55 860.344, 2766.674 7467.111 860.321, 2724.584 7466.189 860.229, 2691.734 7465.607 860.318, 2655.842 7465.246 860.352, 2620.167 7465.476 860.53, 2552.736 7467.449 861.142, 2518.704 7469.167 861.368, 2486.932 7471.024 861.61, 2447.206 7473.678 861.731, 2384.588 7477.976 861.819, 2348.822 7480.031 861.875, 2287.39 7483.198 861.927, 2254.515 7484.74 861.968, 2193.651 7487.338 862.355, 2158.185 7488.201 862.667, 2121.628 7488.744 863.082, 2068.061 7489.305 864.071, 2017.688 7489.519 865.211, 1939.868 7489.598 865.954, 1879.958 7488.5 865.985, 1847.175 7487.188 866.661, 1814.879 7485.604 869.219, 1766.665 7481.443 872.652, 1718.334 7477.205 872.949, 1672.345 7512.59 871.354, 1658.087 7566.367 868.729, 1654.016 7605.997 867.45, 1650.746 7651.174 866.518, 1647.491 7694.309 865.755, 1641.686 7773.617 864.407, 1638.965 7826.352 863.616, 1637.186 7858.815 863.286, 1634.599 7910.1 863.099, 1632.22 7963.604 863.33, 1630.878 8017.329 863.679, 1629.548 8066.139 864.306, 1629.009 8104.129 865.236, 1628.799 8138.565 866.386, 1627.201 8189.14 869.207, 1615.188 8232.599 873.124, 1583.389 8228.392 818.344</trace>
</ink>
</file>

<file path=ppt/ink/ink347.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2485.707 6278.345 533.15, 2536.508 6278.344 796.031, 2598.925 6279.091 831.687, 2676.643 6282.806 844.739, 2712.046 6284.461 863.999, 2782.058 6287.292 862.712, 2848.789 6290.221 861.647, 2899.714 6292.185 860.848, 2932.976 6293.461 860.035, 2980.012 6295.712 859.292, 3025.089 6297.644 858.663, 3067.496 6299.315 857.993, 3124.933 6300.933 857.198, 3170.101 6302.125 856.428, 3220.688 6304.188 855.398, 3284.932 6306.249 853.803, 3326.977 6307.584 853.123, 3385.701 6308.431 851.884, 3448.653 6309.505 850.227, 3498.366 6310.38 848.765, 3570.811 6311.481 846.78, 3632.741 6312.192 845.206, 3700.776 6312.646 842.585, 3788.536 6314.332 838.869, 3846.773 6315.459 835.602, 3929.972 6316.899 831.448, 4017.28 6318.404 826.429, 4082.611 6319.535 822.055, 4164.11 6320.803 818.403, 4232.357 6321.927 816.811, 4297.584 6323.068 817.048, 4374.984 6325.251 818.496, 4427.618 6326.73 822.398, 4490.225 6328.333 827.129, 4558.742 6329.914 831.784, 4628.907 6331.65 836.828, 4686.181 6333.11 841.907, 4737.096 6334.438 846.512, 4792.386 6336.917 850.798, 4831.328 6338.752 854.126, 4872.663 6340.25 856.842, 4942.597 6343.658 862.953, 4984.243 6346.546 866.027, 5038.042 6349.039 871.165</trace>
</ink>
</file>

<file path=ppt/ink/ink348.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4385.552 6079.43 533.15, 4431.965 6088.71 872.217, 4468.851 6100.688 870.288, 4504.239 6114.165 868.061, 4571.447 6142.055 865.023, 4617.625 6160.94 863.96, 4667.21 6183.038 863.36, 4729.358 6210.385 863.174, 4769.594 6228.588 863.008, 4800.59 6242.748 862.845, 4832.359 6256.57 862.709, 4868.187 6272.312 862.508, 4922.575 6296.93 861.959, 4985.954 6326.192 864.293, 5018.716 6342.189 867.126, 5038.537 6380.171 871.969, 4975.079 6400.855 869.178, 4930.295 6413.611 866.869, 4885.794 6426.219 865.016, 4835.355 6441.189 863.613, 4779.173 6457.471 862.782, 4725.356 6473.582 862.697, 4677.76 6487.154 863.033, 4619.825 6504.25 866.441, 4566.641 6518.347 872.066, 4534.249 6522.436 818.833</trace>
</ink>
</file>

<file path=ppt/ink/ink349.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5856.894 8584.646 533.15, 5824.789 8557.365 795.509, 5777.011 8528.562 831.664, 5707.879 8500.226 845.142, 5650.479 8481.489 863.836, 5607.005 8470.007 862.831, 5535.255 8451.974 860.945, 5482.434 8440.544 859.737, 5420.716 8428.497 858.541, 5371.175 8419.027 857.596, 5320.112 8409.543 856.69, 5258.35 8398.594 855.828, 5215.693 8391.065 855.128, 5160.681 8381.797 854.471, 5094.509 8370.984 853.667, 5018.882 8359.281 853.045, 4959.432 8350.427 852.854, 4898.438 8341.913 852.723, 4820.439 8331.402 851.734, 4728.262 8320.63 849.368, 4637.289 8310.76 845.599, 4565.37 8303.185 841.51, 4474.811 8294.667 836.444, 4375.353 8286.487 831.349, 4274.032 8279.132 827.66, 4207.613 8274.359 825.073, 4127.778 8270.553 824.035, 4040.345 8268.118 824.843, 3949.149 8266.603 827.77, 3886.263 8265.671 831.268, 3815.094 8265.104 835.047, 3736.834 8265.419 838.596, 3683.847 8265.725 842.156, 3614.752 8266.682 844.883, 3544.153 8267.331 846.252, 3489.898 8267.755 846.643, 3421.204 8268.759 846.492, 3362.037 8269.412 846.133, 3306.401 8269.838 845.32, 3240.529 8270.834 845.528, 3197.322 8271.496 846.55, 3140.709 8272.442 847.594, 3073.544 8273.776 848.412, 2999.956 8276.796 849.499, 2939.323 8279.692 850.826, 2882.133 8283.521 852.328, 2814.052 8288.7 853.483, 2760.701 8292.867 854.239, 2703.875 8297.475 854.868, 2642.207 8303.778 855.01, 2595.901 8308.699 854.719, 2537.067 8316.75 854.564, 2494.162 8322.957 854.631, 2442.952 8331.561 854.577, 2382.639 8343.261 854.52, 2343.067 8350.978 854.551, 2292.132 8362.84 854.632, 2236.95 8377.877 854.715, 2197.979 8388.749 854.779, 2149.623 8403.874 854.842, 2105.907 8418.636 855.22, 2065.929 8432.944 855.4, 2016.968 8451.774 855.664, 1982.344 8465.441 856.329, 1944.12 8481.934 856.942, 1908.594 8498.546 857.704, 1846.383 8530.06 859.485, 1792.603 8561.778 861.276, 1743.613 8597.738 862.713, 1706.423 8635.411 863.774, 1678.361 8678.617 865.039, 1660.833 8719.065 866.083, 1651.522 8755.124 866.772, 1654.654 8815.471 866.997, 1666.122 8851.794 866.775, 1707.321 8905.234 865.807, 1769.995 8952.523 864.351, 1825.883 8982.741 863.088, 1868.07 9000.48 862.182, 1921.346 9020.407 861.017, 1980.299 9039.945 859.671, 2021.658 9053.454 858.384, 2078.208 9068.992 856.608, 2132.416 9082.79 854.662, 2181.709 9094.79 852.408, 2246.823 9108.956 849.753, 2298.041 9119.657 847.735, 2361.833 9131.83 845.186, 2445.618 9145.851 841.648, 2500.3 9154.934 838.185, 2581.281 9166.867 835.291, 2648.553 9176.053 833.506, 2724.89 9185.173 830.591, 2814.536 9194.904 827.53, 2877.479 9201.654 825.325, 2961.791 9209.372 822.48, 3052.075 9217.17 819.465, 3118.27 9222.788 817.051, 3204.249 9229.059 814.871, 3286.275 9234.558 812.966, 3355.715 9238.966 811.458, 3442.9 9243.79 810.226, 3511.941 9247.331 811.546, 3584.427 9250.573 812.534, 3670.522 9253.933 813.571, 3726.414 9256.08 817.261, 3801.43 9258.151 820.742, 3873.167 9259.922 824.254, 3934.212 9261.323 828.58, 4012.266 9262.214 831.92, 4076.788 9262.781 834.432, 4141.591 9263.121 836.647, 4221.626 9262.618 837.993, 4274.4 9262.255 839.018, 4343.853 9261.305 841.218, 4423.236 9259.426 842.271, 4508.552 9256.035 843.832, 4569.871 9253.436 845.479, 4635.677 9250.15 846.63, 4707.054 9245.135 847.94, 4754.012 9241.801 849.207, 4813.873 9237.008 850.259, 4874.241 9231.776 851.31, 4921.259 9227.62 852.375, 4981.423 9221.51 853.083, 5028.247 9216.352 854.06, 5078.207 9210.089 854.689, 5131.836 9202.865 855.322, 5172.95 9197.209 855.872, 5224.564 9189.432 856.303, 5282.428 9179.695 856.77, 5339.802 9167.642 857.244, 5385.195 9157.438 857.628, 5423.483 9147.812 858.203, 5465.249 9134.581 858.792, 5527.02 9114.017 860.127, 5559.006 9101.52 860.871, 5617.615 9076.228 862.348, 5669.333 9051.314 863.421, 5715.731 9024.403 864.103, 5753.675 8998.263 865.021, 5784.956 8972.15 865.908, 5827.087 8928.223 867.215, 5870.715 8871.409 867.725, 5889.614 8840.39 867.717, 5907.092 8807.706 867.78, 5929.574 8750.431 868.075, 5942.271 8692.429 868.591, 5942.482 8643.823 869.34, 5916.787 8591.191 869.258, 5864.999 8546.481 867.736, 5826.579 8518.082 865.773</trace>
</ink>
</file>

<file path=ppt/ink/ink350.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3695.437 9447.288 533.15, 3670.722 9393.492 841.563, 3613.27 9360.612 867.834, 3569.277 9341.441 866.415, 3526.035 9324.844 865.231, 3475.015 9307.084 863.958, 3438.501 9295.49 863.203, 3393.696 9281.862 862.386, 3342.701 9266.788 861.519, 3308.899 9256.811 860.741, 3263.994 9244.249 859.898, 3219.113 9232.162 859.197, 3181.5 9222.178 858.516, 3132.934 9209.457 857.827, 3077.499 9194.394 857.35, 3015.625 9178.328 856.893, 2949.769 9161.852 856.752, 2893.56 9148.036 856.74, 2843.162 9135.846 856.697, 2782.889 9123.244 856.522, 2736.389 9113.833 856.267, 2685.527 9104.21 855.917, 2624.096 9093.845 855.462, 2556.648 9083.771 855.062, 2495.002 9075.419 854.763, 2445.886 9069.09 854.519, 2388.065 9062.359 854.548, 2345.845 9057.664 854.722, 2297.169 9053.04 855.338, 2245.989 9048.865 855.963, 2206.493 9045.781 856.562, 2154.857 9043.103 856.988, 2110.816 9041.717 857.313, 2067.181 9041.284 857.818, 2013.14 9042.648 858.035, 1971.591 9044.074 858.014, 1926.842 9046.492 857.776, 1874.493 9050.728 857.515, 1840.398 9053.543 857.142, 1796.421 9058.811 857.14, 1746.159 9067.279 857.242, 1694.638 9078.196 857.692, 1658.881 9085.967 858.234, 1619.698 9096.454 858.767, 1577.155 9110.91 859.519, 1515.939 9134.796 860.763, 1484.799 9150.674 861.216, 1430.821 9184.062 861.893, 1385.239 9219.816 862.352, 1347.23 9260.465 862.847, 1317.797 9305.527 863.409, 1298.358 9347.72 864.177, 1285.734 9390.512 865.069, 1279.473 9440.321 865.435, 1283.411 9502.184 864.859, 1296.011 9557.899 863.624, 1320.2 9614.478 862.266, 1342.782 9651.629 861.426, 1383.296 9709.1 860, 1433.587 9765.302 858.868, 1468.289 9797.314 858.422, 1531.776 9849.292 857.604, 1575.474 9879.995 857.104, 1647.774 9926.346 856.277, 1693.897 9951.963 855.728, 1729.328 9971.117 855.335, 1780.073 9994.249 854.864, 1825.193 10013.352 854.493, 1871.152 10031.307 854.282, 1930.688 10051.905 854.03, 1972.955 10066.125 853.73, 2026.141 10081.788 853.492, 2091.085 10098.253 852.967, 2162.766 10113.476 852.951, 2213.692 10123.969 853.277, 2272.534 10134.172 853.491, 2340.49 10143.539 853.66, 2387.096 10149.819 853.726, 2444.648 10155.735 853.65, 2505.321 10160.452 853.547, 2551.128 10163.771 853.501, 2610.636 10166.563 853.571, 2660.46 10168.292 853.824, 2710.336 10169.354 853.86, 2770.858 10168.593 853.803, 2814.347 10167.732 854.036, 2865.557 10165.476 854.293, 2915.569 10162.209 854.649, 2957.831 10158.974 855.12, 3011.225 10152.718 855.526, 3057.525 10147.087 855.927, 3101.139 10141.558 856.291, 3154.296 10133.821 856.545, 3192.25 10128.149 856.776, 3236.262 10120.987 856.992, 3281.476 10112.768 857.241, 3316.607 10106.154 857.501, 3360.98 10095.76 857.819, 3395.981 10086.79 858.357, 3431.927 10076.22 859.132, 3474.016 10062.53 859.699, 3538.207 10038.647 860.385, 3573.686 10021.694 860.696, 3629.4 9991.325 861.215, 3677.341 9959.026 861.973, 3716.625 9925.064 862.772, 3748.955 9885.075 864.098, 3771.388 9844.831 865.11, 3787.545 9778.972 865.383, 3792.257 9723.823 865.127, 3788.362 9669.281 864.827, 3778.247 9630.412 864.271, 3756.049 9565.281 862.867, 3733.198 9521.162 861.619, 3688.007 9448.743 859.216, 3650.23 9401.162 856.461, 3621.745 9366.19 853.329, 3572.204 9313.856 848.068, 3517.864 9259.71 841.698, 3463.852 9207.615 834.375, 3383.317 9131.672 824.464, 3331.087 9082.555 808.107, 3285.022 9039.142 777.042, 3240.773 8998.207 753.398</trace>
</ink>
</file>

<file path=ppt/ink/ink351.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11990.341 2561.369 533.15, 12018.72 2521.888 765.654, 12042.428 2471.384 834.376, 12036.738 2414.917 868.93, 11999.98 2368.983 868.156, 11962.431 2339.778 866.386, 11927.204 2319.352 865.109, 11862.123 2286.589 862.437, 11806.903 2263.762 860.612, 11741 2240.034 857.399, 11685.871 2221.488 853.906, 11630.436 2204.389 849.965, 11561.604 2185.652 846.013, 11475.958 2166.133 842.183, 11387.013 2147.38 839.06, 11312.978 2132.299 835.632, 11208.86 2114.221 829.828, 11088.721 2095.768 822.152, 10959.166 2078.874 813.919, 10872.937 2067.849 806.899, 10768.909 2057.47 800.789, 10650.351 2047.371 795.865, 10521.882 2038.931 792.017, 10418.396 2032.76 790.315, 10319.308 2029.616 789.717, 10202.633 2028.873 790.243, 10126.543 2028.529 791.162, 10026.954 2029.811 794.112, 9910.111 2032.692 796.761, 9781.706 2037.987 798.615, 9678.158 2042.824 800.18, 9578.828 2048.263 801.401, 9462.474 2057.406 801.257, 9383.178 2063.78 799.862, 9285.123 2072.893 797.761, 9185.276 2083.387 796.271, 9106.641 2091.922 795.538, 9006.926 2105.011 794.904, 8924.167 2116.521 797.575, 8842.047 2128.668 800.01, 8743.181 2144.288 802.757, 8675.063 2155.137 804.976, 8592.902 2168.768 809.953, 8517.178 2181.883 816.211, 8450.317 2193.822 821.438, 8368.308 2209.801 826.123, 8304.668 2222.262 830.325, 8239.277 2235.183 834.031, 8164.062 2250.382 836.49, 8113.539 2260.631 838.697, 8051.333 2273.597 842.072, 7995.212 2285.17 845.506, 7947.153 2295.029 847.661, 7891.254 2307.681 849.372, 7846.596 2317.64 851.42, 7803.298 2327.08 853.148, 7755.774 2337.868 854.772, 7724.567 2344.976 856.36, 7688.733 2353.483 858.15, 7656.074 2361.493 860.007, 7594.811 2376.886 862.246, 7543.016 2390.196 864.008, 7477.272 2409.111 865.837, 7441.061 2420.395 867.261, 7393.333 2437.873 868.625, 7355.654 2453.704 869.275, 7300.6 2482.984 868.81, 7268.762 2502.83 868.041, 7220.071 2540.536 866.855, 7172.209 2587.24 866.019, 7145.873 2619.897 865.837, 7104.965 2679.89 865.521, 7067.181 2747.16 864.846, 7044.914 2793.695 864.296, 7025.176 2844.84 863.838, 7005.489 2905.435 863.631, 6989.175 2966.916 863.153, 6977.035 3028.883 862.517, 6971.094 3068.38 862.086, 6962.705 3131.942 861.23, 6959.013 3174.469 860.805, 6956.669 3222.63 860.439, 6955.721 3265.29 860.309, 6955.565 3302.824 860.18, 6956.146 3349.006 860.131, 6956.176 3420.521 860.111, 6955.972 3466.592 860.009, 6955.843 3499.277 859.896, 6956.421 3542.455 859.758, 6957.492 3582.17 859.609, 6958.785 3618.108 859.459, 6961.86 3662.555 859.282, 6964.33 3695.851 859.22, 6967.37 3734.982 859.181, 6970.804 3776.142 859.3, 6973.505 3807.574 859.565, 6977.502 3849.348 859.788, 6980.455 3887.839 859.946, 6982.65 3921.708 860.045, 6984.069 3963.005 860.25, 6984.848 4027.97 860.734, 6984.412 4062.668 861.062, 6982.855 4129.392 861.735, 6982.193 4162.1 861.969, 6981.426 4229.254 862.435, 6981.832 4286.138 862.497, 6988.575 4363.795 863.358, 6998.283 4405.331 864.699, 7026.508 4463.156 865.999, 7070.966 4507.529 866.7, 7109.694 4529.938 866.45, 7182.503 4550.084 865.133, 7236.275 4557.229 863.72, 7272.443 4561.906 862.371, 7325.007 4564.856 860.728, 7378.096 4565.839 857.884, 7425.237 4565.869 854.837, 7490.605 4563.105 850.887, 7544.729 4560.076 847.462, 7610.335 4554.946 843.313, 7697.848 4547.582 838.851, 7762.441 4542.059 834.325, 7862.328 4532.871 827.625, 7964.577 4522.79 818.276, 8050.597 4514.044 808.733, 8163.862 4502.25 796.919, 8253.431 4493.021 788.094, 8352.353 4483.048 780.073, 8473.937 4471.079 775.299, 8553.36 4463.262 771.755, 8662.309 4454.095 770.848, 8765.563 4445.369 772.488, 8856.314 4437.688 774.895, 8972.089 4430.051 777.522, 9065.701 4424.034 779.358, 9166.036 4417.867 781.486, 9289.747 4411.749 782.773, 9370.421 4407.796 784.2, 9480.979 4402.421 785.588, 9585.878 4397.316 787.22, 9675.602 4392.965 787.561, 9787.252 4388.194 786.955, 9877.052 4384.626 787.652, 9968.302 4381.4 788.212, 10077.594 4378.621 790.341, 10150.029 4376.821 792.682, 10245.286 4374.419 796.85, 10329.385 4371.781 802.089, 10405.552 4369.022 807.074, 10496.542 4365.99 811.291, 10569.234 4362.948 815.474, 10640.958 4359.022 819.19, 10721.905 4353.058 822.674, 10805.752 4345.772 827.562, 10880.134 4338.76 832.916, 10937.024 4333.248 837.873, 11003.106 4323.921 842.151, 11050.189 4317.018 845.716, 11105.192 4306.56 848.821, 11166.386 4290.858 851.464, 11206.211 4280.587 853.618, 11256.082 4264.396 855.612, 11303.811 4245.428 856.969, 11340.716 4229.752 857.588, 11385.228 4207.172 857.938, 11450.602 4169.196 858.731, 11488.372 4141.653 859.062, 11542.114 4096.304 859.595, 11593.776 4042.431 859.84, 11620.569 4007.648 859.92, 11643.361 3976.339 859.891, 11664.912 3944.919 859.65, 11688.393 3905.04 859.474, 11726.838 3836.043 859.082, 11748.462 3791.269 858.689, 11764.607 3756.602 858.271, 11783.928 3708.669 857.741, 11799.975 3665.562 857.155, 11814.701 3622.63 856.596, 11831.882 3566.577 856.046, 11843.481 3527.768 855.619, 11856.447 3476.166 855.252, 11870.002 3421.9 855.038, 11880.874 3377.982 854.891, 11893.919 3319.26 854.63, 11908.773 3250.023 854.239, 11923.747 3174.219 853.768, 11933.828 3122.84 853.19, 11944.086 3060.772 853.193, 11953.356 3000.532 853.389, 11960.83 2950.542 853.438, 11970.411 2888.702 853.379, 11977.954 2836.206 853.377, 11984.643 2785.619 853.267, 11991.793 2726.144 853.211, 11996.744 2684.231 853.317, 12000.776 2636.236 853.642, 12002.892 2587.123 854.312, 12004.076 2550.671 854.878, 12002.251 2505.108 855.651, 11997.71 2466.171 856.707, 11990.984 2430.746 857.58, 11975.718 2390.427 858.34, 11941.234 2332.139 859.692, 11906.345 2302.156 859.937, 11828.946 2254.205 859.16, 11774.142 2230.539 856.097, 11720.474 2209.971 851.259, 11685.632 2196.73 845.433, 11636.278 2178.36 826.45</trace>
</ink>
</file>

<file path=ppt/ink/ink352.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8240.269 2214.282 533.15, 8239.5 2266.594 794.99, 8234.717 2330.781 831.296, 8229.741 2378.01 841.415, 8227.396 2413.177 844.563, 8224.742 2474.589 863.366, 8224.612 2514.685 862.729, 8226.306 2585.714 861.277, 8227.669 2622.634 860.61, 8228.921 2658.793 859.996, 8230.39 2705.779 859.418, 8231.372 2736.673 859.134, 8232.647 2780.314 859.003, 8233.477 2827.183 858.883, 8234.017 2864.429 858.704, 8234.359 2914.689 858.364, 8234.283 2959.892 857.888, 8233.87 3003.398 857.358, 8233.597 3059.082 856.845, 8233.387 3096.41 856.528, 8232.628 3148.221 856.12, 8231.641 3203.955 855.694, 8230.847 3246.241 855.323, 8228.089 3303.362 854.975, 8225.344 3355.499 854.69, 8222.592 3404.356 854.339, 8218.566 3466.368 853.994, 8215.54 3511.431 853.792, 8211.427 3565.826 853.597, 8206.887 3625.91 853.518, 8203.572 3669.55 853.489, 8197.904 3726.782 853.462, 8191.66 3791.442 853.452, 8184.522 3857.364 853.975, 8179.805 3900.739 854.548, 8173.231 3953.029 855.246, 8167.368 4004.064 856.123, 8163.262 4040.417 856.911, 8157.743 4083.867 857.763, 8148.493 4159.749 861.505, 8142.898 4209.626 864.461, 8138.132 4247.609 867.691, 8132.822 4281.75 870.108, 8119.958 4328.618 871.303, 8099.071 4373.401 870.416, 8055.166 4410.438 868.768, 7986.094 4442.817 866.34, 7929.91 4462.098 864.131, 7891.041 4472.798 862.913, 7859.323 4481.194 861.911, 7824.211 4489.193 860.928, 7780.723 4498.361 860, 7709.6 4513.249 858.69, 7669.788 4521.235 858.304, 7634.385 4528.129 858.072, 7590.079 4537.249 857.971, 7555.742 4544.318 858.096, 7518.56 4551.993 858.289, 7476.791 4560.595 858.56, 7409.951 4573.967 859.227, 7374.827 4580.519 859.734, 7312.131 4589.182 860.805, 7267.544 4593.585 864.225, 7229.281 4588.597 866.921, 7192.474 4577.322 868.513, 7142.118 4547.601 868.477, 7096.779 4502.381 866.78, 7066.087 4450.233 865.553, 7045.16 4401.846 864.729, 7034.897 4369.069 864.314, 7019.899 4312.19 863.607, 7012.38 4275.448 862.995, 7006.285 4244.142 862.318, 6999.533 4201.251 861.518, 6994.535 4167.317 860.789, 6989.485 4128.792 860.037, 6985.301 4080.407 859.268, 6982.58 4048.203 858.674, 6979.585 4002.644 858.111, 6977.641 3957.257 857.69, 6976.428 3918.252 857.38, 6975.67 3867.348 857.127, 6975.399 3826.017 856.926, 6975.697 3781.516 856.733, 6976.523 3726.393 856.56, 6977.104 3690.064 856.455, 6979.092 3640.481 856.347, 6981.601 3591.639 856.284, 6983.955 3550.568 856.281, 6987.725 3497.8 856.203, 6991.04 3454.993 856.211, 6994.889 3410.591 856.315, 7000.27 3357.538 856.429, 7005.682 3299.711 856.637, 7011.214 3247.063 856.937, 7015.666 3206.303 857.262, 7019.18 3159.28 857.725, 7021.449 3121.459 858.236, 7022.912 3085.042 858.819, 7023.193 3043.903 859.546, 7023.457 2989.019 862.943, 7021.913 2939.772 865.758, 7020.605 2890.982 868.077, 7022.385 2838.495 870.402, 7043.592 2780.375 869.786, 7089.875 2726.189 867.382, 7134.312 2693.038 865.163, 7168.773 2671.889 863.819, 7233.016 2635.098 861.413, 7277.935 2611.902 860.038, 7350.99 2575.785 857.668, 7397.248 2554.775 856.68, 7433.912 2538.445 855.935, 7484.792 2517.48 855.212, 7530.39 2499.623 854.681, 7575.323 2482.895 854.305, 7632.909 2462.355 853.884, 7673.349 2447.976 853.655, 7723.646 2430.187 853.503, 7776.789 2412.094 853.461, 7816.478 2398.732 853.528, 7866.673 2381.869 853.986, 7921.289 2364.644 854.558, 7975.72 2348.073 855.629, 8011.157 2337.295 856.541, 8049.984 2326.219 857.585, 8083.461 2317.581 858.857, 8130.376 2306.339 861.597, 8164.609 2298.615 858.058</trace>
</ink>
</file>

<file path=ppt/ink/ink353.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5275.032 2743.031 533.15, 5309.476 2737.188 705.351, 5340.567 2730.465 763.419, 5397.174 2716.785 807.925, 5432.933 2707.68 818.16, 5473.096 2696.786 824.864, 5533.249 2680.3 827.299, 5575.584 2668.689 828.97, 5640.822 2649.337 827.897, 5724.57 2624.078 840.334, 5787.792 2604.909 833.371, 5877.974 2577.195 824.936, 5956.057 2553.135 816.921, 6025.998 2529.782 810.147, 6099.875 2503.875 807.184, 6152.036 2485.455 806.09, 6210.758 2462.448 808.585, 6261.511 2441.93 813.985, 6300.867 2426.593 821.098, 6361.012 2402.934 844.859, 6394.784 2396.238 854.906</trace>
</ink>
</file>

<file path=ppt/ink/ink354.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5786.529 2608.561 533.15, 5794.144 2664.222 872.002, 5803.311 2731.013 868.953, 5808.61 2775.898 867.262, 5814.337 2819.029 865.909, 5826.279 2896.096 864.466, 5834.209 2948.044 863.719, 5838.545 2979.171 863.453, 5844.931 3025.325 864.696, 5849.459 3057.551 866.494, 5854.425 3092.175 871.568, 5866.135 3150.149 871.974, 5872.146 3181.33 849.808</trace>
</ink>
</file>

<file path=ppt/ink/ink355.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6348.543 2395.437 533.15, 6357.182 2446.389 871.398, 6367.896 2498.746 868.653, 6376.492 2540.47 866.806, 6386.714 2587.905 865.214, 6393.163 2619.356 864.453, 6404.005 2676.77 863.317, 6410.138 2716.25 862.831, 6418.952 2789.261 861.563, 6422.073 2830.768 860.59, 6424.325 2867.247 859.662, 6425.134 2913.109 858.961, 6425.567 2991.735 859.25, 6424.705 3047.061 863.196, 6425.103 3081.3 866.46, 6423.456 3113.854 851.361</trace>
</ink>
</file>

<file path=ppt/ink/ink356.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6412.593 2409.646 533.15, 6423.464 2363.602 847.293, 6479.425 2316.795 868.881, 6516.895 2295.057 867.304, 6564.489 2271.909 865.615, 6597.958 2257.225 864.579, 6658.453 2232.757 862.495, 6690.762 2220.089 861.91, 6725.229 2208.121 865.464, 6776.325 2196.078 867.343, 6808.122 2191.175 868.391, 6840.938 2191.01 813.853</trace>
</ink>
</file>

<file path=ppt/ink/ink357.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6426.125 2764.344 533.15, 6457.857 2733.942 872.086, 6507.081 2688.304 868.826, 6560.989 2641.544 866.415, 6606.486 2606.435 866.154, 6664.42 2575.227 866.619, 6713.78 2556.389 867.658, 6748.891 2545.516 861.036</trace>
</ink>
</file>

<file path=ppt/ink/ink358.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2007.589 5050.854 533.15, 2032.616 5018.51 796.826, 2057.557 4973.384 840.769, 2070.919 4920.214 870.208, 2047.458 4872.815 870.513, 2006.922 4842.208 869.658, 1955.804 4818.616 869.1, 1923.849 4807.577 868.977, 1867.244 4793.316 868.767, 1833.904 4788.382 868.348, 1799.62 4784.002 867.714, 1744.654 4778.227 866.233, 1710.309 4777.226 865.397, 1674.344 4778.053 864.739, 1620.624 4780.431 863.931, 1545.484 4792.102 863.993, 1485.489 4808.056 864.535, 1439.371 4824.281 865.129, 1384.752 4850.684 865.557, 1340.183 4875.876 865.816, 1283.48 4916.647 866.087, 1231.192 4966.992 866.064, 1200.686 5000.907 865.658, 1156.149 5058.724 865.084, 1118.389 5123.111 865.058, 1092.886 5190.117 864.81, 1081.808 5230.435 865.011, 1075.15 5286.231 865.341, 1073.177 5331.258 866.029, 1082.394 5397.465 866.514, 1105.201 5461.558 866.148, 1136.676 5518.551 865.532, 1160.467 5551.47 865.657, 1208.98 5600.555 866.013, 1268.505 5643.798 865.371, 1307.458 5667.073 864.768, 1372.865 5698.738 864.407, 1429.345 5720.428 865.076, 1484.102 5735.478 867.094, 1523.283 5742.56 867.874, 1565.404 5746.576 868.255, 1607.794 5746.964 868.135, 1648.064 5743.49 867.672, 1699.373 5732.533 867.54, 1762.322 5709.821 867.17, 1794.643 5693.358 867.292, 1845.616 5657.611 868.101, 1885.605 5617.215 868.338, 1927.202 5559.724 867.661, 1958.057 5500.839 868.666, 1969.796 5467.356 868.984, 1980.828 5433.131 868.517, 1995.788 5376.036 867.168, 2004.581 5340.052 866.711, 2013.133 5301.919 866.565, 2020.7 5262.351 866.7, 2026.835 5229.302 867.028, 2032.419 5195.555 867.436, 2036.396 5159.862 867.684, 2038.251 5123.431 867.845, 2037.686 5092.429 868.002, 2029.098 5031.258 868.398, 2004.98 4967.727 868.683, 1972.306 4920.254 868.947, 1927.605 4881.287 868.871, 1874.813 4854.681 868.832, 1814.111 4837.636 867.829, 1783.028 4826.37 844.36</trace>
</ink>
</file>

<file path=ppt/ink/ink359.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1994.057 5843.471 533.15, 2004.372 5804.482 796.779, 1998.937 5753.554 840.456, 1961.47 5709.616 868.235, 1894.08 5674.792 866.821, 1856.636 5663.365 866.269, 1816.861 5655.74 865.952, 1756.879 5651.677 865.367, 1720.897 5651.718 865.008, 1682.493 5653.738 864.612, 1649.844 5656.546 864.292, 1590.402 5665.996 863.806, 1555.86 5674.291 863.687, 1521.369 5684.437 863.696, 1468.881 5703.444 863.748, 1421.033 5726.521 863.924, 1365.532 5761.021 864.119, 1320.562 5797.333 864.381, 1284.196 5835.717 864.573, 1255.538 5875.654 864.841, 1235.32 5913.528 865.089, 1215.883 5978.134 865.316, 1213.324 6036.077 865.452, 1216.813 6079.779 865.662, 1237.57 6146.044 865.704, 1273.532 6207.155 865.402, 1301.04 6241.502 865.115, 1353.503 6290.89 864.992, 1390.463 6319.395 864.951, 1433.538 6346.645 864.742, 1482.246 6371.873 864.424, 1525.838 6391.85 864.138, 1572.284 6409.65 864.013, 1644.339 6427.565 866.344, 1701.464 6431.537 866.89, 1747.896 6430.394 866.879, 1786.191 6425.078 866.677, 1842.675 6406.362 866.286, 1901.566 6366.727 866.76, 1929.36 6335.693 866.957, 1965.936 6272.65 866.769, 1981.884 6211.809 866.187, 1987.246 6144.28 865.589, 1983.084 6073.552 865.056, 1974.831 6028.83 864.915, 1947.272 5960.377 864.806, 1917.822 5918.834 864.734, 1869.225 5876.189 863.919, 1800.996 5839.208 862.263, 1735.184 5816.318 860.213, 1689.346 5809.992 859.18, 1649.261 5806.403 858.443, 1616.738 5808.667 858.427, 1569.968 5810.153 859.237</trace>
</ink>
</file>

<file path=ppt/ink/ink360.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2915.112 6371.713 533.15, 2957.898 6362.908 866.914</trace>
</ink>
</file>

<file path=ppt/ink/ink361.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362.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5589.869 5581.634 533.15, 5544.665 5573.426 796.335, 5512.909 5568.951 824.931, 5477.303 5564.43 839.07, 5445.406 5562.024 847.469, 5412.349 5560.9 867.713, 5381.024 5562.556 869.013, 5348.748 5569.029 869.583, 5303.585 5582.524 869.686, 5253.463 5601.445 869.334, 5202.941 5624.804 868.391, 5171.615 5645.427 867.93, 5125.826 5683.01 867.152, 5074.454 5740.13 866.796, 5039.704 5804.871 867.711, 5024.037 5866.658 867.504, 5017.186 5929.678 866.389, 5018.059 5982.205 865.729, 5026.369 6052.513 865.85, 5036.833 6091.575 866.124, 5060.904 6153.534 866.262, 5090.263 6213.562 866.002, 5109.551 6247.284 865.869, 5136.355 6289.029 866.501, 5177.598 6338.992 868.401, 5224.391 6380.156 870.012, 5257.717 6400.862 870.018, 5305.905 6419.31 869.5, 5342.189 6421.697 869.47, 5379.355 6418.022 869.165, 5443.989 6389.904 869.049, 5496.861 6347.584 868.573, 5530.418 6311.091 867.733, 5556.84 6274.885 867.92, 5575.77 6243.842 868.127, 5593.643 6209.383 867.747, 5622.022 6147.625 869.55, 5633.53 6112.4 869.76, 5643.166 6078.549 869.083, 5655.466 6016.076 868.118, 5661.821 5954.85 867.254, 5663.693 5919.392 866.96, 5663.371 5885.261 866.898, 5662.267 5850.458 867.206, 5654.174 5793.161 868.194, 5640.396 5742.562 869.234, 5624.86 5699.606 869.991, 5596.553 5647.719 870.452, 5562.269 5613.17 870.445, 5514.359 5582.733 869.301, 5483.462 5552.214 428.87</trace>
</ink>
</file>

<file path=ppt/ink/ink363.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1946.245 6598.538 533.15, 1910.08 6569.319 847.56, 1862.458 6545.665 870.54, 1804.168 6528.819 870.131, 1742.589 6517.107 869.831, 1682.329 6511.807 869.974, 1647.728 6512.355 869.801, 1588.986 6517.297 868.972, 1550.333 6523.385 868.478, 1510.822 6531.223 867.889, 1445.229 6550.632 866.634, 1384.594 6574.222 865.489, 1349.221 6591.519 865.501, 1299.946 6622.155 867.548, 1242.76 6675.087 868.077, 1210.165 6714.709 867.446, 1176.159 6763.895 867.887, 1160.792 6807.563 868.589, 1151.459 6879.911 868.482, 1157.517 6945.54 867.006, 1167.174 6983.295 866.068, 1196.197 7041.879 865.43, 1220.002 7075.168 865.248, 1267.083 7121.539 865.24, 1324.582 7160.875 865.361, 1390.966 7193.122 864.927, 1433.227 7208.952 864.989, 1505.429 7228.025 865.268, 1554.142 7236.235 864.932, 1608.373 7242.706 864.385, 1663.496 7243.601 863.994, 1697.297 7242.78 864.076, 1730.189 7240.625 865.586, 1791.764 7226.257 867.405, 1844.008 7206.287 868.754, 1876.148 7187.387 869.194, 1910.61 7157.861 868.779, 1952.251 7111.312 867.285, 1977.071 7075.72 866.205, 1996.517 7041.533 865.75, 2020 6986.097 865.925, 2029.765 6950.823 866.361, 2039.149 6892.709 866.919, 2041.409 6835.732 867.02, 2039.081 6800.258 867.138, 2033.607 6763.471 867.188, 2022.077 6722.947 867.362, 2002.764 6677.922 867.23, 1984.111 6640.697 866.963, 1965.782 6609.375 866.781, 1918.198 6551.032 866.989, 1868.113 6504.261 867.478, 1814.676 6466.486 867.859, 1761.545 6437.556 870.404, 1705.917 6414.969 872.844, 1656.436 6400.088 872.184, 1600.614 6385.955 872.44, 1549.478 6385.023 873.157</trace>
</ink>
</file>

<file path=ppt/ink/ink364.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2048.184 11195.409 533.15, 1998.853 11148.956 813.426, 1941.541 11106.008 843.417, 1906.612 11085.446 866.818, 1872.774 11068.224 866.76, 1809.521 11043.069 866.38, 1741.071 11021.887 865.682, 1678.466 11009.766 865.282, 1628.411 11002.444 864.947, 1597.251 10999.428 864.843, 1563.577 10997.479 864.81, 1513.731 10996.932 865.015, 1474.591 11000.438 865.941, 1408.198 11016.649 867.358, 1357.117 11041.378 867.509, 1320.559 11064.494 867.143, 1275.745 11108.378 866.474, 1244.074 11159.871 866.193, 1230.315 11196.271 866.129, 1220.748 11235.765 866.164, 1213.86 11305.825 865.67, 1213.651 11336.734 865.428, 1215.488 11371.834 865.088, 1218.485 11403.814 864.735, 1227.759 11462.944 864.007, 1239.86 11514.278 863.509, 1255.932 11564.284 863.323, 1276.802 11613.508 863.651, 1301.97 11660.566 864.057, 1329.198 11700.443 864.215, 1380.335 11757.982 864.431, 1416.387 11790.6 864.475, 1461.413 11826.007 864.919, 1504.678 11849.107 867.4, 1543.866 11863.247 868.321, 1580.383 11872.468 868.778, 1644.182 11877.038 868.081, 1682.317 11873.206 867.267, 1729.167 11859.133 866.584, 1788.576 11829.291 866.031, 1820.216 11806.475 866.206, 1873.298 11753.338 867.071, 1906.574 11711.203 868.283, 1927.329 11678.643 868.46, 1949.743 11642.292 867.996, 1968.297 11610.719 867.236, 1986.246 11576.427 866.575, 2002.471 11542.506 866.424, 2016.752 11505.626 866.797, 2034.724 11444.02 867.781, 2042.039 11412.389 868.238, 2046.505 11379.022 868.378, 2049.761 11341.124 868.552, 2051.085 11310.047 868.734, 2049.335 11255.16 869.099, 2040.57 11203.701 869.41, 2026.313 11161.283 869.845, 1998.975 11108.35 870.602, 1966.236 11067.598 871.02, 1931.968 11038.604 871.554, 1889.021 10999.96 870.574, 1856.937 10955.392 870.197</trace>
</ink>
</file>

<file path=ppt/ink/ink365.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1269.663 6942.072 533.15, 1237.011 6942.937 797.757, 1178.207 6951.1 839.656, 1142.818 6964.223 847.621, 1108.902 6978.759 867.156, 1047.092 7011.704 866.155, 988.362 7049.462 865.289, 941.777 7083.184 864.385, 890.393 7124.611 863.334, 827.992 7183.43 861.958, 791.959 7220.312 861.214, 738.78 7276.834 860.076, 707.595 7313.983 859.593, 674.858 7355.399 859.227, 647.972 7390.176 859.154, 624.592 7423.91 859.204, 598.244 7465.236 859.182, 569.799 7512.063 859.212, 542.579 7559.347 859.23, 522.798 7594.241 859.218, 499.084 7638.314 859.069, 479.624 7675.597 858.871, 460.797 7712.92 858.719, 439.125 7759.091 858.544, 414.555 7811.859 858.239, 391.478 7864.922 857.976, 374.855 7903.818 857.763, 355.245 7952.232 857.576, 340.063 7991.232 857.492, 324.779 8033.068 857.555, 306.35 8084.995 857.517, 293.775 8120.726 857.519, 278.658 8166.338 857.485, 264.086 8213.84 857.447, 252.911 8251.281 857.375, 238.703 8301.106 857.235, 227.525 8341.463 857.045, 216.265 8384.19 856.923, 203.54 8436.883 856.73, 194.553 8474.389 856.666, 183.856 8520.336 856.706, 172.981 8571.249 856.721, 165.137 8608.707 856.708, 155.943 8658.373 856.573, 148.316 8704.332 856.499, 141.929 8746.375 856.439, 134.603 8799.338 856.434, 129.503 8837.029 856.548, 123.775 8883.265 856.991, 118.594 8932.814 857.399, 114.841 8970.745 857.661, 109.574 9021.402 857.908, 104.242 9080.01 857.967, 99.552 9144.043 857.924, 96.37 9188.69 857.732, 93.838 9239.896 857.402, 91.423 9294.618 857.087, 89.711 9334.1 856.808, 89.592 9384.13 856.592, 90.079 9427.045 856.82, 91.137 9469.221 856.991, 93.144 9520.588 857.062, 94.707 9557.893 857.21, 96.787 9600.927 857.369, 100.074 9644.677 857.775, 103.165 9680.575 858.23, 108.706 9727.199 858.6, 114.496 9770.368 858.846, 119.9 9807.864 858.947, 127.246 9855.676 858.87, 132.762 9890.715 858.823, 139.74 9932.053 858.751, 149.073 9981.548 858.668, 159.926 10035.604 858.777, 169.474 10079.243 858.973, 179.549 10120.934 859.118, 192.057 10169.05 859.406, 200.232 10200.418 859.637, 210.964 10242.819 859.796, 224.371 10289.786 859.689, 233.634 10321.96 859.546, 246.33 10364.04 859.444, 258.983 10403.043 859.349, 270.679 10437.564 859.198, 286.568 10480.768 859.02, 299.006 10514.049 858.968, 313.169 10550.718 858.832, 328.799 10588.877 858.958, 358.181 10657.821 859.647, 373.702 10692.692 859.874, 388.026 10724.105 860.108, 406.558 10761.648 860.285, 437.106 10820.975 860.75, 457.609 10856.184 861.004, 491.618 10910.602 861.279, 528.759 10963.644 861.372, 567.83 11015.397 861.624, 607.989 11063.859 862.185, 653.263 11112.126 863.497, 696.66 11152.952 864.645, 735.581 11185.568 865.252, 800.739 11235.089 865.196, 840.686 11263.405 864.847, 882.975 11290.211 864.676, 924.414 11314.712 864.917, 960.89 11335.483 865.501, 1009.535 11360.012 866.521, 1064.179 11384.09 869.803, 1116.541 11405.197 871.254, 1147.755 11417.587 872.245, 1192.902 11434.995 872.081, 1238.591 11433.538 872.674</trace>
</ink>
</file>

<file path=ppt/ink/ink366.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977.379 10949.81 533.15, 1009.432 10992.299 871.869, 1049.893 11053.751 867.772, 1085.992 11108.321 865.51, 1123.291 11165.985 864.912, 1145.71 11200.974 865.104, 1175.651 11247.632 866.019, 1209.651 11300.509 868.454, 1240.387 11351.032 872.77, 1258.277 11401.562 872.298, 1234.533 11447.93 870.465, 1184.574 11482.233 868.594, 1152.19 11498.938 867.768, 1116.193 11515.197 866.849, 1051.238 11543.267 865.453, 981.138 11573.32 864.59, 937.619 11593.748 864.28, 872.54 11627.533 864.276, 821.652 11657.378 866.879, 778.026 11685.617 870.569, 739.843 11713.261 873.798</trace>
</ink>
</file>

<file path=ppt/ink/ink367.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368.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1967.896 7349.544 533.15, 1995.63 7302.524 851.397, 1966.221 7269.345 871.157, 1915.485 7248.053 869.594, 1864.533 7235.096 868.415, 1825.974 7227.358 868.001, 1786.84 7221.125 868.551, 1726.099 7217.124 868.488, 1690.159 7217.015 868.013, 1656.959 7217.472 867.289, 1601.212 7219.645 865.856, 1554.162 7223.85 865.036, 1482.162 7234.923 864.928, 1415.12 7252.515 865.465, 1375.466 7265.356 865.806, 1324.933 7285.821 866.284, 1275.698 7311.878 868.912, 1217.522 7352.446 868.984, 1162.317 7398.486 866.872, 1130.888 7427.563 865.675, 1087.077 7476.13 864.8, 1063.254 7507.929 865.42, 1031.782 7561.445 866.623, 1005.368 7629.81 868.351, 993.551 7692.325 867.938, 991.97 7745.431 867.165, 998.412 7817.432 865.958, 1008.352 7855.482 865.931, 1035.301 7913.63 865.998, 1075.22 7969.25 866.027, 1105.525 8002.749 865.536, 1159.106 8052.596 864.825, 1222.946 8098.699 864.501, 1266.566 8125.835 864.158, 1314.708 8151.531 863.893, 1370.008 8175.337 863.769, 1421.565 8195.006 863.626, 1471.25 8211.241 863.556, 1518.56 8222.913 864.131, 1561.126 8230.8 865.862, 1622.177 8235.759 868.36, 1671.723 8232.102 869.214, 1717.403 8224.25 869.055, 1761.735 8212.64 867.673, 1824.302 8186.062 865.413, 1876.488 8151.513 865.198, 1922.649 8110.749 865.827, 1961.176 8064.461 866.742, 1995.323 8007.582 868.778, 2010.382 7973.154 869.096, 2033.985 7910.057 867.821, 2045.552 7869.879 866.555, 2057.256 7804.565 865.492, 2063.919 7739.415 865.575, 2062.714 7671.157 865.893, 2059.637 7629.635 866.009, 2049.311 7562.023 865.746, 2036.02 7503.77 865.542, 2023.484 7458.753 865.504, 1998.472 7395.441 865.814, 1980.949 7360.666 866.416, 1949.17 7309.013 866.952, 1902.411 7248.126 867.151, 1854.889 7204.117 867.462, 1808.317 7177.285 869.928, 1754.321 7163.833 871.302, 1721.505 7159.355 851.602</trace>
</ink>
</file>

<file path=ppt/ink/ink369.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2633.654 7977.751 533.15, 2685.766 7977.751 795.089, 2761.088 7977.751 830.289, 2806.071 7977.752 835.01, 2888.288 7977.752 839.995, 2945.833 7977.752 856.067, 2997.065 7977.752 851.76, 3075.709 7977.752 845.27, 3140.737 7977.752 838.442, 3223.541 7977.752 830.723, 3333.11 7977.752 821.995, 3407.49 7977.752 813.841, 3509.899 7977.752 805.351, 3628.288 7977.752 796.903, 3751.209 7976.493 790.105, 3844.489 7975.199 786.402, 3932.849 7973.393 785.159, 4029.678 7970.778 787.916, 4128.273 7969.078 793.581, 4212.543 7967.973 802.734, 4277.841 7967.254 811.796, 4347.443 7966.789 820.453, 4415.954 7966.484 828.987, 4478.993 7965.568 837.376, 4519.42 7964.985 844.852, 4562.398 7963.896 851.277, 4606.601 7962.48 856.71, 4651.116 7960.32 860.752, 4685.834 7957.603 863.398, 4718.179 7953.729 864.51, 4766.777 7948.009 869.445</trace>
</ink>
</file>

<file path=ppt/ink/ink370.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7822.591 7927.007 533.15, 7775.712 7934.548 766.224, 7735.876 7940.723 811.882, 7698.274 7945.479 821.951, 7624.792 7951.54 832.781, 7575.161 7952.902 834.379, 7526.284 7953.437 834.245, 7440.524 7946.349 846.245, 7373.869 7940.125 838.373, 7268.2 7919.455 827.499, 7107.865 7875.455 798.331, 7000.481 7845.698 768.757, 6930.976 7826.322 722.233, 6875.246 7812.396 655.054, 6815.064 7793.182 586.733</trace>
</ink>
</file>

<file path=ppt/ink/ink371.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2122.157 10469.267 533.15, 2123.3 10438.021 798.519, 2104.1 10392.534 840.37, 2062.845 10350.19 866.999, 2025.393 10322.041 865.557, 1978.913 10292.145 864.072, 1925.354 10262.16 863.193, 1873.377 10237.687 862.59, 1833.351 10222.473 862.157, 1788.287 10207.833 861.693, 1753.482 10197.462 861.269, 1715.745 10188.268 860.835, 1669.963 10180.244 860.406, 1618.817 10174.52 859.966, 1576.14 10171.45 859.742, 1537.361 10170.233 859.752, 1491.36 10172.147 859.636, 1441.555 10177.623 859.532, 1392.021 10186.983 859.513, 1358.299 10193.719 859.603, 1318.533 10207.109 859.621, 1275.927 10226.289 859.639, 1234.759 10251.927 859.733, 1178.507 10295.507 860.308, 1151.522 10327.333 860.509, 1128.822 10365.446 860.624, 1112.723 10403.008 860.645, 1095.475 10470.096 860.416, 1092.752 10501.341 860.291, 1093.54 10534.857 860.132, 1099.878 10573.235 859.943, 1116.952 10639.465 859.492, 1131.537 10675.431 859.349, 1166.167 10743.082 858.908, 1205.211 10802.348 858.383, 1232.789 10835.684 858.197, 1278.229 10883.844 858.415, 1328.784 10927.492 859.268, 1361.433 10949.279 859.611, 1399.558 10971.081 860.013, 1441.466 10991.141 860.373, 1505.521 11016.376 861.169, 1564.83 11031.078 862.052, 1600.159 11035.864 862.25, 1658.538 11038.943 862.25, 1689.425 11036.558 862.306, 1735.12 11029.061 862.635, 1804.447 11005.466 863.625, 1844.907 10983.345 864.503, 1902.231 10935.733 865.225, 1936.58 10896.654 865.039, 1970.936 10847.54 864.3, 2003.517 10785.284 863.196, 2019.321 10743.609 862.563, 2032.126 10703.062 861.987, 2049.04 10633.917 860.981, 2054.269 10601.292 860.686, 2057.989 10569.935 860.441, 2059.643 10532.284 860.396, 2058.67 10473.733 860.727, 2053.74 10438.111 861.09, 2040.94 10379.92 861.692, 2019.722 10324.56 862.103, 1998.251 10290.413 862.033, 1954.918 10236.134 861.484, 1923.55 10206.255 860.853, 1844.414 10144.395 859.039, 1796.477 10111.423 856.587, 1747.386 10078.944 852.42, 1682.566 10035.785 845.891, 1640.5 10007.848 838.051, 1601.801 9982.562 820.52, 1568.261 9960.308 806.643</trace>
</ink>
</file>

<file path=ppt/ink/ink372.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373.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2434.287 8317.227 533.15, 2473.011 8317.226 797.971, 2534.876 8317.227 840.289, 2573.704 8317.227 848.119, 2610.816 8317.227 867.819, 2650.76 8317.227 867.302, 2699.307 8317.227 866.616, 2752.544 8316.507 865.774, 2787.358 8316.039 865.404, 2818.597 8315.348 865.142, 2884.235 8314.057 864.387, 2927.913 8313.726 863.777, 2976.063 8313.51 863.178, 3007.314 8313.37 862.591, 3046.942 8313.28 862.073, 3088.831 8314.347 861.604, 3120.408 8315.364 861.17, 3160.89 8316.746 860.766, 3207.887 8318.91 860.365, 3258.818 8321.94 860.024, 3311.818 8324.63 859.926, 3362.379 8327.371 859.91, 3399.411 8329.421 859.895, 3443.963 8332.192 860.01, 3493.143 8335.255 860.199, 3540.755 8338.904 860.529, 3576.261 8341.759 860.849, 3619.552 8344.863 861.057, 3657.744 8347.616 861.262, 3691.803 8350.074 861.51, 3734.472 8353.102 861.548, 3770.478 8355.283 861.392, 3805.495 8357.011 861.134, 3848.461 8359.554 860.761, 3916.445 8363.936 860.208, 3958.269 8366.604 860.152, 3990.145 8368.607 860.122, 4031.848 8370.62 860.102, 4080.59 8373.357 859.934, 4133.436 8375.659 859.804, 4171.501 8377.249 859.755, 4212.74 8378.901 859.708, 4257.744 8379.955 859.793, 4289.622 8380.639 859.86, 4330.56 8381.063 859.924, 4368.852 8381.326 860.076, 4402.569 8381.492 860.188, 4445.645 8381.592 860.208, 4477.486 8381.637 860.307, 4514.562 8381.658 860.393, 4552.728 8381.671 860.584, 4584.635 8381.671 860.796, 4625.93 8382.391 860.906, 4663.138 8383.209 860.995, 4698.089 8384.109 860.968, 4742.089 8384.696 860.775, 4774.93 8385.217 860.538, 4814.351 8386.137 860.349, 4860.336 8387.212 860.119, 4892.63 8387.974 859.879, 4936.793 8389.907 859.516, 4978.896 8391.998 859.193, 5015.851 8393.955 858.967, 5063.415 8396.482 858.669, 5100.895 8398.527 858.376, 5141.939 8400.89 858.196, 5190.644 8404.584 858.092, 5244.138 8408.957 858.39, 5282.709 8412.063 859.064, 5325.433 8415.252 859.585, 5369.148 8418.764 860.14, 5403.205 8421.557 860.751, 5445.693 8424.804 861.066, 5489.156 8427.999 861.204, 5522.274 8430.411 861.271, 5563.416 8433.224 861.231, 5597.975 8435.612 861.035, 5631.87 8437.989 860.841, 5673.69 8440.251 860.551, 5737.855 8444.261 860.524, 5801.869 8447.968 862.866, 5839.102 8449.536 863.663, 5881.598 8451.259 864.332, 5945.836 8453.687 864.742, 5983.17 8454.468 864.516, 6036.982 8455.282 863.976, 6085.336 8455.077 864.284, 6132.882 8454.395 868.221, 6182.555 8452.828 870.984, 6216.493 8451.252 871.65, 6279.77 8443.701 870.527, 6339.247 8437.619 871.461, 6372.566 8434.537 872.265, 6404.188 8433.775 850.331</trace>
</ink>
</file>

<file path=ppt/ink/ink374.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3979.602 8241.111 533.15, 4018.668 8252.863 766.899, 4075.931 8270.013 833.37, 4112.529 8280.983 843.961, 4149.944 8291.607 867.354, 4184.666 8301.881 867.365, 4232.785 8315.731 870.777, 4288.727 8332.814 872.357, 4328.388 8362.731 872.129, 4308.748 8404.223 870.843, 4268.066 8441.654 868.639, 4219.067 8476.415 868.35, 4180.242 8502.982 871.969, 4147.756 8525.076 849.138</trace>
</ink>
</file>

<file path=ppt/ink/ink375.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5098.218 8223.858 533.15, 5143.248 8238.261 872.106, 5202.078 8263.858 869.003, 5233.936 8276.832 867.747, 5294.556 8298.82 866.187, 5334.011 8311.565 865.683, 5392.324 8329.334 865.653, 5443.492 8346.339 868.658, 5496.299 8373.528 872.113, 5472.453 8423.692 870.037, 5421.418 8461.218 867.654, 5390.578 8482.438 866.669, 5344.652 8512.746 867.001, 5298.075 8544.604 871.066, 5245.227 8581.125 872.674, 5204.174 8608.59 873.423, 5171.315 8621.095 765.7</trace>
</ink>
</file>

<file path=ppt/ink/ink376.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3412.175 10898.559 533.15, 3462.017 10915.578 827.993, 3520.055 10927.062 869.985, 3585.368 10938.722 868.553, 3631.411 10946.109 867.364, 3682.805 10952.679 865.989, 3722.935 10956.461 865.123, 3769.482 10960.261 864.134, 3800.882 10962.806 863.211, 3843.908 10965.156 862.175, 3896.697 10966.659 861.097, 3956.601 10967.634 859.996, 4001.452 10968.237 859.1, 4050.64 10968.618 858.277, 4108.776 10968.858 857.614, 4173.865 10968.986 856.986, 4233.334 10969.052 856.471, 4283.078 10969.076 856.017, 4344.201 10969.091 855.491, 4391.034 10969.229 855.053, 4442.854 10969.72 854.65, 4506.917 10970.041 854.202, 4577.921 10969.708 853.67, 4640.78 10969.493 853.568, 4694.392 10969.353 853.571, 4757.033 10969.262 853.707, 4803.448 10969.201 853.997, 4856.016 10969.163 854.221, 4915.034 10969.139 854.503, 4954.943 10969.121 854.761, 5008.436 10969.644 855.002, 5053.477 10969.984 855.412, 5097.916 10970.211 856.163, 5152.817 10971.08 856.577, 5193.771 10971.644 856.979, 5239.531 10972.011 857.451, 5293.199 10971.53 857.65, 5350.821 10971.216 857.931, 5400.584 10970.713 858.087, 5442.985 10970.146 858.179, 5492.573 10969.77 858.301, 5528.552 10969.524 858.514, 5568.322 10969.366 858.674, 5613.021 10968.534 859.102, 5680.899 10966.901 859.733, 5717.923 10965.734 860.257, 5779.331 10963.618 861.505, 5839.768 10962.027 863.628, 5898.58 10960.904 866.705, 5933.637 10960.016 868.428, 5970.826 10959.525 871.2, 6007.285 10956.05 871.452, 6038.589 10954.714 849.521</trace>
</ink>
</file>

<file path=ppt/ink/ink377.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1917.378 10397.21 533.15, 1917.378 10358.754 798.191, 1904.851 10317.364 841.746, 1864.677 10285.95 869.345, 1833.334 10272.771 868.477, 1791.021 10261.184 867.305, 1745.072 10251.757 866.058, 1696.52 10244.701 864.87, 1663.999 10241.931 864.264, 1626.624 10240.155 863.706, 1589.746 10239.537 863.3, 1522.283 10242.717 862.567, 1491.472 10246.188 862.288, 1425.198 10260.274 861.882, 1386.714 10272.94 861.764, 1352.452 10287.236 861.807, 1299.882 10313.941 862.132, 1261.236 10342.021 862.937, 1225.156 10389.375 863.859, 1197.571 10454.04 864.35, 1184.285 10509.281 864.437, 1182.098 10542.438 864.307, 1183.576 10593.503 864.065, 1193.391 10643.811 863.993, 1206.037 10679.191 863.661, 1232.31 10737.668 862.71, 1253.507 10773.78 862.048, 1290.361 10827.609 860.736, 1335.284 10880.067 859.893, 1389.217 10932.106 859.438, 1450.737 10981.016 859.338, 1505.472 11017.766 859.392, 1541.885 11037.358 859.596, 1579.289 11054.397 860.283, 1634.43 11075.693 861.804, 1666.723 11082.714 862.487, 1715.413 11088.474 863.501, 1787.702 11079.026 864.778, 1830.677 11062.722 864.965, 1895.014 11020.062 864.455, 1930.319 10985.161 864.107, 1966.122 10937.971 863.639, 1993.013 10885.611 863.141, 2009.987 10831.755 862.537, 2014.591 10796.439 862.145, 2014.839 10732.212 861.406, 2009.684 10698.414 861, 2002.981 10667.376 860.615, 1989.941 10629.296 860.135, 1964.615 10570.711 859.654, 1945.045 10535.677 859.559, 1922.376 10500.698 859.834, 1893.668 10455.55 861.824</trace>
</ink>
</file>

<file path=ppt/ink/ink378.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399.126 8496.859 533.15, 395.786 8550.522 794.953, 389.044 8613.496 831.162, 382.644 8688.38 844.887, 379.015 8740.23 864.269, 378.065 8771.816 864.019, 377.726 8821.76 863.873, 380.954 8873.158 863.861, 395.551 8929.968 864.076, 406.703 8962.761 865.247, 425.565 8998.229 866.597, 463.124 9037.664 874.301</trace>
</ink>
</file>

<file path=ppt/ink/ink379.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368.455 8274.095 533.15, 404.172 8251.067 871.789, 401.403 8288.989 870.699, 355.746 8280.331 871.763, 390.464 8246.695 871.446, 360.08 8278.032 429.977</trace>
</ink>
</file>

<file path=ppt/ink/ink380.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526.324 8621.688 533.15, 571.737 8616.41 871.328, 632.206 8605.514 868.473, 690.773 8600.627 867.336, 746.712 8597.227 871.112</trace>
</ink>
</file>

<file path=ppt/ink/ink381.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561.506 8717.087 533.15, 609.961 8732.368 871.252, 670.522 8731.527 868.762, 710.387 8728.297 868.019, 742.34 8725.719 868.474, 795.397 8720.019 872.969, 827.08 8705.658 765.474</trace>
</ink>
</file>

<file path=ppt/ink/ink382.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1104.577 8413.133 533.15, 1094.651 8469.386 871.265, 1083.329 8519.392 869.004, 1075.801 8552.109 868.181, 1069.229 8585.6 867.583, 1063.821 8619.144 867.217, 1058.965 8654.676 867.04, 1054.348 8688.861 867.802, 1049.226 8740.027 870.861, 1047.156 8789.619 872.397, 1046.875 8844.357 872.258, 1061.47 8813.268 870.13, 1065.124 8779.34 868.65, 1067.302 8746.298 867.522, 1068.616 8709.778 866.62, 1069.894 8650.093 866.188, 1070.883 8589.727 866.138, 1071.085 8554.628 866.397, 1071.165 8519.22 866.878, 1071.199 8487.197 867.642, 1071.199 8431.648 869.75, 1071.566 8464.636 816.172</trace>
</ink>
</file>

<file path=ppt/ink/ink383.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1437.455 8376.09 533.15, 1421.599 8340.464 796.982, 1376.825 8297.588 839.394, 1325.082 8268.079 866.727, 1287.885 8252.47 866.078, 1217.016 8230.48 865.109, 1169.637 8218.804 864.467, 1095.704 8206.43 864.803, 1047.669 8201.669 865.664, 996.567 8201.207 866.097, 933.764 8208.453 865.86, 882.743 8220.235 865.4, 826.221 8245.406 865.57, 785.359 8287.687 868.103, 771.343 8322.271 868.716, 760.909 8384.694 867.891, 762.728 8450.56 865.953, 772.416 8520.045 864.688, 781.973 8561.123 864.59, 801.048 8627.614 865.09, 822.223 8682.227 865.548, 840.342 8723.809 865.844, 871.175 8783.418 866.036, 892.233 8816.146 866.26, 935.965 8868.479 869.891, 992.571 8902.905 870.312, 1027.422 8913.683 869.227, 1062.48 8918.982 868.365, 1122.945 8914.067 867.239, 1157.891 8903.474 866.69, 1194.288 8882.172 866.346, 1242.001 8840.104 866.254, 1275.248 8791.377 866.571, 1300.333 8740.087 867.105, 1313.192 8705.712 867.251, 1327.884 8643.114 866.593, 1331.612 8602.926 866.045, 1331.184 8565.78 866.092, 1326.298 8521.245 866.354, 1318.763 8482.178 866.64, 1309.127 8447.312 866.813, 1282.863 8394.026 866.65, 1239.095 8341.907 866.678, 1189.782 8312.685 868.385, 1127.207 8297.848 867.706, 1066.447 8295.423 866.571, 1033.504 8301.717 866.975, 1001.581 8307.688 814.135</trace>
</ink>
</file>

<file path=ppt/ink/ink384.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3277.76 10157.7 533.15, 3334.535 10165.985 764.207, 3387.65 10170.801 808.475, 3423.186 10172.659 818.57, 3458.975 10174.065 825.431, 3511.848 10174.385 829.97, 3549.146 10174.519 833.585, 3601.686 10174.672 835.279, 3663.094 10174.854 852.356, 3709.154 10174.935 850.032, 3773.78 10174.965 847.232, 3835.417 10174.98 844.856, 3895.487 10174.971 842.411, 3977.874 10174.241 839.088, 4038.592 10173.642 835.958, 4116.708 10171.219 832.78, 4216.398 10166.406 828.006, 4329.457 10158.956 822.539, 4430.48 10150.997 816.902, 4518.102 10143.358 811.472, 4628.355 10131.373 806.051, 4754.482 10116.743 801.5, 4883.234 10101.126 798.152, 4973.382 10090.069 795.356, 5085.968 10075.504 792.525, 5211.751 10058.322 789.93, 5347.578 10039.637 788.516, 5445.996 10026.075 788.726, 5555.456 10011.036 789.581, 5685.836 9995.892 789.804, 5832.909 9982.724 789.123, 5961.979 9974.253 788.004, 6074.723 9968.832 786.164, 6206.799 9967.48 783.938, 6298.692 9966.949 782.18, 6404.063 9971.141 780.597, 6506.85 9976.549 780.486, 6584.89 9980.925 781.474, 6674.044 9987.452 784.885, 6747.839 9993.131 793.723, 6811.277 9998.204 802.479, 6873.555 10002.615 812.188, 6919.978 10005.812 821.523, 6980.099 10009.988 849.147, 7012.708 10010.931 863.987, 7055.828 10002.439 868.899, 7045.226 9971.341 863.816</trace>
</ink>
</file>

<file path=ppt/ink/ink385.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4465.839 10032.363 533.15, 4514.07 10031.044 871.962, 4569.494 10027.449 869.325, 4607.146 10024.758 867.232, 4648.901 10019.861 864.931, 4712.208 10012.536 861.371, 4766.596 10006.259 855.648, 4833.443 9997.393 848.23, 4930.454 9984.178 838.201, 4999.329 9974.759 828.72, 5113.007 9958.933 815.819, 5218.983 9944.274 800.445, 5326.778 9929.424 780.924, 5476.362 9910.063 753.876, 5595.169 9894.863 727.405, 5731.067 9880.856 701.952, 5893.471 9868.636 679.481, 6005.332 9860.474 660.577, 6156.053 9855.267 647.767, 6291.835 9853.211 644.14, 6419.041 9853.39 642.563, 6577.461 9859.687 644.688, 6684.073 9864.186 656.069, 6820.464 9874.647 666.649, 6962.303 9887.559 678.415, 7066.792 9897.491 691.883, 7191.959 9911.013 706.14, 7296.68 9921.198 722.956, 7385.684 9929.126 738.727, 7476.628 9933.542 754.457, 7535.208 9936.394 766.825, 7581.807 9940.282 792.62, 7615.699 9942.566 799.398</trace>
</ink>
</file>

<file path=ppt/ink/ink386.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387.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5321.942 3175.875 533.15, 5363.717 3183.147 797.059, 5394.807 3188.673 825.885, 5429.157 3196.137 839.834, 5463.491 3203.705 847.949, 5534.147 3216.539 866.899, 5614.228 3228.257 865.209, 5669.86 3233.737 863.97, 5706.754 3236.207 863.274, 5757.975 3238.783 863.431, 5812.835 3239.816 864.139, 5847.035 3240.187 865.823, 5881.653 3240.319 869.478, 5923.223 3239.599 871.605, 5981.854 3233.92 872.533, 6013.352 3232.043 850.688</trace>
</ink>
</file>

<file path=ppt/ink/ink388.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6110.386 3185.516 533.15, 6114.161 3226.955 873.228, 6170.099 3232.381 871.729, 6207.365 3232.657 870.498, 6240.88 3232.703 869.65, 6277.296 3231.988 868.917, 6326.298 3229.531 869.049, 6379.315 3224.283 871.924, 6419.192 3221.626 871.687, 6469.095 3218.213 870.649</trace>
</ink>
</file>

<file path=ppt/ink/ink389.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6526.259 3201.247 533.15, 6566.889 3216.412 871.666, 6622.938 3216.905 869.829, 6656.498 3216.963 869.03, 6713.924 3216.978 868.183, 6751.094 3216.978 867.973, 6788.804 3216.978 868.648, 6840.089 3216.978 869.305, 6873.702 3218.166 869.363, 6926.202 3220.705 869.217, 6970.999 3223.067 870.99</trace>
</ink>
</file>

<file path=ppt/ink/ink390.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7228.101 3260.11 533.15, 7179.365 3270.037 872.331, 7228.209 3285.926 869.894, 7261.871 3287.799 868.702, 7302.321 3290.131 867.218, 7334.016 3291.973 865.745, 7381.126 3293.88 864.01, 7423.116 3295.613 862.22, 7467.766 3297.497 860.323, 7526.767 3299.422 857.508, 7568.69 3300.833 855.234, 7623.26 3303.011 852.338, 7658.532 3304.418 849.229, 7717.946 3306.794 838.579</trace>
</ink>
</file>

<file path=ppt/ink/ink391.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5259.696 3753.338 533.15, 5299.632 3753.338 766.739, 5359.1 3754.445 833.021, 5397.092 3756.549 843.756, 5436.777 3760.158 867.232, 5473.816 3762.973 867.253, 5513.077 3764.932 867.962, 5551.403 3766.156 869.318, 5584.101 3767.452 869.988, 5636.128 3769.646 871.684, 5690.871 3772.574 872.627, 5741.377 3776.276 873.056, 5786.156 3778.553 873.445</trace>
</ink>
</file>

<file path=ppt/ink/ink392.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6162.708 3821.843 533.15, 6119.379 3797.858 843.424</trace>
</ink>
</file>

<file path=ppt/ink/ink393.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6038.217 3739.638 533.15, 5992.684 3748.797 871.654, 6040.536 3767.774 870.553, 6105.662 3774.907 868.438, 6147.88 3777.219 867.374, 6186.089 3778.895 866.491, 6240.248 3780.508 866.948, 6304.951 3780.02 872.773, 6362.581 3776.51 873.002, 6395.077 3774.795 850.049</trace>
</ink>
</file>

<file path=ppt/ink/ink394.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6537.084 3808.142 533.15, 6578.895 3823.661 872.098, 6641.133 3823.857 869.249, 6709.922 3823.872 866.575, 6759.568 3823.872 865.047, 6793.117 3823.872 864.275, 6849.047 3823.872 863.113, 6882.821 3823.872 862.981, 6935.868 3820.888 864.968, 6988.71 3818.231 869.561, 7021.019 3819.992 818.69</trace>
</ink>
</file>

<file path=ppt/ink/ink395.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599.395 5579.604 533.15, 636.306 5579.604 767.839, 697.454 5579.604 833.345, 731.876 5579.604 843.77, 777.391 5579.604 866.983, 819.159 5579.604 866.486, 892.01 5580.325 865.567, 939.845 5582.039 865.174, 1001.598 5584.918 864.85, 1034.288 5586.503 864.743, 1090 5589.216 865.352, 1141.527 5591.505 866.268, 1183.693 5592.367 866.282, 1231.812 5593.461 865.89, 1278.25 5594.163 865.16, 1313.694 5594.61 864.648, 1357.384 5594.893 864.08, 1388.903 5595.189 863.686, 1426.07 5595.987 863.246, 1469.035 5597.222 862.771, 1514.106 5598.738 862.577, 1548.831 5599.714 862.41, 1582.718 5600.349 862.349, 1621.106 5601.474 862.238, 1679.349 5602.717 862.444, 1710.443 5603.014 862.937, 1764.206 5602.602 863.695, 1811.794 5601.928 864.236, 1856.849 5600.714 865.438, 1904.161 5599.919 866.98, 1939.746 5598.996 867.308, 1982.579 5597.677 867.118, 2028.921 5596.818 866.55, 2096.941 5595.36 864.414, 2134.199 5594.783 863.376, 2200.641 5593.698 862.597, 2255.694 5592.541 863.919, 2310.012 5592.076 864.798, 2345.564 5591.957 865.045, 2402.005 5592.561 864.844, 2458.756 5593.284 864.009, 2490.967 5593.602 864.127, 2544.309 5593.74 865.305, 2579.346 5593.799 866.351, 2643.473 5593.813 867.17, 2692.06 5593.813 867.621, 2751.464 5593.813 867.265, 2782.36 5593.813 866.672, 2843.692 5593.813 866.02, 2875.354 5593.093 866.95, 2909.211 5592.013 868.115, 2964.897 5590.675 868.638, 3020.002 5589.293 867.672, 3072.532 5587.46 866.045, 3122.507 5585.428 865.477, 3183.312 5582.588 866.516, 3230.856 5580.334 868.939, 3269.426 5578.519 869.981, 3330.872 5574.286 869.89, 3376.561 5570.979 869.151, 3409.39 5568.587 869.125, 3464.02 5564.114 871.297, 3514.836 5558.734 872.239, 3557.269 5539.457 874.34</trace>
</ink>
</file>

<file path=ppt/ink/ink396.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3306.628 5375.107 533.15, 3337.716 5384.93 872.986, 3403.55 5408.659 869.242, 3460.538 5432.12 866.45, 3507.53 5451.44 867.15, 3550.092 5468.482 870.371, 3598.354 5491.398 872.406, 3633.884 5533.219 872.139, 3604.771 5581.694 870.819, 3559.524 5620.755 869.623, 3515.547 5653.729 871.173, 3472.495 5680.513 872.238, 3441.083 5687.985 817.019</trace>
</ink>
</file>

<file path=ppt/ink/ink397.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456.862 4969.157 533.15, 502.315 4963.846 872.49, 533.216 4963.671 871.347, 594.889 4965.541 868.15, 664.359 4968.232 865.372, 695.237 4968.583 864.77, 729.58 4968.811 864.296, 784.459 4969.055 863.775, 817.003 4969.11 863.676, 853.463 4969.144 863.667, 919.313 4969.157 865.036, 970.632 4968.438 866.324, 1030.771 4967.665 866.841, 1071.299 4966.931 866.298, 1103.252 4966.271 865.533, 1144.618 4965.301 864.499, 1190.708 4964.67 863.354, 1239.55 4963.541 862.102, 1272.287 4962.76 861.284, 1309.626 4962.298 860.664, 1344.347 4961.56 860.341, 1410.158 4959.748 862.017, 1464.98 4957.668 864.252, 1516.151 4955.783 865.878, 1570.067 4953.617 866.251, 1636.925 4950.135 866.865, 1669.093 4948.45 868.046, 1719.935 4944.863 870.152, 1781.047 4939.485 870.133, 1814.109 4936.294 869.371, 1851.368 4931.195 868.515, 1911.339 4919.304 867.2, 1946.53 4908.964 866.948, 2001.697 4885.706 868.135, 2034.312 4867.985 868.299, 2082.065 4836.247 868.446, 2114.142 4809.812 868.024, 2162.532 4767.594 866.909, 2193.504 4740.322 866.135, 2240.423 4696.449 865.983, 2289.27 4651.902 865.99, 2329.588 4617.084 866.121, 2364.392 4586.67 866.384, 2411.974 4547.241 866.663, 2444.056 4522.605 866.825, 2476.546 4500.147 866.867, 2531.554 4467.897 866.521, 2565.738 4449.101 866.546, 2623.365 4421.239 866.753, 2656.247 4407.904 867.512, 2693.606 4394.881 869.023, 2731.481 4385.022 870.017, 2788.324 4376.647 869.245, 2834.785 4374.464 868.61, 2870.505 4376.542 868.488, 2921.687 4385.067 867.761, 2966.711 4395.551 866.792, 3034.486 4418.351 865.032, 3071.418 4434.534 864.853, 3122.532 4463.291 867.312, 3155.137 4486.378 868.365, 3204.467 4525.306 867.869, 3263.432 4574.471 866.424, 3299.999 4603.933 866.404, 3352.195 4643.372 866.879, 3384.685 4665.35 867.263, 3436.333 4697.266 867.327, 3488.11 4728.19 867.017, 3541.413 4755.212 867.917, 3585.257 4773.999 867.899, 3627.374 4790.711 867.288, 3674.288 4806.546 865.981, 3727.031 4822.326 864.635, 3783.371 4837.884 863.731, 3818.05 4846.578 863.474, 3850.359 4854.539 863.437, 3909.226 4867.718 863.548, 3955.847 4877.216 865.275, 4013.135 4887.824 866.457, 4050.867 4893.824 866.343, 4081.775 4898.561 865.97, 4121.254 4905.028 865.307, 4152.607 4909.886 864.163, 4185.574 4914.498 862.952, 4219.851 4919.503 862.083, 4284.576 4928.675 861.932, 4337.277 4935.858 863.908, 4370.03 4940.683 865.31, 4429.835 4948.805 868.208, 4474.791 4955.359 869.22, 4523.539 4962.86 870.602, 4576.86 4969.517 871.675, 4608.562 4973.514 872.104</trace>
</ink>
</file>

<file path=ppt/ink/ink398.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501.065 5909.945 533.15, 516.924 5941.125 796.86, 540.462 5981.943 840.782, 568.376 6025.035 869.266, 598.403 6069.409 869.26, 621.081 6102.837 869.621, 649.731 6140.054 869.213, 677.02 6173.542 868.382, 714.033 6216.441 867.31, 745.009 6249.04 866.37, 787.904 6291.532 865.635, 823.438 6326.203 865.305, 879.081 6374.103 865.131, 931.648 6412.936 865.011, 976.808 6443.696 864.966, 1023.258 6472.605 864.82, 1072.44 6501.85 864.585, 1119.561 6527.416 864.327, 1151.56 6541.976 864.16, 1186.914 6557.632 863.988, 1239.251 6580.065 863.984, 1286.529 6597.719 864.549, 1338.566 6614.51 864.853, 1403.22 6630.56 866.837, 1463.761 6638.784 869.608, 1514.315 6639.434 870.227, 1569.879 6633.368 868.83, 1602.244 6627.112 867.577, 1654.697 6613.631 864.843, 1722.515 6587.58 862.542, 1776.113 6554.879 863.791, 1822.716 6514.997 865.79, 1874.859 6460.276 868.308, 1908.979 6415.589 869.203, 1929.871 6381.543 869.113, 1949.745 6347.773 868.569, 1976.625 6298.168 868.745, 1992.735 6263.951 869.642, 2008.091 6227.907 870.135, 2022.561 6191.583 869.962, 2037.879 6155.344 871.252, 2055.499 6121.12 871.738, 2076.662 6089.893 871.065, 2131.5 6041.998 868.558, 2166.661 6023.757 867.74, 2218.334 6003.695 866.538, 2272.985 5989.987 867.059, 2325.341 5981.772 866.445, 2357.642 5978.09 865.937, 2413.273 5974.251 864.429, 2453.581 5972.571 863.609, 2495.307 5971.479 863.132, 2526.746 5970.768 862.885, 2567.461 5969.813 862.914, 2633.789 5968.792 863.036, 2675.112 5968.584 862.879, 2737.516 5968.393 862.638, 2769.946 5968.344 862.543, 2833.477 5968.307 862.346, 2892.151 5968.93 862.189, 2924.816 5969.252 862.37, 2984.45 5969.594 862.766, 3044.443 5969.739 862.974, 3081.859 5970.495 862.962, 3145.055 5972.16 862.721, 3187.333 5974.194 862.398, 3252.869 5976.962 861.435, 3297.819 5977.885 860.91, 3347.287 5979.205 860.492, 3386.177 5980.301 860.32, 3424.316 5980.776 860.321, 3468.931 5981.074 860.533, 3536.135 5981.381 860.831, 3571.684 5981.438 861.003, 3641.528 5981.492 861.326, 3673.105 5981.502 861.473, 3704.255 5981.5 861.661, 3760.874 5981.496 862.453, 3815.427 5980.447 864.16, 3888.069 5978.388 868.011, 3919.012 5975.498 870.239, 3951.429 5973.08 864.96</trace>
</ink>
</file>

<file path=ppt/ink/ink399.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675.172 7440.883 533.15, 734.234 7428.397 872.038, 806.898 7418.112 868.559, 873.203 7414.263 868.461, 927.443 7414.004 868.724, 997.689 7414.725 868.87, 1049.536 7417.476 868.471, 1085.933 7419.136 867.614, 1146.534 7422.339 865.123, 1201.409 7425.092 864.113, 1241.048 7426.786 863.759, 1283.449 7428.607 863.294, 1318.485 7430.115 863.054, 1349.718 7431.292 862.824, 1381.648 7432.048 862.643, 1429.624 7433.56 862.917, 1498.057 7436.714 864.596, 1543.91 7438.309 866.396, 1586.425 7438.966 867.612, 1654.616 7439.09 868.572, 1702.694 7437.8 868.307, 1746.532 7437.515 868.266, 1806.667 7437.393 867.366, 1865.029 7436.438 865.375, 1898.848 7436.024 864.354, 1933.494 7435.042 863.545, 1966.125 7434.403 863.139, 2018.343 7433.177 862.99, 2060.302 7432.308 864.53, 2116.2 7431.859 867.131, 2184.846 7431.749 870.057, 2256.022 7431.749 870.062, 2319.947 7432.289 869.239, 2382.907 7433.373 866.788, 2429.733 7433.87 865.906, 2464.828 7434.724 865.92, 2496.568 7435.806 867.524, 2546.342 7436.38 870.103, 2609.113 7435.375 871.753, 2668.916 7432.778 872.365, 2703.642 7431.825 872.465, 2739.436 7431.028 871.758, 2775.373 7429.847 871.914, 2832.834 7428.532 872.115, 2881.351 7426.569 872.51, 2937.362 7425.659 872.965, 2985.457 7433.568 872.778, 3029.209 7453.885 872.593, 3068.015 7486.519 871.72, 3102.512 7538.599 871.022, 3129.782 7592.623 870.753, 3148.376 7643.887 871.367, 3166.753 7701.235 870.346, 3176.553 7733.078 870.545, 3191.916 7790.557 870.975, 3201.74 7843.863 871.181, 3209.43 7913.544 871.212, 3212.418 7971.134 871.36, 3211.128 8014.165 871.042, 3207.451 8051.231 870.808, 3201.236 8086.952 870.369, 3192.523 8118.673 870.069, 3171.705 8161.005 871.73, 3141.554 8201.158 871.239, 3092.349 8237.484 871.072, 3042.753 8261.13 870.66, 2993.711 8277.166 870.447, 2961.323 8283.812 870.396, 2927.825 8287.84 869.861, 2893.647 8289.429 869.327, 2858.771 8287.321 869.169, 2798.421 8275.812 869.997, 2749.536 8258.446 869.924, 2705.612 8237.51 868.793, 2658.884 8207.81 870.71, 2613.249 8166.363 870.757, 2583.18 8126.589 870.302, 2564.714 8076.129 871.113, 2557.142 8018.771 870.557, 2559.277 7986.071 870.028, 2567.647 7938.078 869.957, 2584.93 7886.803 870.972, 2600.329 7855.266 870.956, 2636.889 7795.666 869.393, 2658.548 7764.853 868.788, 2703.71 7710.459 868.463, 2754.486 7660.477 869.712, 2804.367 7619.969 869.893, 2851.501 7586.025 870.335, 2884.66 7564.958 870.197, 2917.139 7546.162 870.104, 2970.62 7519.04 870.723, 3013.943 7501.14 870.771, 3058.766 7486.381 871.52, 3123.666 7471.515 870.168, 3164.607 7465.023 868.937, 3204.578 7459.336 868.492, 3255.165 7453.214 867.867, 3315.333 7446.646 866.756, 3367.164 7442.35 865.853, 3423.077 7438.839 865.151, 3476.547 7435.616 865.007, 3508.256 7433.972 865.716, 3562.908 7431.884 866.478, 3614.36 7429.827 866.337, 3668.827 7428.523 865.558, 3699.891 7427.997 865.292, 3742.091 7427.777 865.684, 3784 7427.705 866.564, 3832.775 7428.411 867.467, 3885.65 7430.032 867.341, 3921.873 7431.177 866.698, 3984.285 7432.751 865.097, 4035.151 7433.815 864.407, 4089.1 7434.723 864.137, 4124.134 7435.669 864.052, 4162.408 7436.999 863.987, 4195.517 7438.203 863.821, 4252.46 7440.53 863.61, 4312.334 7443.296 864.975, 4349.921 7444.336 866.401, 4397.754 7445.684 867.255, 4432.2 7446.887 867.365, 4487.941 7448.748 866.156, 4525.724 7450.123 865.169, 4584.176 7452.51 863.546, 4623.653 7454.183 863.438, 4685.25 7455.971 863.904, 4720.919 7457.061 864.227, 4776.939 7458.886 864.67, 4827.707 7459.988 864.857, 4878.048 7461.896 864.767, 4943.561 7462.537 865.102, 5005.073 7462.7 868.677, 5039.398 7462.708 869.768, 5092.393 7461.21 869.97, 5155.927 7458.795 868.682, 5215.208 7454.684 868.129, 5249.306 7452.463 869.178, 5281.377 7450.676 870.07, 5313.917 7447.869 870.722, 5364.601 7443.228 872.483, 5396.763 7437.988 871.885, 5428.986 7435.041 848.798</trace>
</ink>
</file>

<file path=ppt/ink/ink400.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883.56 3213.426 533.15, 929.539 3213.426 795.772, 986.957 3213.426 832.096, 1029.344 3213.426 842.276, 1081.077 3213.426 865.095, 1114.202 3213.426 864.649, 1157.15 3213.426 863.913, 1207.648 3213.426 863.081, 1263.055 3213.426 862.051, 1300.062 3213.426 861.033, 1347.554 3213.426 860.026, 1395.475 3212.937 859.121, 1434.658 3212.388 858.366, 1486.472 3209.871 857.69, 1532.043 3207.266 857.12, 1577.015 3205.101 856.64, 1635.083 3200.993 856.191, 1702.926 3196.163 855.737, 1771.321 3191.501 855.31, 1823.165 3188.013 854.862, 1890.471 3183.046 853.941, 1948.638 3178.751 852.929, 2011.054 3174.155 851.263, 2094.793 3167.596 847.872, 2194.829 3160.104 842.88, 2307.331 3151.82 836.835, 2423.91 3143.593 830.363, 2519.551 3136.941 824.574, 2603.679 3131.09 820.681, 2699.869 3124.592 818.122, 2763.408 3120.336 817.91, 2844.646 3115.673 818.3, 2923.779 3110.762 820.509, 2988.293 3106.642 822.75, 3068.658 3101.308 825.137, 3133.792 3097.188 827.582, 3200.405 3093.266 830.32, 3280.876 3087.856 832.614, 3337.296 3084.091 834.256, 3404.521 3079.788 835.711, 3476.63 3075.348 837.39, 3528.773 3072.151 838.823, 3595.591 3069.379 839.917, 3651.723 3066.981 842.026, 3705.204 3064.628 844.064, 3766.989 3062.567 846.149, 3832.097 3060.526 848.364, 3893.682 3059.822 850.952, 3938.207 3059.504 853.2, 4017.414 3059.708 860.867, 4056.031 3061.472 862.899, 4125.822 3068.031 866.984, 4175.36 3076.417 872.352</trace>
</ink>
</file>

<file path=ppt/ink/ink401.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561.506 4301.878 533.15, 605.14 4293.679 795.874, 658.274 4286.643 832.745, 728.298 4279.396 845.997, 778.245 4273.983 865.201, 817.093 4269.921 864.471, 882.865 4263.169 862.959, 928.356 4258.789 861.945, 981.432 4254.52 860.948, 1028.738 4251.087 860.081, 1070.81 4248.272 859.253, 1123.554 4245.022 858.513, 1184.031 4241.654 857.736, 1248.947 4237.989 857.149, 1292.918 4235.512 856.656, 1350.242 4233.188 856.23, 1416.4 4230.982 855.882, 1489.509 4229.033 855.443, 1542.833 4227.647 855.112, 1602.563 4226.174 854.717, 1669.075 4224.605 854.135, 1716.447 4223.504 853.34, 1780.81 4222.806 852.308, 1861.345 4221.652 850.522, 1954.951 4220.364 847.981, 2021.07 4219.536 845.313, 2100.239 4219.007 842.3, 2194.815 4219.211 838.715, 2295.894 4220.066 835.244, 2397.74 4220.629 832.338, 2497.49 4221.004 830.306, 2568.012 4221.249 829.993, 2640.936 4220.688 830.636, 2714.048 4220.333 832.312, 2766.461 4220.109 835.254, 2828.938 4219.963 838.194, 2885.39 4220.273 841.352, 2934.287 4220.783 844.568, 2994.021 4221.105 847.718, 3036.663 4221.314 850.563, 3087.142 4221.451 853.051, 3143.558 4222.165 854.85, 3183.379 4222.733 856.111, 3235.474 4223.103 856.874, 3283.989 4223.751 857.122, 3326.336 4224.485 857.256, 3377.006 4224.956 857.433, 3430.572 4225.257 857.721, 3482.881 4225.454 858.21, 3518.473 4225.581 858.691, 3560.498 4225.664 859.237, 3597.748 4225.709 859.927, 3630.222 4225.737 860.64, 3669.856 4225.756 861.345, 3732.186 4225.762 863.072, 3773.555 4226.303 863.983, 3809.926 4226.923 864.723, 3842.128 4227.777 865.536, 3876.369 4228.693 867.774, 3940.164 4234.624 870.11, 3973.252 4241.297 850.22</trace>
</ink>
</file>

<file path=ppt/ink/ink402.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403.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404.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405.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406.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407.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20221.193 7306.92 533.15, 20177.936 7347.724 871.557, 20143.973 7392.613 869.805, 20120.215 7433.557 871.213, 20094.65 7470.754 871.496, 20060.529 7510.145 871.854, 20018.461 7529.417 873.783, 20024.812 7564.04 872.043, 20051.533 7601.677 871.182, 20077.744 7642.995 871.358, 20110.734 7692.604 870.686, 20140.221 7733.847 870.58, 20173.408 7778.777 871.078, 20211.553 7825.604 872.013, 20244.613 7872.809 837.119, 20284.191 7877.575 871.009</trace>
</ink>
</file>

<file path=ppt/ink/ink408.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409.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16918.568 5039.691 533.15, 16953.373 5039.691 798.176, 17005.416 5039.691 840.733, 17061.314 5039.691 868.522, 17095.332 5040.795 868.182, 17148.385 5043.481 868.634, 17203.201 5046.468 868.267, 17253.061 5048.905 867.151, 17331.836 5051.823 866.677, 17370.771 5052.24 866.318, 17413.52 5053.222 865.798, 17457.453 5054.571 865.231, 17516.006 5056.358 864.537, 17573.736 5057.463 865.087, 17612.547 5058.021 865.532, 17663.695 5058.763 867.242, 17721.697 5057.443 869.151, 17770.01 5056.986 869.731, 17817.445 5055.443 869.061, 17866.422 5054.749 868.331, 17935.338 5052.637 866.835, 17988.021 5051.295 866.791, 18045.369 5050.001 868.553, 18077.781 5048.771 869.88, 18151.719 5044.733 869.799, 18199.096 5042.022 867.975, 18270.422 5038.44 866.123, 18304.543 5036.732 866.145, 18335.367 5035.197 867.08, 18374.891 5033.257 868.767, 18432.562 5030.483 869.03, 18484.135 5026.838 868.445, 18516.598 5024.798 867.559, 18551.326 5022.953 867.327, 18611.486 5021.604 868.381, 18645.682 5021.477 868.885, 18676.627 5021.43 869.245, 18720.73 5020.827 868.999, 18761.629 5019.789 868.808, 18813.455 5017.934 868.428, 18846.543 5016.682 869.32, 18877.58 5015.433 870.301, 18911.439 5014.03 870.587, 18963.135 5010.29 871.12, 19010.975 5009.984 871.761, 19058.531 5019.195 872.745, 19097.309 5059.904 871.857, 19106.811 5109.933 870.638, 19104.338 5160.19 870.899, 19090.881 5218.984 870.858, 19066.131 5277.886 869.837, 19038.545 5334.04 870.211, 19007.236 5387.461 869.621, 18967.955 5442.283 868.521, 18930.607 5487.44 869.31, 18884.721 5533.321 870.786, 18841.098 5570.321 869.6, 18783.451 5614.559 868.001, 18724.932 5652.478 868.055, 18669.766 5686.143 870.058, 18636.924 5702.142 870.078, 18567.988 5728.669 869.088, 18512.006 5747.367 867.997, 18478.096 5756.509 868.629, 18441.861 5764.451 869.065, 18403.311 5772.36 869.173, 18365.574 5779.41 869.205, 18327.541 5785.409 869.096, 18269.064 5793.552 867.098, 18214.668 5798.095 866.934, 18165.113 5800.564 866.457, 18101.773 5801.709 866.442, 18049.854 5802.138 866.466, 18018.686 5802.318 866.771, 17952.072 5799.184 867.279, 17875.027 5792.246 866.214, 17824.66 5785.862 865.958, 17779.547 5779.113 867.477, 17739.639 5771.741 868.131, 17675.006 5756.229 867.575, 17611.877 5739.424 866.31, 17566.014 5724.612 868.132, 17528.611 5709.892 869.255, 17485.188 5689.677 870.426, 17438.289 5665.227 869.508, 17398.463 5641.545 868.489, 17358.41 5614.203 867.665, 17317.203 5581.623 866.453, 17274.17 5544.606 866.626, 17230.467 5501.1 868.935, 17190.273 5455.206 868.992, 17150.518 5407.533 868.045, 17105.531 5348.551 866.663, 17067.531 5291.971 867.406, 17038.637 5244.072 868.676, 17011.674 5195.735 869.5, 16984.949 5146.192 869.914, 16955.988 5092.006 870.636, 16939.293 5045.103 871.14, 16910.004 5001.648 872.265</trace>
</ink>
</file>

<file path=ppt/ink/ink410.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17663.713 4867.67 533.15, 17706.404 4884.609 796.349, 17756.896 4906.022 832.603, 17791.781 4919.103 843.443, 17837.91 4934.661 866.579, 17883.508 4948.583 866.031, 17924.158 4960.417 865.533, 17976.809 4975.435 866.894, 18027.205 4992.806 870.754, 18057.227 5026.139 872.184, 17996.527 5069.276 869.244, 17963.049 5088.021 867.735, 17904.822 5119.031 865.894, 17869.152 5138.646 865.16, 17813.793 5170.773 865.216, 17768.107 5195.907 866.208, 17712.43 5224.217 871.815, 17680.305 5235.845 820.959</trace>
</ink>
</file>

<file path=ppt/ink/ink411.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18204.074 5552.71 533.15, 18206.406 5599.189 871.698, 18164.748 5627.407 869.804, 18111.174 5656.194 868.146, 18078.932 5672.029 867.675, 18035.645 5693.726 869.263, 17990.082 5719.471 873.055, 17956.057 5757.57 872.248, 17984.418 5800.412 871.246, 18029.936 5837.463 869.534, 18070.586 5867.962 869.709, 18111.84 5898.993 871.283, 18150.568 5930.34 872.418</trace>
</ink>
</file>

<file path=ppt/ink/ink412.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17504.039 4863.611 533.15, 17551.152 4863.61 795.976, 17585.455 4863.611 824.524, 17625.598 4864.227 838.48, 17663.77 4865.774 846.626, 17732.42 4872.66 866.165, 17775.686 4877.935 865.944, 17846.318 4889.689 865.56, 17908.283 4901.026 866.857, 17957.305 4909.233 870.155, 18006.842 4920.99 872.939, 18050.947 4950.642 871.987, 18035.059 5004.357 869.94, 18001.439 5037.092 868.292, 17963.82 5065.438 866.447, 17926.145 5091.015 865.114, 17864.838 5128.134 863.968, 17804.615 5162.943 864.202, 17755.23 5191.83 866.817, 17709.174 5219.711 870.893, 17658.74 5249.029 873.453</trace>
</ink>
</file>

<file path=ppt/ink/ink413.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19806.225 4809.314 533.15, 19859.223 4810.284 842.855, 19890.277 4816.705 870.663, 19948.908 4832.948 869.036, 19982.297 4844.827 868.041, 20027.271 4861.585 867.054, 20098.291 4887.405 865.958, 20162.926 4911.63 865.556, 20216.207 4931.387 869.539, 20260.51 4954.103 872.686, 20253.088 4997.667 870.703, 20198.48 5025.837 867.85, 20139.369 5045.888 865.836, 20070.893 5064.875 864.561, 20024.594 5077.908 864.089, 19953.611 5097.041 866.199, 19913.191 5108.042 866.88, 19871.768 5119.536 867.835, 19822.002 5132.216 871.117, 19773.402 5144.475 872.967, 19742.406 5151.93 850.43</trace>
</ink>
</file>

<file path=ppt/ink/ink414.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19361.482 6287.986 533.15, 19349.902 6329.864 872.418, 19313.529 6361.786 870.691, 19269.066 6391.524 869.19, 19235.621 6410.895 868.449, 19203.564 6428.514 867.946, 19171.496 6444.09 868.454, 19137.295 6456.333 868.641, 19092.641 6471.207 869.315, 19054.66 6484.78 870.12, 19007.33 6503.297 870.457, 18979.762 6541.423 872.197, 19018.867 6578.95 870.979, 19070.756 6617.663 868.302, 19103.217 6641.722 867.039, 19138.865 6668.393 866.243, 19187.764 6705.115 866.143, 19235.691 6739.629 871.22, 19275.844 6768.667 872.043, 19324.756 6798.542 871.968</trace>
</ink>
</file>

<file path=ppt/ink/ink415.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16803.1 5056.944 533.15, 16842.6 5047.444 767.163, 16895.57 5031.115 824.401, 16933.906 5020.734 837.848, 16982.164 5010.55 845.367, 17013.904 5004.646 864.713, 17074.041 4994.632 863.591, 17116.17 4989.527 862.706, 17147.025 4985.924 861.951, 17184.771 4981.794 861.142, 17227.338 4978.098 860.381, 17259.184 4975.492 859.761, 17303.713 4972.387 859.149, 17355.977 4969.656 858.569, 17413.395 4966.66 858.116, 17454.551 4964.612 857.876, 17501.186 4962.701 857.706, 17549.971 4960.929 857.683, 17587.193 4959.617 857.705, 17636.109 4958.789 857.715, 17693.266 4957.544 857.661, 17755.965 4956.738 857.554, 17822.641 4955.694 857.448, 17887.982 4955.025 857.351, 17934.062 4954.607 857.236, 17990.203 4954.337 857.025, 18039.93 4954.444 856.893, 18085.059 4954.787 856.754, 18140.24 4955.011 856.643, 18202.98 4954.618 856.572, 18265.572 4954.372 856.573, 18309.996 4954.21 856.572, 18365.084 4954.113 856.556, 18413.691 4954.051 856.615, 18457.416 4954.011 856.676, 18511.41 4953.984 856.81, 18550.307 4953.962 856.964, 18596.713 4953.946 857.107, 18648.309 4953.934 857.229, 18685.623 4953.934 857.322, 18734.857 4953.934 857.382, 18780.643 4954.229 857.427, 18821.496 4954.666 857.452, 18872.518 4954.95 857.526, 18909.338 4955.244 857.664, 18954.389 4956.045 857.741, 19005.107 4956.566 857.81, 19040.303 4956.905 857.857, 19086.887 4957.125 857.931, 19131.285 4957.7 857.989, 19169.314 4958.362 858.01, 19216.566 4958.789 858.053, 19251.484 4959.203 858.218, 19291.896 4960.052 858.605, 19338.059 4961.235 859.052, 19370.555 4962.083 859.359, 19414.43 4963.175 859.588, 19464.996 4964.604 859.692, 19519.305 4966.973 859.703, 19560.316 4968.898 859.697, 19603.35 4971.016 859.648, 19651.324 4973.094 859.643, 19682.939 4974.461 859.644, 19724.693 4976.062 859.606, 19764.061 4977.541 859.85, 19797.277 4978.773 860.05, 19838.402 4979.568 860.191, 19869.865 4980.074 860.421, 19903.877 4980.384 860.676, 19943.854 4980.581 860.991, 20005.023 4981.482 861.642, 20038.283 4981.993 861.99, 20103.119 4982.519 862.463, 20160.441 4982.73 862.872, 20194.639 4982.108 863.125, 20245.816 4980.65 863.549, 20276.906 4979.272 863.859, 20310.643 4977.107 864.163, 20363.732 4973.745 864.846, 20395.223 4972.083 865.154, 20443.438 4968.845 865.535, 20494.523 4966.556 865.476, 20548.344 4964.471 865.196, 20603.695 4962.008 864.85, 20650.592 4960.487 864.619, 20700.797 4959.869 864.581, 20752.309 4959.622 864.659, 20802.342 4959.58 865.779, 20846.604 4961.247 866.981, 20879.18 4962.624 867.93, 20911.527 4963.872 868.687, 20968.734 4966.309 868.183, 21018.928 4968.525 868.807, 21085.492 4970.81 870.712, 21119.229 4971.06 870.745, 21179.564 4973.144 872.905, 21215.369 4974.477 871.814, 21263.59 4981.553 870.787, 21304.596 5006.744 872.254, 21314.379 5065.648 871.039, 21300.957 5121.38 870.162, 21287.445 5155.45 869.276, 21269.521 5187.424 868.556, 21234.041 5243.127 866.877, 21197.006 5298.816 865.539, 21158.803 5351.84 865.24, 21120.137 5400.943 865.836, 21079.492 5451.23 866.406, 21046.648 5490.083 866.679, 21013.75 5526.082 866.654, 20957.357 5583.192 866.611, 20911.93 5627.524 866.635, 20861.682 5672.84 866.426, 20810.643 5718.218 866.057, 20779.371 5745.91 865.886, 20725.09 5788.904 865.78, 20669.498 5831.593 865.694, 20634.795 5856.614 865.676, 20587.512 5890.181 865.628, 20544.643 5918.773 865.6, 20503.217 5945.92 865.639, 20459.299 5973.798 865.644, 20421.092 5996.533 865.598, 20358.516 6031.744 865.615, 20320.07 6052.946 865.534, 20257.07 6084.142 865.468, 20195.996 6114.439 865.734, 20159.084 6133.199 866.003, 20097.381 6162.174 865.994, 20036.973 6189.418 865.954, 19985.496 6212.08 866.808, 19953.246 6227.312 868.175, 19911.432 6246.142 868.98, 19872.562 6263.165 868.594, 19811.941 6290.668 866.836, 19765.518 6310.542 865.762, 19711.859 6331.312 869.763, 19680.512 6343.394 870.633, 19631.883 6360.318 869.802, 19571.494 6377.887 868.906, 19516.664 6392.165 869.12, 19479.742 6400.451 869.547, 19422.623 6411.283 869.428, 19389.855 6417.152 869.047, 19336.035 6425.818 867.891, 19302.848 6430.311 866.992, 19267.371 6435.104 865.025, 19197.016 6442.135 864.241, 19122.918 6447.156 864.902, 19057.672 6450.703 866.547, 19005.529 6451.46 867.535, 18969.404 6451.522 868.103, 18918.232 6449.848 867.925, 18869.652 6448.1 867.323, 18837.053 6446.081 866.774, 18786.615 6441.811 865.414, 18735.482 6435.78 863.908, 18686.258 6428.938 865.21, 18608.432 6415.131 866.533, 18550.367 6403.393 865.656, 18514.744 6395.611 865.002, 18457.631 6381.719 863.324, 18421.297 6371.819 862.421, 18381.871 6359.835 861.713, 18347.689 6348.693 861.556, 18288.521 6327.777 861.525, 18239.984 6309.08 862.425, 18168.398 6277.739 864.411, 18122.137 6255.371 865.184, 18071.992 6230.344 864.954, 18020.523 6201.734 864.45, 17975.861 6176.045 864.01, 17928.223 6148.37 863.895, 17878.303 6117.428 863.74, 17819.211 6079.029 863.314, 17768.443 6045.135 862.748, 17718.398 6009.381 862.123, 17674.102 5977.286 862.349, 17625.896 5941.912 863.002, 17582.488 5908.921 863.947, 17540.217 5876.906 864.32, 17497.367 5841.994 864.385, 17451.623 5804.611 864.07, 17413.873 5772.962 863.959, 17376.883 5741.171 864.165, 17337.592 5705.84 864.552, 17295.43 5668.446 864.974, 17261.617 5636.734 865.099, 17227.293 5603.793 865.106, 17192.307 5568.379 864.98, 17157.463 5531.359 865.094, 17115.428 5484.438 865.959, 17063.092 5418.269 868.04, 17040.473 5386.639 868.089, 17005.168 5334.662 867.268, 16970.783 5275.011 867.087, 16946.012 5217.792 868.311, 16928.982 5165.03 869.258, 16911.818 5112.346 869.407, 16891.635 5051.962 869.163, 16884.484 5020.282 847.019</trace>
</ink>
</file>

<file path=ppt/ink/ink416.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17658.301 5011.782 533.15, 17714.393 5009.961 871.594, 17746.273 5007.936 869.665, 17783.541 5006.89 867.909, 17829.012 5006.448 866.552, 17869.609 5006.268 865.688, 17943.096 5005.48 865.049, 17991.99 5004.708 864.746, 18024.123 5004.511 864.473, 18075.998 5005.019 863.96, 18132.588 5006.724 863.378, 18169.146 5008.521 863.013, 18233.42 5010.458 862.336, 18274.191 5011.616 861.925, 18342.117 5012.96 861.174, 18381.957 5013.304 860.741, 18414.793 5013.518 860.37, 18457.43 5013.651 860.011, 18491.324 5013.734 859.808, 18527.949 5013.771 859.667, 18572.148 5013.795 859.559, 18639.129 5013.812 859.677, 18679.158 5013.812 859.826, 18709.998 5013.812 860.014, 18749.699 5013.812 860.245, 18781.408 5013.812 860.508, 18816.215 5013.812 860.808, 18858.594 5013.812 861.01, 18905.789 5013.812 861.182, 18950.547 5013.812 861.287, 18985.756 5013.812 861.297, 19027.584 5013.092 861.269, 19061.643 5012.411 861.199, 19094.553 5011.641 861.19, 19133.928 5011.14 861.198, 19193.768 5009.842 861.537, 19226.43 5008.786 861.904, 19288.863 5007.233 862.619, 19349.279 5005.69 863.007, 19387.668 5004.584 863.057, 19447.508 5002.676 862.888, 19484.035 5001.347 862.653, 19547.029 4998.964 862.104, 19607.242 4996.582 861.932, 19644.406 4995.271 861.948, 19701.955 4993.883 862.166, 19735.574 4993.53 862.365, 19795.818 4992.456 862.752, 19835.213 4991.001 862.859, 19877.859 4989.346 862.945, 19941.438 4987.521 863.03, 19976.584 4987.101 863.084, 20035.518 4986.65 863.203, 20091.693 4986.459 863.379, 20123.725 4985.701 863.474, 20174.164 4984.833 863.832, 20226.385 4984.557 864.263, 20282.986 4984.438 864.566, 20346.008 4985.83 864.381, 20408.131 4988.382 863.51, 20445.113 4990.299 862.954, 20510.367 4994.263 861.929, 20543.586 4996.582 861.592, 20610.486 5001.489 861.103, 20669.592 5006.01 861.285, 20704.182 5008.743 861.554, 20755.613 5013.277 862.35, 20815.111 5018.151 864.711, 20849.979 5021.361 867.167, 20882.678 5023.926 871.155, 20916.371 5025.992 872.937, 20968.17 5030.797 872.676, 21023.23 5035.873 872.864, 21074.797 5036.221 873.663, 21116.035 5020.694 873.185, 21174.254 5015.434 871.505, 21234.229 5014.605 870.252, 21267.025 5015.485 869.677, 21317.314 5015.759 869.467, 21348.156 5015.824 869.597, 21385.697 5016.57 869.456, 21426.381 5016.812 869.651, 21466.982 5016.251 869.31, 21523.641 5014.766 867.947, 21574.961 5011.328 868.518, 21632.811 5007.2 870.23, 21675.156 5002.322 869.513, 21726.742 4996.019 867.973, 21773.117 4989.759 866.699, 21827.854 4981.646 865.96, 21877.707 4974.831 865.823, 21910.373 4970.733 865.515, 21945.184 4966.367 865.009, 21976.107 4962.422 865.922, 22033.549 4955.183 865.991, 22086.217 4948.896 866.683, 22118.627 4945.789 867.443, 22178.758 4942.261 868.33, 22218.703 4941.316 868.24, 22278.648 4940.084 866.267, 22337.217 4940.545 865.744, 22393.754 4941.949 865.094, 22430.766 4943.108 864.682, 22488.125 4945.143 863.86, 22522.688 4947.369 863.4, 22575.365 4950.804 862.384, 22623.842 4953.485 862.64, 22692.539 4957.214 864.617, 22766.988 4961.131 866.041, 22817.547 4963.54 867.075, 22859.172 4965.335 867.406, 22890.047 4966.008 867.177, 22942.6 4967.428 866.416, 22974.152 4968.069 865.521, 23032.566 4968.742 863.775, 23067.713 4968.915 863.076, 23123.908 4968.364 863.553, 23173.416 4967.65 865.123, 23204.955 4966.751 865.863, 23253.408 4965.765 867.036, 23305.518 4965.348 867.137, 23362.771 4966.36 866.378, 23415.094 4967.524 864.695, 23464.686 4969.412 863.941, 23528.857 4972.311 865.206, 23564.145 4973.78 867.256, 23632.018 4975.407 871.531, 23691.768 4976.559 872.485, 23722.998 4977.885 872.57, 23757.191 4978.444 872.707, 23795.961 4998.036 873.05, 23772.307 5053.783 871.602, 23742.594 5099.211 870.387, 23707.055 5145.618 869.151, 23663.926 5200.645 868.118, 23629.883 5242.633 869.63, 23590.523 5298.139 869.874, 23556.164 5347.67 868.082, 23534.912 5378.725 867.652, 23513.799 5409.637 867.353, 23480.473 5458.278 867.275, 23460.102 5489.384 867.279, 23437.73 5521.815 866.996, 23415.469 5553.478 867.037, 23386.523 5591.816 867.148, 23362.164 5623.667 867.253, 23325.377 5670.352 867.462, 23280.195 5725.114 867.509, 23250.18 5761.145 867.552, 23204.65 5815.011 867.2, 23162.619 5863.858 866.723, 23120.225 5911.865 866.474, 23078.941 5958.557 866.26, 23051.887 5989.615 866.333, 23010.879 6037.375 866.656, 22970.557 6085.67 866.439, 22945.234 6116.974 866.271, 22905.176 6164.762 866.227, 22865.799 6212.008 866.512, 22841.729 6242.958 866.608, 22804.127 6293.184 866.806, 22781.24 6324.709 866.806, 22741.766 6376.832 866.439, 22716.914 6409.578 866.27, 22675.148 6460.694 866.121, 22629.129 6511.373 866.08, 22585.383 6555.784 865.909, 22549.311 6591.566 865.587, 22493.414 6640.844 865.248, 22458.656 6670.373 865.207, 22400.088 6714.659 865.261, 22340.07 6757.834 865.171, 22279.039 6799.832 865.105, 22241.359 6824.435 865.182, 22189.502 6856.307 865.278, 22144.463 6883.713 865.364, 22081.971 6919.539 865.527, 22020.473 6950.128 865.981, 21957.129 6979.498 866.151, 21918.381 6996.661 866.001, 21855.367 7024.644 865.817, 21787.232 7050.799 865.769, 21744.641 7066.256 865.507, 21673.217 7089.576 865.226, 21624.766 7104.307 864.917, 21573.998 7119.097 864.525, 21520.824 7134.069 864.286, 21474.895 7147.182 864.311, 21427.047 7161.159 864.491, 21375.625 7174.962 864.565, 21322.172 7188.562 864.624, 21276.713 7200.546 864.732, 21209.119 7219.007 865.731, 21160.242 7232.455 866.714, 21112.518 7245.367 867.319, 21075.262 7255.531 867.414, 21043.354 7264.153 867.316, 21011.928 7272.551 866.99, 20975.031 7282.1 866.46, 20918.826 7296.8 864.829, 20867.289 7311.428 863.512, 20796.947 7330.368 863.031, 20741.641 7344.856 864.912, 20688.646 7355.779 867.694, 20640.451 7365.847 867.958, 20609.436 7372.094 867.608, 20560.939 7381.633 866.072, 20510.129 7390.157 864.582, 20452.629 7399.405 864.249, 20388.984 7407.417 865.935, 20338.891 7413.493 866.566, 20308.006 7416.641 867.186, 20275.732 7418.767 867.516, 20239.857 7421.04 868.203, 20184.73 7423.709 867.868, 20149.371 7424.434 867.207, 20118.137 7424.553 866.037, 20054.885 7424.059 863.558, 20004.047 7423.239 862.312, 19930.035 7422.941 862.523, 19859.91 7422.885 864.606, 19816.775 7421.607 865.857, 19757.184 7418.796 866.384, 19705.234 7415.197 866.346, 19653.275 7411.878 865.876, 19600.367 7408.132 865.469, 19554.596 7404.26 865.222, 19507.607 7399.867 865.102, 19435.299 7391.974 865.151, 19366.307 7382.514 866.927, 19316.25 7373.532 867.323, 19268.469 7364.066 867.16, 19218.465 7352.89 866.709, 19187.654 7345.34 866.206, 19124.428 7328.979 864.921, 19085.299 7318.045 864.284, 19045.682 7306.341 863.589, 18989.795 7289.315 862.589, 18941.443 7273.722 862.59, 18895.184 7257.683 863.606, 18846.207 7239.88 864.675, 18805.145 7223.802 865.524, 18737.373 7196.208 865.988, 18696.738 7178.492 865.895, 18632.766 7146.332 865.566, 18569.693 7112.254 865.605, 18529.654 7090.129 865.558, 18477.148 7058.692 865.332, 18429.072 7029.926 865.096, 18382.703 6999.562 864.88, 18335.172 6967.25 864.724, 18295.498 6938.782 864.559, 18253.285 6908.367 864.415, 18210.215 6874.572 864.322, 18165.469 6837.469 864.25, 18126.975 6804.557 864.161, 18087.014 6770.401 864.178, 18046.076 6731.737 864.115, 18003.268 6689.491 864.106, 17967.047 6653.705 863.994, 17928.443 6614.668 863.834, 17888.439 6573.32 863.58, 17848.594 6529.41 863.539, 17799.012 6476.886 863.743, 17758.074 6432.356 864.051, 17722.707 6393.599 864.414, 17681.291 6348.942 864.385, 17634.596 6298.692 863.828, 17593.785 6255.538 863.064, 17558.889 6217.577 862.74, 17507.299 6160.483 863.868, 17463.234 6110.086 864.574, 17427.688 6067.867 864.997, 17393.994 6026.718 865.166, 17359.832 5984.018 865.293, 17328.236 5945.396 865.187, 17298.197 5908.123 865.075, 17253.43 5848.897 865.147, 17210.248 5789.001 865.202, 17183.816 5751.212 865.311, 17141.287 5689.101 865.19, 17098.625 5628.204 865.148, 17073.465 5589.135 865.153, 17036.641 5526.669 865.277, 17002.586 5464.011 865.462, 16971.602 5399.584 865.636, 16953.15 5360.791 865.698, 16925.186 5297.667 865.683, 16910.086 5259.583 866.245, 16891.359 5204.095 868.489, 16877.072 5151.516 871.076, 16868.994 5109.154 870.981, 16860.963 5068.707 869.748, 16857.951 5036.451 813.383</trace>
</ink>
</file>

<file path=ppt/ink/ink417.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418.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20436.799 7041.022 533.15, 20399.568 7013.436 765.661, 20367.279 6992.32 811.249, 20328.447 6970.834 830.274, 20276.607 6950.735 840.147, 20244.469 6941.36 843.294, 20206.547 6933.122 862.418, 20138.803 6923.103 861.188, 20104.301 6921.308 860.645, 20071.377 6921.408 860.19, 20032.143 6925.664 859.818, 19973.385 6936.925 859.857, 19920.086 6959.104 860.498, 19878.732 6988.959 861.614, 19850.277 7025.515 862.856, 19835.666 7061.73 863.988, 19841.99 7128.112 864.385, 19861.266 7170.135 864.068, 19895.375 7212.086 863.265, 19948.723 7253.812 862.074, 20002 7283.244 860.896, 20059.938 7301.9 860.169, 20095.342 7305.487 859.911, 20152.389 7304.142 860.002, 20185.818 7295.092 860.097, 20238.67 7273.985 860.43, 20286.691 7244.988 860.923, 20340.492 7194.524 862.106, 20366.689 7137.612 863.776, 20365.039 7096.884 864.645, 20340.746 7045.963 864.344, 20285.057 6974.951 862.164, 20244.516 6925.832 856.963, 20218.672 6893.667 800.209</trace>
</ink>
</file>

<file path=ppt/ink/ink419.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21390.33 4935.667 533.15, 21440.156 4960.154 872.264, 21402.234 4935.553 871.607, 21367.395 4898.922 871.556, 21336.557 4855.881 871.145, 21312.42 4808.8 871.053, 21292.117 4761.212 870.936, 21269.857 4713.056 871.347, 21247.676 4660.683 871.892, 21229.738 4611.83 871.474, 21211.326 4558.242 870.574, 21193.459 4502.606 870.267, 21181.18 4457.329 870.511, 21169.812 4402.27 870.652, 21162.584 4369.846 870.036, 21154.545 4336.686 869.345, 21147.389 4304.216 869.407, 21140.568 4272.176 870.081, 21133.156 4237.504 870.723, 21126.045 4203.098 870.905, 21120.107 4172.229 870.435, 21113.469 4140.212 870.301, 21106.68 4107.433 870.367, 21100.768 4071.243 870.986, 21096.721 4038.478 871.186, 21091.682 3991.078 870.595, 21090.791 3932.775 870.359, 21094.979 3879.859 870.954, 21102.439 3824.646 872.335, 21108.498 3790.942 872.149, 21116.713 3740.244 872.125, 21129.578 3687.338 871.006, 21152.168 3634.039 872.887, 21182.34 3589.8 871.905, 21213.666 3553.675 872.507, 21251.629 3517.853 871.757, 21294.6 3485.936 872.291, 21334.416 3464.025 872.462, 21382.26 3443.527 871.538, 21441.35 3424.969 872.546, 21505.039 3415.608 871.31, 21538.621 3415.006 871.402, 21591.09 3419.552 871.052, 21639.748 3431.034 871.963, 21683.445 3453.24 871.902, 21730.107 3495.187 871.919, 21765.994 3548.706 871.663, 21788.502 3600.02 870.319, 21804.438 3651.36 870.838, 21815.139 3702.367 869.814, 21819.467 3751.488 869.749, 21818.938 3786.402 870.407, 21816.621 3817.804 870.456, 21813.34 3849.85 870.179, 21806.133 3900.958 870.153, 21801.842 3931.961 870.147, 21789.969 3997.013 870.017, 21780.988 4033.694 869.998, 21770.137 4068.927 869.682, 21750.064 4127.041 869.972, 21736.348 4163.15 869.917, 21715.691 4213.056 870.147, 21688.059 4271.991 872.158, 21659.441 4330.314 870.725, 21642.105 4363.617 870.987, 21619.432 4406.648 871.242, 21594.451 4456.423 870.583, 21569.691 4507.025 869.858, 21536.621 4563.339 869.731, 21504.348 4619.726 868.411, 21480.613 4663.53 868.52, 21456.59 4704.353 869.716, 21429.898 4751.768 871.043, 21407.572 4793.452 871.463, 21384.785 4836.035 871.729, 21369.387 4884.208 872.458, 21351.826 4928.073 872.581</trace>
</ink>
</file>

<file path=ppt/ink/ink420.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421.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19045.746 4978.799 533.15, 19077.566 4984.728 798.715, 19124.039 4992.303 872.784, 19135.648 4944.904 871.695, 19145.104 4888.816 870.535, 19162.52 4840.167 869.402, 19187.775 4781.646 868.738, 19216.926 4722.207 868.934, 19246.363 4665.124 867.58, 19277.174 4605.622 865.695, 19305.791 4551.563 864.97, 19327.699 4509.731 864.871, 19362.082 4446.489 865.084, 19384.119 4408.24 865.409, 19419.477 4346.682 865.59, 19454.174 4284.988 865.528, 19476.068 4246.532 865.589, 19512.775 4185.654 865.56, 19552.266 4123.971 865.419, 19576.145 4086.001 865.408, 19616.127 4025.184 865.391, 19657.506 3965.079 865.298, 19694.963 3911.385 865.299, 19724.906 3869.94 865.295, 19755.518 3829.91 865.257, 19788.471 3788.758 865.067, 19821.256 3748.709 864.965, 19848.713 3715.21 865.07, 19895.539 3660.351 865.507, 19926.104 3626.075 865.534, 19975.209 3573.465 865.336, 20022.994 3523.386 865.568, 20051.977 3491.828 865.864, 20090.406 3454.077 866.286, 20123.562 3421.23 867.051, 20157.406 3389.443 867.423, 20195.352 3356.171 867.194, 20232.566 3323.076 866.463, 20264.041 3297.331 866.758, 20301.953 3266.776 867, 20337.1 3239.631 866.503, 20394.723 3196.505 865.431, 20451.838 3156.407 865.183, 20486.264 3132.989 865.276, 20541.061 3097.849 865.919, 20596.371 3063.435 866.432, 20629.664 3042.745 866.545, 20692.57 3006.347 868.096, 20743.197 2979.417 868.334, 20785.125 2959.03 868.759, 20842.174 2934.018 868.524, 20874.852 2921.138 868.127, 20940.164 2897.091 867.853, 21006.398 2875.294 866.656, 21059.822 2859.868 866.026, 21090.77 2852.469 866.81, 21122.141 2845.844 867.93, 21199.797 2833.738 868.144, 21250.896 2827.473 866.853, 21296.455 2822.041 865.567, 21342.592 2816.777 866.496, 21388.188 2812.655 868.595, 21437.686 2808.626 869.752, 21496.719 2804.76 868.858, 21552.096 2801.793 867.733, 21586.131 2800.245 867.124, 21648.914 2798.03 866.092, 21693.465 2797.564 866.147, 21739.301 2797.32 867.167, 21791.115 2796.128 867.871, 21845.242 2795.632 867.538, 21877.947 2795.423 866.592, 21927.115 2797.242 866.082, 21975.318 2799.974 866.38, 22016.217 2803.796 867.22, 22079.033 2810.857 869.084, 22135.428 2819.546 869.655, 22193.789 2830.757 868.768, 22247.137 2843.991 869.743, 22305.836 2861.168 870.328, 22362.951 2880.956 869.377, 22397.027 2894.266 868.464, 22449.51 2916.987 867.601, 22495.072 2938.167 868.928, 22555.078 2967.055 869.177, 22604.846 2990.737 868.903, 22661.262 3020.718 869.228, 22720.807 3054.298 870.507, 22771.588 3083.396 869.271, 22808.428 3106.222 868.402, 22854.871 3136.006 867.688, 22907.014 3172.933 869.508, 22944.309 3202.626 869.724, 22998.723 3244.889 868.898, 23030.986 3269.867 868.514, 23075.633 3308.063 868.179, 23124.906 3354.818 868.235, 23155.889 3386.158 868.65, 23197.873 3430.351 868.103, 23235.562 3472.317 868.464, 23269.861 3519.685 870.274, 23304.262 3577.835 869.786, 23335.113 3636.385 869.431, 23363.492 3693.683 869.917, 23379.537 3730.338 869.189, 23396.061 3769.253 867.861, 23411.061 3804.794 867.329, 23424.561 3837.352 867.494, 23445.041 3888.656 868.203, 23465.303 3948.814 869.871, 23476.271 3986.058 870.146, 23486.066 4021.507 869.528, 23498.756 4069.652 869.198, 23512.512 4126.83 869.364, 23524.318 4184.445 869.022, 23535.801 4238.833 867.148, 23546.617 4289.918 865.334, 23559.344 4350.547 865.553, 23567.057 4391.83 866.93, 23576.033 4436.245 868.196, 23586.404 4486.464 869.053, 23595.785 4538.503 870.036, 23605.277 4605.599 869.963, 23610.723 4662.554 868.939, 23612.561 4697.587 868.883, 23613.125 4728.517 868.686, 23612.182 4782.154 867.451, 23610.428 4830.741 866.701, 23609.352 4868.316 867.462, 23608.9 4903.531 868.224, 23606.639 4956.602 870.054, 23606.193 4989.639 870.179, 23604.684 5021.301 870.27, 23600.506 5071.892 869.206, 23594.479 5119.356 867.968, 23586.133 5170.334 868.912, 23571.324 5245.548 867.872, 23553.768 5315.157 865.668, 23541.961 5354.45 864.957, 23520 5413.798 865.514, 23493.404 5471.708 866.196, 23475.832 5506.146 866.759, 23444.844 5561.928 866.975, 23409.814 5619.721 866.342, 23387.199 5655.038 866.041, 23347.68 5712.494 865.813, 23304.85 5770.507 865.558, 23277.127 5807.507 865.217, 23231.398 5866.527 864.978, 23200.412 5904.01 865, 23160.164 5952.001 864.873, 23119.967 5998.302 864.699, 23079.043 6045.465 864.377, 23042.951 6086.308 864.209, 23010.533 6122.732 864.364, 22974.188 6164.104 864.404, 22933.182 6209.443 864.232, 22894.818 6249.93 863.854, 22858.344 6287.873 863.557, 22818.527 6328.564 863.479, 22770.879 6375.94 863.234, 22726.518 6419.339 862.747, 22682.98 6460.728 862.181, 22635.973 6503.073 861.926, 22587.115 6546.114 862.108, 22541.295 6584.771 862.483, 22496.459 6622.031 862.79, 22448.252 6658.67 863.023, 22395.266 6697.678 863.068, 22348.041 6731.13 862.947, 22300.158 6763.36 863.014, 22248.371 6796.324 863.001, 22193.732 6830.673 862.958, 22144.018 6860.992 862.981, 22110.92 6880.631 862.992, 22073.914 6901.547 862.95, 22016.574 6932.722 862.862, 21984.324 6949.716 862.879, 21935.121 6975.88 862.941, 21888.785 7000.911 863.284, 21839.727 7026.093 863.794, 21785.465 7052.208 864.238, 21738.766 7075.724 864.415, 21690.797 7099.837 864.363, 21639.426 7123.482 864.225, 21582.555 7148.167 863.992, 21533.092 7169.004 863.704, 21481.432 7189.31 863.47, 21427.086 7211.256 863.4, 21362.348 7235.285 864.218, 21324.584 7248.536 864.564, 21293.492 7259.176 864.741, 21253.764 7272.391 864.629, 21221.473 7283.049 864.211, 21189.363 7292.459 863.711, 21152.418 7303.356 863.123, 21096.262 7319.286 862.071, 21065.201 7327.209 861.66, 21009.352 7340.192 861.715, 20960.369 7351.313 862.476, 20882.066 7366.68 864.088, 20830.762 7374.897 864.808, 20777.023 7382.612 865.075, 20718.994 7390.625 864.783, 20669.404 7397.991 864.476, 20616.582 7404.907 864.205, 20561.545 7412.073 863.994, 20502.783 7418.212 863.925, 20466.248 7421.697 863.922, 20431.502 7424.964 863.927, 20371.041 7429.65 863.869, 20316.488 7432.84 863.789, 20282.287 7434.514 863.751, 20226.588 7437.007 863.715, 20190.684 7438.298 863.547, 20122.531 7439.882 862.959, 20088.461 7440.069 862.428, 20052.865 7439.85 861.852, 20007.729 7438.985 861.22, 19934.09 7436 860.115, 19886.262 7432.888 859.479, 19848.514 7430.292 858.873, 19796.006 7425.182 858.192, 19732.188 7417.534 857.392, 19659.947 7407.883 856.491, 19611.844 7401.423 855.747, 19548.092 7390.399 854.356, 19476.258 7376.31 852.065, 19418.027 7364.542 849.324, 19326.414 7343.778 844.291, 19244.838 7323.968 837.061, 19153.391 7300.151 828.204, 19036.074 7263.834 815.836, 18952.611 7237.555 802.157, 18853.904 7197.524 786.065, 18789.762 7171.505 755.823, 18741.5 7154.811 713.87, 18682.193 7126.78 660.997</trace>
</ink>
</file>

<file path=ppt/ink/ink422.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423.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424.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425.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426.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4090.561 6543.735 533.15, 4047.37 6542.812 703.29, 4007.208 6540.899 757.087, 3956.729 6538.396 847.219</trace>
</ink>
</file>

<file path=ppt/ink/ink427.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2207.857 7070.455 533.15, 2173.96 7070.455 705.247, 2142.681 7070.455 764.656, 2104.609 7070.454 811.832, 2050.536 7070.455 845.64, 2004.057 7070.455 871.113, 1953.079 7072.273 873.212, 1979.955 7104.191 869.89, 2012.792 7107.594 868.226, 2077.938 7112.6 864.808, 2137.335 7115.795 862.447, 2211.468 7119.287 858.123, 2270.785 7121.969 853.484, 2340.938 7123.771 847.959, 2438.257 7124.924 840.718, 2503.005 7125.664 833.891, 2603.514 7126.137 825.105, 2702.146 7126.426 815.944, 2789.657 7126.612 806.785, 2902.813 7127.438 795.475, 2991.939 7128.37 786.506, 3088.759 7129.981 778.037, 3205.302 7133.787 773.452, 3282.876 7136.375 771.18, 3388.609 7141.477 771.112, 3493.494 7148.365 772.633, 3579.429 7154.673 775.018, 3687.003 7164.532 778.044, 3768.105 7172.244 782.021, 3856.251 7181.345 788.614, 3951.374 7192.071 795.76, 4013.036 7199.074 802.541, 4085.038 7207.189 810.918, 4146.693 7214.073 819.501, 4196.095 7219.591 827.002, 4227.718 7223.131 834.451, 4272.987 7227.387 841.836, 4349.695 7235.038 859.637, 4402.902 7241.815 868.894, 4364.573 7236.56 870.803, 4316.143 7230.579 868.238, 4271.881 7225.751 866.531, 4238.31 7222.135 864.283, 4190.791 7216.645 861.035, 4132.649 7210.947 856.77, 4087.633 7206.689 853.047, 4016.873 7201.775 847.785, 3952.932 7197.652 842.664, 3878.364 7193.227 836.586, 3830.018 7190.366 833.254, 3798.732 7188.527 834.083, 3716.359 7185.386 834.18, 3613.3 7181.051 831.787, 3534.148 7177.697 828.344, 3422.256 7173.383 821.391, 3349.625 7170.587 810.812, 3280.471 7167.852 792.994, 3225.438 7165.853 771.57</trace>
</ink>
</file>

<file path=ppt/ink/ink428.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2254.767 7176.001 533.15, 2301.726 7176.001 765.174, 2360.665 7176 808.876, 2426.325 7176 825.941, 2476.623 7176 830.632, 2513.723 7176.001 833.974, 2571.633 7176.001 835.481, 2624.187 7176.001 852.771, 2687.338 7176.001 849.086, 2780.772 7176.001 842.478, 2851.152 7176.001 835.306, 2946.958 7177.441 826.931, 3054.438 7179.346 817.483, 3137.616 7180.875 808.47, 3248.638 7184.75 796.612, 3343.891 7188.426 787.414, 3436.272 7192.358 779.874, 3547.342 7198.334 774.803, 3626.633 7202.72 773.871, 3719.264 7208.671 776.206, 3814.376 7215.8 780.709, 3884.974 7221.293 785.505, 3973.46 7228.272 791.924, 4052.726 7235.271 799.02, 4123.149 7241.996 806.604, 4206.699 7251.932 813.815, 4268.52 7259.531 820.497, 4331.129 7268.843 827.074, 4391.947 7279.04 833.365, 4434.376 7286.337 838.472, 4491.177 7297.56 849.158, 4542.446 7309.972 862.186, 4573.453 7320.919 850.479</trace>
</ink>
</file>

<file path=ppt/ink/ink429.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17802.639 3382.909 533.15, 17764.006 3372.932 767.026, 17708.75 3365.131 833.594, 17676.172 3372.804 844.247, 17642.092 3398.276 867.313, 17612.424 3432.573 866.386, 17595.625 3463.51 865.417, 17567.176 3526.905 863.057, 17552.727 3563.962 861.582, 17541.021 3604.325 860.162, 17528.668 3658.263 858.568, 17518.139 3720.25 856.289, 17511.969 3780.576 854.792, 17508.076 3823.153 853.818, 17506.555 3877.726 854.691, 17520.574 3934.837 857.635, 17558.604 3978.195 860.491, 17606.83 3988.581 862.609, 17651.74 3974.143 863.765, 17690.906 3943.397 863.315, 17717.939 3907.269 862.199, 17746.912 3857.864 860.592, 17774.26 3801.552 858.335, 17797.652 3743.497 856.062, 17814.281 3699.941 854.647, 17825.988 3658.633 854.009, 17834.906 3617.573 854.046, 17844.555 3555.592 855.028, 17845.283 3523.081 856.302, 17843.66 3491.093 857.786, 17839.062 3446.727 861.55, 17829.652 3391.044 866.447, 17823.123 3340.416 869.477, 17857.514 3358.892 869.84, 17875.262 3409.471 867.444, 17894.137 3469.402 864.33, 17906.383 3509.557 862.37, 17917.572 3546.53 860.553, 17929.824 3583.183 859.292, 17941.713 3616.979 858.625, 17960.281 3656.486 858.696, 17992.787 3711.142 859.341, 18031.086 3750.553 860.843, 18091.801 3777.354 863.307, 18147.842 3775.252 865.132, 18179.596 3768.987 843.813</trace>
</ink>
</file>

<file path=ppt/ink/ink430.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18432.311 3603.645 533.15, 18451.398 3560.35 870.982, 18492.02 3514.204 867.534, 18539.357 3504.6 867.01, 18572.908 3554.998 866.779, 18579.322 3600.602 865.694, 18580.219 3638.001 864.597, 18580.543 3670.3 863.317, 18579.611 3706.846 861.882, 18576.111 3752.019 860.375, 18570.965 3814.277 858.96, 18559.264 3867.029 861.948, 18550.031 3901.148 864.895, 18567.408 3932.424 871.97, 18614.797 3928.062 870.152, 18652.586 3927.08 868.192, 18722.547 3928.647 865.445, 18782.732 3925.152 865.605, 18821.492 3910.952 866.673, 18853.859 3901.271 815.194</trace>
</ink>
</file>

<file path=ppt/ink/ink431.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18764.287 3494.038 533.15, 18739.561 3455.945 871.279, 18750.443 3401.76 869.22, 18769.824 3365.326 867.787, 18793.109 3330.235 866.342, 18820.207 3297.498 865.135, 18869.676 3261.404 864.581, 18925.256 3265.941 865.952, 18942.961 3299.091 866.034, 18953.805 3340.635 865.155, 18960.207 3418.702 862.746, 18963.898 3485.755 861.97, 18983.684 3530.042 868.373, 19020.475 3492.458 868.624, 19066.047 3448.837 867.114, 19117.828 3427.786 868.948, 19173.797 3446.099 868.92, 19214.275 3510.032 866.693, 19221.506 3579.841 864.603, 19215.508 3624.549 863.652, 19198.586 3679.714 865.019, 19173.424 3722.344 869.335, 19129.598 3768.631 872.621</trace>
</ink>
</file>

<file path=ppt/ink/ink432.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19398.471 2512.655 533.15, 19371.947 2479.326 851.038, 19329.197 2460.805 870.599, 19294.1 2508.891 869.648, 19282.1 2558.613 867.551, 19276.766 2594.815 866.075, 19272.719 2643.725 864.08, 19270.068 2677.674 862.213, 19269.676 2726.145 859.401, 19271.012 2772.171 856.702, 19272.914 2810.845 854.667, 19280.578 2854.601 853.717, 19287.014 2887.14 853.581, 19302.791 2950.18 856.727, 19332.617 3002.332 871.713</trace>
</ink>
</file>

<file path=ppt/ink/ink433.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19495.898 2891.203 533.15, 19495.895 2851.563 797.298, 19494.529 2816.87 825.285, 19490.859 2783.954 838.688, 19476.156 2718.465 865.78, 19462.764 2676.49 865.061, 19440.389 2624.771 866.678, 19415.629 2577.242 871.622, 19451.139 2588.702 869.461, 19502.311 2633.402 866.066, 19560.975 2678.189 864.307, 19611.707 2710.922 864.628, 19663.512 2738.92 867.722, 19703.758 2759.17 870.675, 19739.242 2785.88 873.799</trace>
</ink>
</file>

<file path=ppt/ink/ink434.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19922.596 2719.182 533.15, 19880.074 2718.468 871.635, 19871.68 2687.305 871.527, 19881.521 2641.291 869.565, 19906.635 2602.532 868.582, 19955.939 2598.626 869.468, 19984.5 2643.711 868.577, 19992.055 2676.198 867.584, 19997.701 2731.317 866.244, 20002.514 2767.718 866.084, 20038.123 2783.146 869.382, 20082.236 2753.186 868.447, 20137.682 2740.454 869.26, 20178.539 2774.838 870.146, 20184.018 2835.329 868.713, 20178.783 2871.609 867.77, 20157.758 2928.971 868.477, 20131.072 2969.425 870.565, 20099.852 2991.243 686.293</trace>
</ink>
</file>

<file path=ppt/ink/ink435.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20135.494 2564.921 533.15, 20142.979 2511.226 871.009, 20171.846 2467.505 869.117, 20219.166 2443.411 868.127, 20271.875 2461.581 867.497, 20292.586 2496.92 866.698, 20306.604 2540.045 865.321, 20311.871 2575.31 864.287, 20317.236 2647.524 861.849, 20318.002 2688.095 860.41, 20318.701 2727.899 859.185, 20319.111 2766.51 858.4, 20320.096 2817.109 860.124, 20324.783 2862.872 863.73, 20344.887 2912.464 868.038, 20386.736 2924.868 870.48, 20445.527 2898.806 867.766, 20492.045 2871.187 867.614, 20522.885 2851.312 861.769</trace>
</ink>
</file>

<file path=ppt/ink/ink436.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20167.068 3895.928 533.15, 20129.133 3894.136 797.318, 20073.037 3912.867 840.103, 20036.66 3954.639 867.18, 20017.377 3998.377 865.862, 20006 4048.278 864.423, 20005.178 4089.093 863.499, 20009.338 4153.19 861.677, 20016.477 4187.375 860.85, 20036.773 4248.574 859.51, 20060.098 4293.673 859.284, 20105.797 4324.181 861.625, 20138.729 4324.3 863.018, 20176.605 4306.392 863.759, 20213.133 4267.997 863.982, 20242.73 4204.937 864.233, 20250.414 4162.266 864.148, 20248.217 4097.694 863.812, 20243.346 4065.014 863.73, 20230.377 4008.539 863.648, 20216.801 3964.548 863.727, 20192.939 3904.614 864.411, 20168.084 3850.662 868.489, 20218.607 3893.38 869.055, 20264.428 3941.707 865.619, 20309.717 3985.462 865.12, 20351.535 4016.664 866.603, 20401.873 4045.507 869.515, 20433.213 4063.535 816.823</trace>
</ink>
</file>

<file path=ppt/ink/ink437.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20558.584 3667.582 533.15, 20558.58 3709.965 836.505, 20557.938 3751.032 845.015, 20555.811 3803.356 866.471, 20554.242 3834.556 864.511, 20551.424 3889.661 863.535, 20552.645 3936.837 865.755, 20567.402 3984.551 868.762, 20623.396 3983.461 869.069, 20666.307 3948.424 867.793, 20703.781 3906.853 867.541, 20732.193 3861.527 868.572, 20751.715 3830.133 764.678</trace>
</ink>
</file>

<file path=ppt/ink/ink438.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20640.676 3611.256 533.15, 20675.363 3654.287 871.459, 20706.326 3693.319 868.998, 20745.531 3743.157 865.916, 20786.438 3800.252 862.461, 20824.891 3858.523 860.976, 20860.387 3917.231 863.701, 20884.883 3968.219 873.1</trace>
</ink>
</file>

<file path=ppt/ink/ink439.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20823.805 3406.252 533.15, 20844.133 3449.429 872.023, 20852.086 3502.617 869.549, 20858.85 3561.523 867.267, 20862.564 3594.178 870.797, 20878.705 3642.146 871.117, 20928.484 3632.552 868.806, 20963.281 3595.839 868.025, 20989.676 3554.192 868.335, 21003.332 3521.279 762.179</trace>
</ink>
</file>

<file path=ppt/ink/ink440.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20891.463 3324.554 533.15, 20923.689 3358.148 871.557, 20970.189 3410.227 868.146, 20999.004 3449.722 866.235, 21028.584 3493.526 864.651, 21054.764 3533.612 863.747, 21090.652 3585.331 863.74, 21125.109 3626.479 872.821</trace>
</ink>
</file>

<file path=ppt/ink/ink441.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7132.477 7737.733 533.15, 7190.02 7732.702 763.131, 7222.219 7729.522 790.786, 7299.451 7722.713 816.785, 7334.173 7719.994 823.847, 7382.577 7715.95 827.275, 7441.253 7712.237 829.442, 7485.649 7709.582 831.2, 7558.547 7705.753 846.545, 7634.793 7701.566 841.311, 7706.903 7697.521 835.631, 7809.584 7692.211 827.666, 7890.175 7688.228 819.322, 7978.741 7684.236 810.825, 8068.718 7681.133 804.322, 8140.129 7678.939 800.264, 8227.138 7677.526 797.258, 8318.806 7678.053 796.503, 8409.82 7679.683 799.901, 8468.588 7680.764 807.211, 8506.481 7681.487 815.304, 8555.643 7683.432 824.226, 8600.049 7685.425 833.089, 8653.946 7687.601 849.167, 8711.153 7689.672 865.956, 8743.93 7695.202 815.508</trace>
</ink>
</file>

<file path=ppt/ink/ink442.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7083.764 7630.665 533.15, 7065.414 7594.859 797.01, 7022.764 7546.758 839.275, 6974.18 7509.727 866.793, 6937.352 7487.166 866.065, 6892.991 7464.437 865.177, 6840.337 7441.573 864.18, 6809.449 7429.958 863.603, 6769.249 7415.706 862.867, 6704.487 7394.136 861.456, 6664.809 7382.605 860.659, 6630.863 7373.184 859.927, 6585.56 7362.435 859.203, 6531.857 7349.715 858.513, 6473.16 7336.851 857.861, 6409.789 7324.374 857.309, 6352.833 7313.603 857.081, 6306.774 7305.101 856.924, 6250.916 7296.158 856.76, 6207.6 7289.477 856.711, 6160.696 7282.713 856.669, 6104.076 7275.643 856.57, 6041.343 7269.131 856.505, 5984.917 7263.988 856.52, 5938.297 7260.074 856.543, 5882.731 7256.867 856.562, 5840.156 7254.632 856.613, 5793.675 7252.667 856.829, 5740.43 7251.434 857.099, 5704.976 7250.648 857.291, 5658.185 7250.891 857.518, 5612.558 7252.21 857.746, 5576.415 7253.588 857.908, 5531.055 7256.479 858.121, 5496.177 7258.948 858.412, 5458.9 7262.14 858.853, 5414.917 7267.638 859.219, 5349.797 7277.675 860.033, 5316.246 7284.573 860.577, 5260.148 7298.475 861.628, 5216.156 7313.073 863.562, 5153.348 7349.619 867.32, 5120.489 7379.034 868.739, 5082.049 7433.667 868.486, 5060.587 7493.968 866.656, 5054.092 7532.776 865.853, 5053.493 7595.737 865.367, 5063.722 7656.247 865.809, 5076.027 7692.358 866.276, 5106.096 7749.553 866.329, 5148.615 7805.247 865.809, 5181.417 7838.752 865.263, 5222.8 7871.936 864.55, 5275.142 7906.543 863.87, 5313.896 7926.815 863.495, 5344.934 7942.377 863.175, 5379.311 7958.429 862.738, 5421.362 7975.574 862.126, 5489.92 7999.858 860.733, 5531.995 8011.61 860.029, 5563.464 8020.138 859.401, 5604.886 8029.724 858.872, 5640.231 8037.271 858.685, 5676.083 8044.239 858.631, 5721.39 8051.434 858.536, 5753.935 8056.454 858.673, 5793.938 8062.082 858.767, 5838.078 8067.985 858.803, 5870.103 8072.202 858.898, 5912.768 8076.873 858.971, 5963.487 8082.237 859.123, 6018.895 8087.648 859.236, 6057.409 8091.374 859.336, 6102.695 8096.24 859.377, 6150.811 8101.623 859.365, 6185.789 8105.559 859.232, 6231.628 8110.244 859.118, 6272.861 8114.341 858.938, 6310.336 8117.898 858.85, 6355.841 8121.624 858.822, 6388.152 8124.218 858.899, 6427.889 8127.112 858.984, 6474.1 8129.679 859.086, 6545.127 8132.4 859.419, 6581.574 8133.079 859.69, 6615.73 8133.49 859.954, 6656.979 8133.024 860.259, 6722.554 8130.845 860.825, 6761.388 8127.907 861.126, 6822.918 8122.347 861.641, 6854.113 8118.72 861.923, 6915.994 8108.577 862.441, 6966.171 8097.506 863.16, 7023.499 8078.785 864.061, 7069.053 8059.472 865.112, 7126.483 8025.206 866.358, 7171.807 7985.951 867.067, 7212.125 7927.126 867.398, 7224.968 7890.118 867.34, 7231.477 7855.828 867.189, 7232.26 7817.223 866.911, 7216.264 7750.015 866.025, 7169.244 7671.316 864.18, 7138.901 7639.572 863, 7058.764 7574.681 859.093, 7013.296 7544.221 854.702, 6951.537 7508.02 848.057, 6854.767 7456.814 837.511, 6791.925 7423.667 823.301, 6740.388 7395.475 793.44, 6682.324 7366.797 769.019</trace>
</ink>
</file>

<file path=ppt/ink/ink443.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16767.918 5011.782 533.15, 16811.561 5031.837 871.604, 16860.668 5044.076 871.936, 16911.826 5052.825 872.003, 16961.471 5059.862 871.745, 17010.129 5056.691 872.063, 17056.043 5051.663 873.112, 17119.658 5042.984 871.185, 17170.143 5039.439 870.342, 17207.951 5037.349 869.595, 17247.854 5035.381 868.739, 17292.24 5034.028 867.856, 17355.559 5033.676 866.658, 17396.557 5034.556 866.561, 17446.945 5035.354 867.196, 17479.844 5036.085 867.034, 17537.314 5037.748 866.347, 17568.84 5038.457 865.383, 17629.277 5039.501 863.739, 17680.379 5041.123 864.235, 17732.16 5042.399 864.975, 17784.793 5041.955 864.909, 17855.467 5040.312 866.272, 17898.766 5039.946 867.125, 17945.715 5039.771 867.541, 18019.047 5041.593 866.656, 18092.137 5042.826 865.076, 18150.344 5040.782 865.099, 18205.215 5038.017 866.828, 18246.738 5035.859 867.682, 18293.4 5033.478 867.425, 18352.324 5032.012 866.05, 18412.666 5029.649 867.812, 18463.982 5026.933 868.299, 18505.545 5024.956 867.893, 18579.699 5022.293 865.988, 18635.52 5020.958 865.089, 18687.307 5019.39 865.431, 18735.229 5017.529 867.576, 18773.293 5015.739 868.923, 18810.055 5013.768 869.575, 18849.953 5011.716 870.795, 18910.043 5005.699 871.992, 18959.041 4994.417 872.904, 19006.656 4974.44 872.736, 19045.342 4946.367 873.26, 19072.688 4899.931 872.906, 19085.797 4855.009 872.025, 19101.773 4803.764 870.506, 19122.865 4745.146 870.84, 19142.516 4690.934 870.578, 19154.039 4659.983 870.303, 19176.639 4605.377 870.087, 19201.27 4549.896 869.945, 19225.27 4491.327 870, 19239.408 4459.292 869.703, 19261.826 4407.338 868.868, 19277.596 4370.828 868.438, 19302.289 4316.909 868.08, 19318.852 4282.972 868.01, 19349.996 4223.365 867.463, 19379.594 4169.551 868.904, 19408.475 4119.768 869.91, 19446.184 4055.511 868.189, 19478.504 4003.446 866.318, 19514.752 3946.74 863.969, 19545.062 3899.923 862.395, 19574.262 3855.799 861.71, 19605.045 3810.81 862.251, 19638.072 3767.323 863.531, 19667.189 3731.783 864.516, 19699.396 3694.179 864.999, 19734.25 3655.122 865.1, 19771.434 3614.02 864.863, 19805.457 3578.742 864.567, 19842.393 3541.417 864.468, 19882.078 3503.377 864.34, 19925.803 3464.793 864.182, 19964.143 3431.68 864.053, 20005.496 3399.071 863.957, 20050.219 3364.936 863.911, 20096.838 3330.936 863.935, 20137.096 3302.068 864.164, 20180.092 3272.069 864.259, 20233.543 3235.162 864.244, 20265.465 3214.303 864.217, 20314.525 3183.546 864.149, 20363.23 3154.401 864.042, 20414.693 3125.098 863.905, 20467.232 3096.196 863.751, 20514.17 3071.067 863.663, 20564.043 3044.681 863.606, 20616.646 3018.104 863.55, 20671.479 2990.943 863.486, 20724.332 2966.847 863.293, 20756.646 2952.315 863.101, 20814.645 2927.155 862.623, 20872.754 2904.052 862.069, 20906.34 2891.31 861.889, 20960.033 2871.968 862.001, 20993.229 2860.384 862.13, 21048.473 2842.093 862.43, 21103.869 2825.175 862.805, 21137.994 2815.688 862.945, 21176.068 2806.139 863.212, 21212.113 2797.15 863.463, 21269.291 2783.244 863.795, 21323.896 2771.498 864.045, 21356.199 2764.565 864.099, 21408.361 2754.039 864.119, 21440.148 2748.695 864.12, 21494.271 2740.161 865.065, 21534.348 2734.988 866.2, 21601.975 2730.067 867.091, 21641.193 2727.447 867.257, 21676.291 2725.151 867.263, 21720.686 2722.964 866.908, 21754.422 2721.368 866.207, 21791.291 2719.788 865.229, 21832.4 2718.776 863.972, 21894.258 2718.443 861.941, 21926.625 2719.098 861.124, 21984.719 2721.018 860.406, 22033.004 2724.02 861.642, 22107.979 2730.907 864.066, 22155.076 2735.394 865.266, 22204.777 2740.585 865.992, 22256.014 2746.857 865.903, 22299.969 2752.41 865.598, 22372.246 2763.946 865.305, 22415.676 2771.509 865.357, 22483.586 2785.579 866.02, 22523.557 2795.821 867.581, 22585.852 2815.018 868.798, 22636.926 2833.199 869.247, 22683.02 2852.639 868.726, 22738.676 2878.494 868.063, 22786.805 2905.18 867.452, 22818.617 2924.391 867.045, 22851.697 2946.494 866.716, 22895.758 2976.938 865.909, 22943.771 3013.011 864.687, 22987.09 3046.64 863.753, 23020.641 3074.859 863.496, 23068.25 3119.045 864.906, 23113.053 3164.081 866.476, 23146.229 3200.013 868.649, 23189.588 3248.464 868.772, 23234.088 3299.688 867.099, 23267.816 3342.909 866.084, 23308.111 3399.855 865.984, 23329.18 3432.216 866.194, 23361.369 3483.588 866.86, 23380.227 3514.92 867.253, 23409.566 3563.973 867.449, 23427.682 3595.639 867.637, 23444.562 3630.656 867.6, 23460.211 3666.29 867.442, 23473.42 3698.509 867.277, 23485.928 3730.375 867.423, 23498.098 3761.516 868.242, 23519.943 3819.629 868.625, 23539.205 3881.855 867.584, 23550.711 3919.937 866.583, 23566.434 3980.081 865.983, 23583.854 4042.551 866.12, 23594.191 4081.397 866.242, 23609.389 4144.731 866.436, 23621.18 4200.045 866.21, 23630.445 4248.499 865.978, 23642.52 4319.106 865.798, 23652.301 4390.019 865.59, 23660.877 4462.05 865.505, 23665.234 4506.83 865.471, 23669.451 4563.803 865.964, 23672.609 4616.263 866.616, 23675.094 4666.517 866.866, 23675.877 4697.95 866.719, 23676.703 4745.581 866.018, 23675.217 4793.179 865.071, 23670.486 4864.434 864.281, 23664.594 4920.708 865.186, 23659.166 4970.711 868.05, 23654.088 5013.624 868.569, 23643.787 5084.875 867.092, 23630.777 5153.607 864.958, 23621.297 5192.524 865.015, 23605.229 5254.213 865.581, 23585.754 5315.52 866.45, 23573.08 5352.579 866.78, 23551.32 5411.209 866.585, 23528.316 5468.103 866.674, 23505.07 5518.674 866.738, 23485.943 5557.811 866.862, 23467.564 5593.787 867.086, 23444.498 5634.248 866.88, 23420.994 5673.349 866.471, 23398.689 5706.659 866.145, 23358.537 5761.349 865.729, 23332.633 5793.846 865.847, 23287.734 5845.882 865.866, 23240.52 5898.958 865.708, 23197.402 5945.425 865.55, 23161.6 5982.176 865.324, 23125.027 6018.583 865.165, 23085.301 6057.213 864.853, 23045.631 6095.099 864.563, 23009.121 6129.159 864.36, 22969.188 6165.251 864.157, 22924.898 6203.441 863.882, 22878.988 6241.452 863.653, 22835.389 6277.195 863.473, 22787.24 6316.518 863.127, 22734.277 6358.544 862.57, 22681.963 6399.05 862.033, 22648.484 6424.094 861.9, 22613.113 6449.437 861.893, 22558.393 6488.624 861.906, 22507.633 6524.831 862.113, 22455.234 6560.999 862.399, 22398.314 6599.114 862.669, 22351.352 6630.375 862.765, 22305.633 6659.656 863.032, 22257.326 6689.356 863.439, 22205.572 6719.405 863.948, 22159.797 6744.888 864.245, 22112.266 6770.992 864.168, 22062.445 6798.384 864.006, 22008.818 6827.415 863.892, 21962.301 6851.751 863.724, 21914.137 6876.62 863.74, 21863.037 6902.879 863.817, 21807.717 6931.687 863.779, 21761.541 6955.618 863.677, 21714.078 6979.739 863.69, 21661.074 7003.756 863.711, 21604.719 7029.082 863.76, 21555.592 7049.861 863.698, 21524.371 7062.825 863.559, 21465.367 7086.669 863.134, 21426.855 7102.041 862.864, 21385.059 7118.251 862.61, 21322.682 7141.832 862.244, 21289.838 7153.812 862.215, 21228.471 7174.571 862.207, 21171.342 7192.217 862.322, 21135.887 7202.882 862.397, 21081.053 7218.899 862.579, 21048.5 7228.156 862.656, 20989.398 7244.403 862.724, 20933.641 7259.843 862.82, 20899.391 7269.097 862.859, 20849.811 7282.538 863.065, 20800.18 7296.634 863.495, 20749.225 7311.209 864.114, 20698.855 7325.555 865.761, 20652.344 7340.404 867.014, 20598.656 7357.291 867.249, 20542.861 7373.91 866.051, 20507.643 7384.232 865.195, 20453.643 7399.674 863.237, 20421.934 7408.505 862.463, 20387.76 7417.599 862.107, 20333.768 7430.916 862.562, 20281.711 7442.229 863.553, 20227.562 7451.693 864.588, 20177.721 7459.44 865.409, 20127.586 7465.872 865.435, 20095.588 7469.024 865.21, 20044.836 7473.073 864.735, 20009.602 7474.95 864.346, 19948.525 7477.641 863.677, 19892.227 7479.1 863.286, 19855.844 7479.449 863.094, 19795.043 7479.259 862.644, 19760.316 7478.466 862.366, 19699.219 7476.546 861.989, 19640.098 7473.34 861.676, 19604.406 7470.975 861.618, 19548.545 7466.077 862.068, 19517.613 7462.167 862.317, 19459.887 7453.718 863.025, 19407.811 7445.862 863.575, 19354.947 7436.631 864.102, 19301.137 7424.808 864.424, 19253.08 7412.889 864.633, 19204.867 7400.826 864.852, 19152.891 7385.503 864.86, 19099.215 7367.76 864.726, 19052.523 7350.41 864.495, 18989.213 7323.865 864.355, 18939.348 7301.461 864.415, 18867.07 7266.338 864.789, 18823.863 7243.284 864.949, 18758.533 7206.974 865.367, 18714.148 7181.085 865.321, 18666.434 7151.265 864.898, 18621.156 7121.607 864.403, 18578.771 7093.751 864.045, 18511.377 7046.177 863.947, 18454.07 7001.319 864.056, 18406.078 6962.672 864.096, 18361.293 6924.654 864.067, 18308.996 6878.713 863.554, 18259.16 6831.69 862.594, 18213.725 6787.419 861.693, 18168.572 6741.062 861.139, 18122.293 6694.03 861.523, 18077.227 6646.071 862.136, 18038.135 6601.981 862.763, 18012.055 6570.768 862.809, 17971.607 6523.758 862.44, 17930.398 6474.492 861.832, 17881.094 6414.28 861.481, 17853.4 6380.775 861.621, 17810.268 6329.499 862.058, 17768.08 6279.514 862.485, 17724.812 6228.513 862.547, 17676.08 6174.939 862.509, 17633.703 6129.476 862.147, 17587.91 6083.088 861.72, 17539.26 6034.178 861.366, 17485.783 5983.287 861.373, 17439.885 5940.189 861.491, 17393.113 5894.948 861.534, 17346.105 5847.48 861.56, 17295.43 5797.257 861.831, 17253.775 5753.944 862.031, 17198.27 5693.177 862.211, 17153.982 5643.637 862.463, 17113.619 5596.417 862.845, 17078.287 5555.083 863.48, 17045.012 5513.746 864.452, 17015.031 5474.988 865.218, 16969.918 5415.473 865.698, 16926.549 5358.288 865.56, 16899.982 5324.669 865.587, 16866.635 5280.696 865.875, 16825.58 5223.259 866.412, 16786.803 5163.359 867.41, 16753.592 5112.864 868.644, 16721.668 5068.448 870.194, 16695.174 5029.297 872.194, 16728.744 5013.192 873.448, 16760.646 5029.118 765.295</trace>
</ink>
</file>

<file path=ppt/ink/ink444.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16512.619 7993.482 533.15, 16452.814 8000.961 765.092, 16411.695 8012.091 811.685, 16339.265 8049.395 836.152, 16308.472 8071.689 839.993, 16253.632 8117.708 861.752, 16201.862 8172.166 860.042, 16177.054 8209.086 859.121, 16143.367 8269.49 858.107, 16131.404 8305.615 857.994, 16119.126 8365.528 858.424, 16119.874 8399.434 858.949, 16126.651 8432.397 859.657, 16142.713 8476.446 861.389, 16186.985 8520.063 863.518, 16240.179 8529.458 864, 16284.496 8524.122 864.049, 16339.418 8495.898 863.387, 16381.097 8461.213 862.924, 16420.121 8405.599 862.408, 16435.824 8373.043 862.213, 16456.891 8320.106 861.981, 16471.037 8271.294 862.291, 16483.775 8203.127 863.417, 16489.27 8167.517 864.75, 16501.844 8118.544 870.444, 16510.465 8151.855 870.306, 16516.818 8189.684 868.676, 16526.166 8232.267 866.477, 16535.553 8264.235 865.192, 16547.73 8304.615 863.862, 16558.67 8340.61 862.76, 16570.42 8373.447 861.822, 16584.113 8412.675 861.066, 16595.82 8446.416 860.479, 16619.139 8511.1 859.95, 16636.436 8558.783 861.765, 16648.992 8592.112 865.065, 16672.625 8642.642 876.294</trace>
</ink>
</file>

<file path=ppt/ink/ink445.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16767.918 8481.129 533.15, 16813.771 8471.629 766.088, 16848.998 8462.949 812.054, 16912.318 8448.719 837.253, 16971.658 8441.917 865.454, 17009.152 8447.039 866.679, 17052.42 8480.354 868.513, 17033.852 8549.054 867.512, 17004.041 8584.02 865.812, 16956.818 8622.584 863.374, 16924.186 8643.604 862.054, 16866.521 8676.113 859.988, 16825.605 8697.619 860.979, 16779.336 8716.218 867.287, 16733.619 8735.558 871.034, 16730.881 8781.479 869.887, 16782.271 8818.278 867.112, 16838.01 8855.749 865.31, 16882.984 8890.261 864.489, 16931.893 8930.735 864.741, 16977.074 8961.468 870.771, 17009.812 8964.366 820.846</trace>
</ink>
</file>

<file path=ppt/ink/ink446.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17157.629 8407.551 533.15, 17208.801 8405.44 850.574, 17288.592 8406.005 866.477, 17323.996 8406.95 864.743, 17388.535 8409.628 861.584, 17448.547 8415.389 860.199, 17483.758 8423.463 859.896, 17534.068 8439.551 860.401, 17591.965 8479.375 862.382, 17619.107 8530.163 864.48, 17620.631 8564.565 865.24, 17610.781 8598.399 865.474, 17576.76 8648.607 865.07, 17531.416 8690.06 868.149, 17491.143 8732.167 871.951, 17539.461 8780.532 869.654, 17572.859 8801.106 867.415, 17626.543 8835.105 865.187, 17667.164 8865.509 864.118, 17712.855 8912.541 865.429, 17727.898 8946.572 866.725, 17730.82 8978.579 867.629, 17693.824 9036.125 867.117, 17657.844 9058.345 865.954, 17618.502 9073.979 864.851, 17544.521 9089.847 863.494, 17482.711 9096.238 864.96, 17432.807 9097.591 870.1, 17384.213 9086.815 872.863, 17381.277 9041.023 871.446</trace>
</ink>
</file>

<file path=ppt/ink/ink447.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18399.834 8141.654 533.15, 18352.553 8135.145 841.259, 18308.264 8131.126 847.169, 18273.129 8131.286 865.816, 18209.402 8137.209 862.761, 18161.523 8148.742 860.912, 18129.148 8156.712 859.381, 18086.775 8172.888 857.98, 18048.35 8191.123 856.822, 18015.9 8208.43 855.973, 17979.582 8232.827 855.399, 17925.803 8275.224 855.864, 17886.158 8319.871 857.968, 17862.66 8366.208 860.362, 17855.246 8408.107 862.539, 17861.105 8444.453 864.22, 17901.914 8491.982 864.698, 17970.406 8518.521 863.54, 18018.523 8522.168 862.825, 18050.557 8514.937 862.389, 18101.312 8494.764 861.739, 18152.873 8459.833 860.797, 18199.592 8413.805 859.939, 18239.287 8358.051 859.683, 18265.848 8306.307 859.775, 18284.842 8250.061 860.277, 18292.219 8217.519 860.529, 18301.492 8168.052 861.299, 18307.895 8106.165 863.721, 18310.166 8069.387 866.126, 18309.801 8121.498 868.339, 18317.037 8171.425 866.039, 18323.594 8205.473 864.666, 18339.27 8275.87 861.986, 18347.768 8311.959 860.581, 18355.877 8346.92 859.359, 18365.303 8389.56 858.342, 18379.525 8456.559 857.363, 18392.859 8524.274 860.22, 18399.936 8574.182 863.13, 18413.344 8636.19 866.418, 18419.811 8667.919 846.504</trace>
</ink>
</file>

<file path=ppt/ink/ink448.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18545.074 8543.544 533.15, 18586.041 8520.447 795.834, 18634.502 8500.727 832.977, 18671.346 8491.733 843.188, 18739.148 8488.562 866.158, 18807.584 8505.61 865.436, 18868.891 8543.204 864.575, 18909.338 8594.702 864.421, 18921.434 8633.971 864.455, 18922.461 8675.773 864.46, 18901.441 8742.149 864.07, 18857.826 8800.828 863.565, 18801.938 8848.251 863.595, 18761.201 8877.454 867.682, 18735.021 8922.587 871.796, 18779.717 8965.901 869.975, 18811.102 8988.426 867.745, 18863.613 9028.864 865.244, 18911.963 9087.396 864.953, 18919.074 9118.827 865.843, 18901.477 9169.524 867.198, 18837.014 9212.697 866.267, 18799.539 9226.343 865.479, 18733.234 9236.178 864.595, 18674.664 9240.153 863.815, 18634.053 9240.198 863.205, 18572.57 9238.871 862.001, 18539.83 9236.562 861.474, 18487.637 9231.714 860.779, 18443.621 9225.189 862.155, 18407.199 9216.068 864.623, 18360.576 9176.168 868.718, 18347.168 9142.899 816.44</trace>
</ink>
</file>

<file path=ppt/ink/ink449.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19546.418 8722.669 533.15, 19503.051 8701.427 794.622, 19440.576 8673.811 830.623, 19394.641 8654.154 840.617, 19363.172 8640.788 843.996, 19307.697 8617.559 863.15, 19249.645 8592.916 863.246, 19200.945 8571.096 867.273, 19153.965 8553.133 871.103, 19114.795 8584.645 871.264, 19107.303 8635.32 868.97, 19104.652 8683.808 868.183, 19103.611 8732.656 868.582, 19104.447 8767.587 868.986, 19109.676 8799.685 869.391, 19139.006 8852.377 870.33, 19191.426 8884.637 868.813, 19260.338 8908.816 865.944, 19292.115 8916.799 864.911, 19327.09 8925.286 864.059, 19380.244 8938.743 863.293, 19431.961 8953.111 863.099, 19481.723 8970.843 863.453, 19523.838 8992.641 864.209, 19556.449 9015.123 865.141, 19597.021 9060.323 866.261, 19612.104 9092.556 866.718, 19618.002 9129.623 866.813, 19612.328 9169.445 866.496, 19601.201 9202.557 866.057, 19561.898 9258.971 867.65, 19502.32 9285.052 868.3, 19447.67 9295.544 867.202, 19400.715 9296.847 868.463, 19351.721 9281.836 872.445, 19360.797 9238.589 871.31, 19393.795 9218.097 684.604</trace>
</ink>
</file>

<file path=ppt/ink/ink450.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20313.211 8508.53 533.15, 20298.604 8469.857 797.682, 20234.594 8443.762 838.076, 20159.119 8450.257 863.913, 20105.932 8466.989 862.217, 20072.008 8484.473 861.272, 20023.686 8515.516 860.27, 19982.439 8552.989 860.028, 19953.227 8594.057 860.775, 19938.902 8637.084 862.062, 19936.598 8673.41 863.583, 19946.863 8709.773 864.591, 19982.305 8755.923 865.316, 20034.936 8780.999 865.227, 20071.967 8782.487 864.96, 20134.799 8758.627 864.306, 20176.9 8727.09 863.523, 20215.436 8685.102 862.689, 20246.436 8642.956 862.104, 20271.205 8599.916 862.161, 20298.242 8533.792 863.234, 20313.938 8480.051 865.259, 20324.531 8426.409 869.585, 20336.16 8475.222 869.739, 20345.176 8510.089 868.019, 20359.918 8554.491 866.099, 20378.822 8603.702 864.551, 20398.182 8650.237 863.511, 20419.178 8700.981 862.831, 20442.121 8760.045 862.63, 20464.213 8813.775 864.841, 20496.338 8866.168 867.438, 20548.604 8892.806 869.51</trace>
</ink>
</file>

<file path=ppt/ink/ink451.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21026.779 8799.292 533.15, 20961.566 8786.495 871.218, 20917.854 8775.901 868.878, 20869.375 8762.858 865.905, 20818.463 8748.922 867.315, 20784.229 8739.322 869.356, 20753.391 8731.096 872.081, 20701.426 8734.329 871.834, 20676.104 8784.508 870.953, 20665.48 8828.253 870.269, 20661.398 8861.329 869.929, 20660.531 8895.901 869.427, 20680.859 8947.9 869.437, 20744.559 8987.033 867.668, 20781.354 9002.979 866.457, 20817.43 9016.956 865.696, 20869.334 9038.649 865.641, 20917.338 9073.068 868.164, 20941.314 9130.706 869.341, 20928.602 9189.072 868.61, 20891.613 9231.246 867.981, 20839.564 9264.23 867.922, 20801.004 9268.858 867.91, 20767.518 9266.568 867.624, 20721.369 9252.955 869.837, 20683.377 9219.511 872.159, 20716.07 9203.923 848.822</trace>
</ink>
</file>

<file path=ppt/ink/ink452.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21242.385 8896.72 533.15, 21297.545 8893.102 871.225, 21341.236 8892.644 868.871, 21383.805 8894.973 866.364, 21454.773 8912.332 863.973, 21497.201 8931.892 863.465, 21548.15 8975.694 863.683, 21569.73 9032.384 864.595, 21553.033 9100.964 864.313, 21529.021 9142.951 863.59, 21485.648 9192.493 862.108, 21432.012 9241.456 860.41, 21377.457 9284.506 859.225, 21329.904 9320.893 860.235, 21290.197 9365.686 863.58, 21273.412 9402.455 866.518, 21292.74 9460.188 868.086, 21327.426 9498.161 867.522, 21383.633 9544.811 864.517, 21415.395 9566.863 862.523, 21456.277 9592.893 860.541, 21520.244 9630.298 857.743, 21589.154 9663.776 858.42, 21639.312 9683.247 867.568</trace>
</ink>
</file>

<file path=ppt/ink/ink453.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21321.77 5062.526 533.15, 21309.369 5027.042 816.015, 21286.682 4979.846 849.84, 21266.889 4933.686 869.557, 21245.516 4875.283 869.489, 21228.648 4815.73 870.796, 21214.523 4763.094 870.286, 21206.336 4731.958 869.566, 21197.268 4699.441 868.59, 21184.588 4651.896 866.774, 21170.641 4593.891 865.327, 21161.855 4547.066 866.049, 21151.875 4487.789 868.458, 21147.109 4449.895 869.866, 21139.201 4379.697 868.799, 21132.867 4317.657 865.929, 21130.605 4285.246 865.756, 21128.445 4245.443 867.637, 21126.627 4204.229 869.56, 21125.332 4146.655 869.873, 21124.215 4115.811 869.302, 21123.131 4058.231 867.981, 21121.215 4007.18 867.23, 21120.865 3957.759 869.093, 21123.738 3905.419 870.92, 21127.516 3866.987 870.055, 21135.277 3819.113 868.932, 21150.086 3764.674 870.105, 21161.904 3733.326 870.299, 21183.072 3691.63 870.529, 21218.189 3643.156 869.726, 21251.723 3606.71 869.409, 21296.082 3568.926 869.442, 21340.609 3541.32 870.356, 21397.129 3515.913 870.589, 21430.484 3504.946 870.106, 21480.979 3494.607 869.634, 21513.348 3488.343 869.589, 21575.033 3483.607 870.567, 21626.58 3486.976 870.814, 21687.053 3507.602 870.821, 21733.344 3541.697 870.119, 21770.209 3593.519 870.05, 21785.42 3625.254 870.241, 21795.9 3656.987 869.978, 21810.199 3714.165 869.517, 21817.848 3763.146 869.687, 21820.125 3808.556 869.221, 21821.043 3843.271 868.182, 21819.135 3902.289 867.041, 21815.734 3949.129 866.561, 21812.977 3982.383 866.387, 21806.287 4034.457 866.419, 21798.852 4085.941 866.845, 21787.254 4159.258 867.123, 21779.674 4205.235 866.434, 21762.977 4279.328 865.191, 21749.729 4326.653 864.706, 21734.898 4377.209 864.231, 21716.568 4431.255 864.232, 21698.934 4480.391 864.344, 21675.023 4537.349 864.001, 21657.869 4573.877 863.485, 21627.441 4635.194 862.03, 21603.67 4678.027 861.042, 21563.922 4745.894 859.181, 21536.812 4788.779 858.313, 21515.84 4821.613 857.502, 21485.01 4866.726 856.586, 21451.926 4915.743 854.716, 21426.775 4948.342 847.133</trace>
</ink>
</file>

<file path=ppt/ink/ink454.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22812.055 8972.836 533.15, 22810.311 8932.375 767.312, 22784.432 8877.042 832.633, 22747.158 8850.47 842.126, 22680.555 8829.703 863.675, 22607.934 8819.764 860.953, 22566.734 8818.02 859.339, 22526.902 8821.338 858.007, 22476.775 8831.323 856.751, 22432.062 8841.717 855.695, 22395.189 8854.955 854.963, 22355.605 8876.017 854.479, 22317.252 8903.608 854.432, 22266.684 8953.96 855.762, 22240.496 9001.837 857.863, 22236.729 9048.675 860.084, 22263.561 9098.243 861.443, 22326.027 9139.828 862.552, 22389.459 9138.546 862.42, 22422.074 9128.702 862.107, 22478.23 9099.435 861.192, 22527.23 9060.442 860.16, 22570.361 9011.924 859.379, 22602.283 8958.308 859.387, 22626.414 8895.854 861.796, 22633.322 8861.847 864.297, 22636.439 8802.146 871.636, 22635.125 8834.391 871.66, 22649.598 8913.654 867.223, 22659.803 8949.492 865.746, 22683.527 9018.646 862.76, 22697.752 9054.456 861.147, 22712.684 9090.408 859.586, 22733.916 9135.062 858.111, 22749.98 9167.335 857.053, 22770.578 9203.406 856.243, 22796.266 9241.01 855.814, 22838.094 9293.479 856.102, 22869.361 9330.058 858.654</trace>
</ink>
</file>

<file path=ppt/ink/ink455.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23363.244 9074.323 533.15, 23316.67 9096.787 766.307, 23282.143 9113.354 812.326, 23216.16 9149.287 836.583, 23179.154 9174.823 844.955, 23129.145 9224.166 865.005, 23108.488 9278.683 865.574, 23109.371 9314.874 865.93, 23134.703 9370.369 865.502, 23186.092 9422.68 864.324, 23227.229 9452.354 863.417, 23272.68 9476.12 862.927, 23319.305 9489.422 863.082, 23351.447 9497.285 857.642</trace>
</ink>
</file>

<file path=ppt/ink/ink456.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23419.176 9053.011 533.15, 23417.895 9102.098 872.074, 23412.898 9136.012 870.46, 23400.592 9190.574 867.753, 23380.551 9264.611 864.359, 23360.43 9335.998 860.845, 23347.699 9381.095 859.194, 23337.207 9418.194 857.738, 23324.32 9467.081 856.342, 23314.396 9506.493 855.576, 23304.773 9547.73 855.303, 23289.1 9623.688 858.371, 23285.156 9656.848 859.924, 23283.105 9709.515 862.87, 23289.154 9743.715 866.366, 23292.607 9775.876 816.087</trace>
</ink>
</file>

<file path=ppt/ink/ink457.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23907.217 9125.066 533.15, 23882.459 9164.598 847.058, 23818.188 9219.939 867.033, 23768.709 9258.481 864.325, 23737.543 9280.792 862.875, 23682.742 9319.005 860.625, 23651.408 9342.312 859.827, 23604.521 9378.211 859.472, 23565.348 9412.597 860.322, 23527.553 9462.397 863.565, 23521.062 9496.247 865.615, 23535.807 9534.66 866.499, 23562.92 9568.911 866.085, 23606.645 9606.394 864.434, 23638.82 9628.703 863.161, 23692.402 9661.893 860.88, 23724.152 9676.41 860.101, 23772.621 9693.335 859.538, 23822.686 9695.991 862.452</trace>
</ink>
</file>

<file path=ppt/ink/ink458.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23853.992 9105.276 533.15, 23878.271 9154.802 871.246, 23885.068 9203.441 868.94, 23889.457 9267.365 865.62, 23891.697 9321.302 863.336, 23893.148 9357.254 861.265, 23894.699 9413.668 857.225, 23894.748 9474.84 852.334, 23894.113 9530.82 847.212, 23891.127 9614.28 840.541, 23888.246 9682.052 834.313, 23883.76 9764.073 827.227, 23877.67 9870.255 819.15, 23873.361 9944.73 811.714, 23867.344 10053.23 803.475, 23861.494 10155.629 795.813, 23856.098 10247.824 789.091, 23852.609 10307.424 770.377, 23849.939 10353.187 750.581, 23846.775 10406.853 721.95</trace>
</ink>
</file>

<file path=ppt/ink/ink459.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3959.755 7550.489 533.15, 3887.761 7550.489 762.031, 3814.148 7550.489 800.723, 3738.346 7551.948 800.907, 3690.016 7552.904 800.214, 3601.703 7558.011 816.155, 3545.344 7562.904 820.431, 3507 7566.12 838.996, 3453.857 7570.645 845.741</trace>
</ink>
</file>

<file path=ppt/ink/ink460.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3741.444 8299.974 533.15, 3681.145 8297.148 841.103, 3607.72 8294.508 845.441, 3533.464 8293.021 859.053, 3483.999 8292.033 852.442, 3451.846 8291.393 844.894, 3397.526 8290.344 818.596</trace>
</ink>
</file>

<file path=ppt/ink/ink461.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1527.666 8709.476 533.15, 1576.291 8743.37 841.836, 1624.837 8762.589 869.987, 1659.788 8773.522 869.865, 1710.489 8785.623 869.504, 1779.434 8797.122 870.873, 1837.075 8805.913 870.224, 1882.543 8812.623 869.329, 1915.586 8817.448 868.378, 1961.737 8822.565 867.774, 2006.661 8826.881 867.798, 2041.125 8830.181 867.947, 2073.628 8833.231 868.489, 2143.268 8838.774 868.068, 2189.459 8842.659 867.351, 2232.616 8845.645 866.792, 2291.602 8848.905 867.674, 2343.96 8852.885 869.272, 2401.167 8855.364 869.102, 2460.693 8858.296 867.831, 2495.464 8860.435 867.066, 2527.248 8861.272 867.265, 2559.724 8861.46 867.238, 2591.343 8861.584 866.894, 2647.879 8861.715 866.626, 2691.196 8861.711 866.495, 2742.174 8861.707 868.545, 2793.887 8861.707 868.831, 2826.608 8862.896 868.975, 2883.177 8865.338 869.662, 2914.238 8866.048 869.33, 2948.394 8866.809 868.779, 3017.815 8869.712 869.34, 3058.936 8872.383 869.727, 3116.014 8875.732 868.552, 3148.574 8877.414 867.944, 3187.882 8878.614 868.207, 3243.84 8880.348 868.29, 3275.373 8881.924 868.228, 3314.964 8883.942 868.864, 3355.492 8885.616 868.825, 3400.48 8887.458 868.982, 3444.583 8890.057 868.731, 3480.8 8892.451 868.288, 3540.474 8896.659 867.299, 3573.812 8899.149 866.904, 3605.739 8900.919 867.685, 3639.466 8903.092 868.681, 3674.198 8906.256 869.36, 3708.328 8909.158 869.455, 3771.353 8914.203 867.784, 3807.885 8918.257 867.219, 3866.972 8924.166 867.48, 3902.288 8927.807 868.458, 3953.876 8932.539 869.79, 4000.255 8936.818 870.376, 4032.056 8939.835 870.292, 4067.393 8943.592 870.981, 4111.892 8948.484 871.016, 4158.73 8952.825 869.893, 4211.62 8958.045 868.395, 4244.317 8961.39 867.995, 4295.953 8966.719 867.539, 4366.92 8972.054 868.346, 4429.25 8975.759 870.022, 4484.568 8978.59 870.119, 4530.418 8980.191 869.77, 4591.678 8980.867 869.135, 4636.959 8980.945 869.243, 4688.921 8981.495 868.266, 4738.431 8982.139 867.509, 4770.515 8982.345 867.19, 4802.439 8983.152 867.808, 4836.529 8983.643 867.748, 4899.807 8985.018 867.435, 4958.78 8987.751 867.552, 4990.991 8989.695 868.195, 5025.464 8991.155 868.668, 5059.522 8993.266 868.767, 5110.299 8996.733 868.602, 5162.746 9000.614 867.923, 5210.324 9003.6 867.284, 5250.797 9005.793 867.476, 5311.764 9008.26 867.276, 5361.571 9009.536 866.71, 5410.796 9009.777 866.597, 5468.585 9007.532 866.362, 5520.938 9003.919 866.086, 5551.867 9001.42 866.11, 5591.164 8997.977 866.384, 5623.252 8995.64 867.286, 5673.264 8991.247 868.488, 5713.297 8987.38 868.527, 5757.144 8983.89 868.242, 5800.973 8980.582 867.954, 5835.462 8978.317 868.319, 5867.548 8977.403 868.943, 5919.856 8975.43 869.971, 5971.782 8976.624 869.422, 6049.307 8979.614 867.376, 6081.576 8981.312 866.183, 6134.531 8985.161 865.674, 6187.167 8989.239 865.78, 6234.625 8992.934 867.11, 6280.747 8995.583 867.792, 6327.825 8998.747 868.222, 6358.882 9000.575 868.269, 6425.591 9004.522 869.773, 6498.693 9006.899 869.815, 6543.734 9007.78 868.979, 6589.847 9008.685 867.692, 6638.339 9009.586 867.114, 6677.609 9009.784 867.489, 6724.068 9009.852 867.29, 6782.774 9009.881 867.339, 6816.686 9009.881 867.606, 6855.129 9010.6 868.932, 6899.032 9011.57 869.771, 6945.257 9012.502 869.288, 6996.591 9014.646 868.639, 7054.827 9017.906 867.105, 7088.12 9019.857 866.081, 7133.268 9022.76 864.522, 7179.289 9026.049 864.803, 7230.245 9031.298 865.844, 7264.39 9034.889 866.631, 7314.959 9040.493 866.647, 7378.091 9048.8 865.752, 7437.585 9056.296 864.792, 7484.94 9062.756 864.958, 7515.969 9067.323 865.502, 7566.606 9075.209 867.456, 7600.849 9081.208 868.248, 7655.604 9089.311 869.442, 7686.411 9093.792 869.497, 7717.292 9098.661 869.264, 7778.41 9107.854 868.667, 7830.47 9115.719 869.639, 7878.182 9125.485 872.023, 7934.855 9138.593 871.341, 7967.652 9150.257 763.967</trace>
</ink>
</file>

<file path=ppt/ink/ink462.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4568.68 3170.293 533.15, 4589.634 3122.631 871.249, 4560.935 3071.106 868.887, 4510.416 3024.68 866.735, 4444.738 2981.308 864.855, 4409.331 2961.421 864.156, 4367.449 2939.342 863.321, 4322.39 2916.084 862.442, 4244.864 2878.319 861.46, 4209.812 2863.595 861.877, 4158.394 2842.05 865.747</trace>
</ink>
</file>

<file path=ppt/ink/ink463.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4531.693 3117.52 533.15, 4484.891 3089.797 835.464, 4439.47 3062.109 848.227, 4403.706 3041.68 867.066, 4333.883 3003.966 864.798, 4285.596 2981.595 864.599, 4244.4 2965.941 865.331, 4186.516 2951.65 868.453, 4154.417 2942.495 816.833</trace>
</ink>
</file>

<file path=ppt/ink/ink464.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1907.455 10680.361 533.15, 1872.866 10650.432 827.133, 1825.767 10624.408 869.149, 1793.309 10614.358 869.235, 1733.967 10618.194 870.193, 1697.957 10643.217 870.364, 1667.086 10702.975 869.837, 1654.984 10757.723 869.461, 1655.927 10820.83 869.632, 1660.161 10853.939 869.259, 1665.931 10885.92 868.494, 1676.458 10917.069 868.393, 1702 10968.078 871.131, 1742.104 11008.473 872.544, 1790.869 11025.517 870.642, 1826.592 11019.174 869.931, 1876.286 10993.854 868.451, 1913.246 10954.888 868.232, 1935.52 10912.868 868.847, 1950.934 10866.637 869.482, 1960.393 10814.687 869.802, 1959.964 10766.312 869.87, 1944.214 10718.868 869.732, 1904.618 10671.528 868.928, 1859.182 10643.131 867.454, 1798.41 10610.088 864.935, 1752.455 10585.786 860.375, 1721.523 10565.652 752.627</trace>
</ink>
</file>

<file path=ppt/ink/ink465.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11422.011 8802.844 533.15, 11405.273 8761.809 766.39, 11375.223 8713.869 824.177, 11331.788 8667.546 842.329, 11292.576 8635.042 865.163, 11251.751 8606.944 864.526, 11203.904 8579.224 863.774, 11141.598 8548.271 862.882, 11076.638 8520.68 861.944, 11032.052 8504.699 861.384, 10985.54 8489.753 860.91, 10952.584 8479.337 860.522, 10910.487 8468.497 860.089, 10861.879 8457.232 859.715, 10808.205 8445.771 859.377, 10766.356 8437.373 859.208, 10723.479 8429.628 859.053, 10672.982 8421.391 858.884, 10616.415 8413.069 858.745, 10567.924 8406.215 858.686, 10522.716 8400.652 858.685, 10467.127 8394.346 858.522, 10405.029 8388.323 858.299, 10339.352 8382.307 857.923, 10295.563 8378.329 857.465, 10243.628 8373.718 856.992, 10195.108 8369.933 856.709, 10152.609 8366.896 856.54, 10100.343 8364.243 856.449, 10059.046 8362.383 856.515, 10014.271 8360.806 856.635, 9961.454 8359.106 856.91, 9927.222 8358.019 857.117, 9879.711 8356.623 857.311, 9824.842 8355.715 857.501, 9765.175 8354.434 857.588, 9716.572 8353.921 857.73, 9671.789 8354.007 857.848, 9621.249 8354.792 858.079, 9586.161 8355.383 858.323, 9544.495 8356.954 858.626, 9502.378 8359.099 859.017, 9470.521 8360.82 859.445, 9430.634 8364.107 859.891, 9395.27 8367.327 860.325, 9363.809 8371.227 860.935, 9325.252 8376.459 861.462, 9266.266 8384.899 862.298, 9232.006 8390.716 862.586, 9174.947 8402.445 862.955, 9124.107 8415.306 863.32, 9055.665 8437.684 864.549, 8991.822 8465.028 865.954, 8932.74 8496.674 866.536, 8900.418 8517.473 866.688, 8853.459 8553.22 866.831, 8821.248 8585.367 867.221, 8771.104 8647.604 868.638, 8748.913 8680.55 868.658, 8729.688 8713.84 868.37, 8707.271 8758.017 868.098, 8683.412 8819.062 869.717, 8673.266 8857.035 869.736, 8663.393 8928.948 869.112, 8663.442 8961.323 868.461, 8666.635 9012.072 866.853, 8675.612 9058.582 865.395, 8698.746 9121.871 864.309, 8729.747 9169.82 866.558, 8786.957 9219.999 867.862, 8838.123 9249.656 867.038, 8872.332 9264.374 866.659, 8916.686 9278.887 866.713, 8975.246 9292.678 869.027, 9047.779 9304.073 868.891, 9082.21 9308.32 868.044, 9136.319 9315.272 866.02, 9192.387 9321.436 863.821, 9225.512 9325.335 862.937, 9275.769 9330.319 862.167, 9351.184 9334.404 863.045, 9400.444 9335.249 864.064, 9462.857 9335.611 865.496, 9527.33 9337.146 867.542, 9590.33 9337.472 867.917, 9622.505 9337.773 867.339, 9659.153 9338.471 866.282, 9729.53 9340.133 863.661, 9764.633 9341.201 863.3, 9836.985 9343.275 862.084, 9871.663 9344.545 861.567, 9906.468 9346.284 861.02, 9949.16 9348.131 860.58, 9995.583 9350.585 860.336, 10038.702 9353.812 860.234, 10072.345 9356.62 860.262, 10111.849 9359.693 860.684, 10142.655 9362.315 860.993, 10175.495 9365.548 861.299, 10212.225 9368.806 861.662, 10271.302 9374.593 862.308, 10335.516 9381.327 864.281, 10390.583 9386.885 865.259, 10427.968 9390.793 865.256, 10488.806 9396.63 864.737, 10520.391 9399.383 864.092, 10587.058 9404.231 863.013, 10630.072 9406.478 862.359, 10675.051 9407.91 861.802, 10741.036 9409.414 861.301, 10775.831 9409.252 861.218, 10836.705 9407.274 861.42, 10888.46 9404.559 862.299, 10962.479 9395.43 864.383, 11032.159 9381.476 865.691, 11098.684 9361.644 866.31, 11136.855 9348.041 866.425, 11186.637 9323.932 866.461, 11226.568 9301.387 866.425, 11278.426 9264.88 867.831, 11337.705 9211.961 867.96, 11378.783 9165.979 866.799, 11418.666 9103.354 866.648, 11434.234 9069.71 866.916, 11459.355 9009.521 867.824, 11470.129 8976.259 868.003, 11477.765 8943.208 868.112, 11482.704 8882.138 868.18, 11480.289 8847.668 868.124, 11474.154 8814.081 868.087, 11452.612 8770.362 867.871, 11427.174 8732.982 867.375, 11395.291 8693.422 866.255, 11375.471 8662.42 758.535</trace>
</ink>
</file>

<file path=ppt/ink/ink46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16879.779 4988.44 533.15, 16928.24 4988.44 795.596, 16984.299 4988.44 832.242, 17051.594 4988.44 845.993, 17100.75 4988.44 865.247, 17133.9 4987 864.821, 17191.154 4984.094 863.906, 17228.617 4981.338 863.24, 17299.59 4976.159 861.789, 17348.316 4972.176 860.994, 17400.588 4967.607 860.298, 17436.727 4964.43 859.794, 17479.287 4960.591 859.396, 17522.551 4956.307 859.233, 17555.305 4952.993 859.14, 17597.461 4949.594 859.142, 17643.859 4945.965 859.474, 17693.141 4941.634 859.783, 17744.406 4936.675 860.205, 17791.277 4932.541 860.662, 17826.18 4929.561 861.052, 17867.076 4925.466 861.359, 17911.328 4921.568 861.641, 17957.703 4918.342 861.915, 18024.496 4914.005 862.46, 18059.645 4912.091 862.71, 18123.502 4908.446 863.012, 18181.105 4905.261 863.166, 18214.07 4903.651 863.327, 18265.773 4901.098 863.605, 18312.867 4898.914 864.596, 18359.059 4896.861 865.967, 18390.043 4895.468 866.468, 18425.387 4893.905 866.841, 18483.668 4891.431 867.329, 18539.979 4889.353 867.404, 18593.199 4888.684 867.045, 18625.248 4888.804 866.905, 18677.178 4888.909 867.083, 18725.037 4890.463 868.074, 18792.449 4893.407 870.725, 18825.307 4894.407 870.704, 18876.535 4895.754 870.671, 18908.207 4896.625 870.924, 18945.859 4897.53 872.079, 18996.322 4901.894 871.987, 19041.719 4915.797 872.785, 19068.629 4955.097 872.599, 19085.729 5004.574 872.239, 19092.547 5057.225 871.217, 19094.254 5108.812 871.591, 19092.477 5143.146 870.759, 19087.021 5189.119 870.255, 19075.154 5246.036 871.158, 19065.807 5280.964 870.814, 19048.707 5332.053 870.68, 19027.943 5382.72 870.126, 19003.459 5429.744 869.993, 18961.188 5483.528 870.743, 18920.443 5522.418 869.601, 18873.605 5557.835 870.632, 18822.941 5586.12 871.293, 18764.023 5613.086 869.918, 18726.695 5627.92 869.385, 18681.078 5644.227 869.577, 18626.631 5660.184 869.764, 18595.547 5668.509 869.599, 18549.922 5679.552 868.661, 18515.395 5686.522 868.023, 18475.672 5694.654 867.152, 18414.219 5707.236 864.999, 18370.039 5714.534 865.24, 18338.975 5719.31 866.46, 18284.342 5726.372 869.257, 18253.393 5729.689 870.011, 18219.73 5733.05 869.664, 18148.441 5737.363 868.058, 18111.396 5739.093 867.955, 18061.855 5740.546 867.999, 18012.26 5741.29 867.851, 17977.758 5741.424 868.042, 17935.596 5740.457 867.862, 17903.434 5738.839 867.4, 17848.754 5735.408 866.111, 17814.084 5732.132 865.287, 17766.865 5727.631 864.04, 17723.637 5720.457 864.949, 17674.467 5710.839 868.812, 17624 5697.397 869.789, 17586.664 5686.247 869.21, 17546.236 5672.528 868.202, 17512.545 5660.294 867.565, 17448.492 5631.209 868.31, 17396.162 5601.802 867.669, 17353.057 5573.046 867.371, 17318.695 5545.734 867, 17277.707 5509.972 866.37, 17246.881 5478.411 866.76, 17203.787 5432.66 868.6, 17167.041 5387.421 870.395, 17137.527 5346.44 870.411, 17114.102 5313.02 868.606, 17081.523 5264.157 866.414, 17050.732 5211.166 866.975, 17027.4 5159.918 869.154, 17009.559 5119.379 870.3, 16989.084 5069.254 871.049, 16965.676 5021.155 872.374, 16970.664 4986.283 873.315</trace>
</ink>
</file>

<file path=ppt/ink/ink46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21376.799 4971.187 533.15, 21331.959 4926.273 813.831, 21284.379 4877.187 843.56, 21233.152 4819.579 866.916, 21192.039 4768.852 866.708, 21166.426 4735.312 866.357, 21126.314 4677.562 865.68, 21089.002 4614.585 865.183, 21060.727 4554.29 864.917, 21046.299 4521.358 864.821, 21033.268 4489.862 864.774, 21013.52 4438.302 864.75, 20998.23 4391.496 864.85, 20980.201 4331.185 864.955, 20966.707 4278.049 865.093, 20955.396 4226.379 865.245, 20947.285 4173.75 865.353, 20943.586 4141.376 865.339, 20940.73 4109.919 865.315, 20937.547 4057.468 865.208, 20937.08 4010.207 865.199, 20941.637 3939.801 865.393, 20950.625 3873.92 865.79, 20957.143 3834.877 866.083, 20970.264 3773.583 866.442, 20984.613 3725.321 866.947, 21007.357 3670.551 868.797, 21034.02 3624.84 870.2, 21069.566 3579.763 869.206, 21121.514 3531.579 868.511, 21164.463 3501.504 868.824, 21207.438 3476.014 868.748, 21253.756 3455.993 868.329, 21286.426 3443.884 868.061, 21317.824 3434.059 867.955, 21379.42 3422.268 868.247, 21415.891 3418.863 868.852, 21482.188 3423.693 869.51, 21518.662 3429.709 869.555, 21577.465 3452.79 869.548, 21630.16 3489.507 868.15, 21669.812 3529.566 869.177, 21705.033 3586.156 869.569, 21719.748 3620.537 869.012, 21737.375 3676.058 868.118, 21750.389 3728.491 868.445, 21759.818 3782.354 868.479, 21764.904 3826.805 868.141, 21769.91 3880.547 868.512, 21773.387 3926.225 868.093, 21774.52 3959.103 867.465, 21775.711 3994.169 865.763, 21774.607 4047.202 865.267, 21772.275 4097.206 865.618, 21765.721 4170.933 865.484, 21756.297 4231.231 867.273, 21748.291 4266.044 868.407, 21735.012 4313.884 868.649, 21721.615 4359.807 868.153, 21708.455 4403.201 866.869, 21686.639 4469.452 865.156, 21663.301 4531.8 865.046, 21647.498 4569.1 865.492, 21625.443 4616.509 866.057, 21592.35 4682.804 866.507, 21572.744 4718.786 866.562, 21542.76 4772.055 866.656, 21525.447 4803.779 866.928, 21510.709 4835.366 867.393, 21497.754 4866.965 867.849, 21482.193 4919.656 868.746, 21472.734 4968.125 869.631, 21459.375 5018.231 871.326, 21428.379 5035.761 763.836</trace>
</ink>
</file>

<file path=ppt/ink/ink46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46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21405.666 5131.03 533.15, 21370.871 5129.475 810.398</trace>
</ink>
</file>

<file path=ppt/ink/ink47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16840.086 4998.589 533.15, 16790.59 4989.579 852.295, 16846.518 4992.704 870.659, 16879.594 4996.233 869.392, 16917.475 4999.377 868.286, 16956.91 5001.925 867.297, 17022.232 5003.329 866.166, 17061.475 5003.137 865.55, 17101.859 5002.468 864.899, 17133.48 5001.83 864.282, 17174.518 5000.695 863.519, 17208.037 4999.45 862.786, 17242.904 4997.691 862.045, 17285.686 4995.286 861.307, 17333.803 4992.094 860.708, 17378.943 4989.155 860.284, 17414.486 4986.849 859.944, 17457.217 4983.198 859.83, 17491.1 4980.449 859.873, 17527.539 4977.787 859.955, 17571.111 4974.626 860.029, 17637.377 4969.212 860.255, 17674.758 4966.599 860.446, 17743.309 4962.056 860.773, 17775.908 4959.806 861.004, 17807.039 4957.643 861.17, 17845.119 4955.52 861.293, 17904.414 4953.284 861.737, 17938.961 4952.721 861.998, 17999.066 4952.165 862.448, 18029.875 4952.027 862.656, 18093.086 4952.64 862.962, 18139.422 4953.596 864.763, 18199.717 4956.139 866.4, 18269.502 4959.384 868.464, 18309.039 4961.245 868.359, 18378.842 4964.279 867.066, 18453.883 4967.189 864.079, 18507.504 4969.957 862.864, 18546.324 4972.423 862.254, 18587.268 4975.458 862.015, 18654.633 4980.761 862.883, 18706.018 4984.629 867.763, 18778.068 4987.505 870.562, 18834.117 4988.324 869.286, 18889.188 4988.44 869.946, 18940.965 4986.75 871.533, 18972.223 4985.259 872.435, 19031.619 4982.439 872.304, 19089.809 4977.901 872.58, 19138.719 4969.875 873.332, 19173.658 4943.975 873.056, 19206.328 4893.095 871.216, 19236 4834.339 869.135, 19256.598 4787.75 868.267, 19274.826 4745.619 867.282, 19305.5 4680.989 865.798, 19338.385 4610.819 864.667, 19358.848 4565.978 864.373, 19393.572 4493.032 863.933, 19415.059 4445.064 863.838, 19450.834 4372.966 864.334, 19467.869 4341.312 864.265, 19488.49 4304.295 864.051, 19508.994 4268.782 863.588, 19545.643 4208.348 862.666, 19580.805 4154.049 861.874, 19606.027 4120.31 861.442, 19647.215 4067.167 861.153, 19672.455 4036.332 861.032, 19718.592 3982.132 860.804, 19764.48 3930.563 860.407, 19793.877 3898.749 860.221, 19841.164 3848.714 860.459, 19887.203 3801.4 861.1, 19933.992 3755.501 861.957, 19992.623 3700 862.114, 20042.518 3653.691 861.464, 20094.527 3607.297 860.681, 20151.18 3558.717 860.174, 20207.523 3511.575 859.784, 20259.818 3470.179 860.224, 20292.564 3444.792 860.532, 20347.545 3402.705 860.743, 20385.041 3374.879 860.971, 20425.533 3345.799 861.101, 20456.729 3323.584 861.112, 20488.566 3300.754 861.251, 20523.793 3276.277 861.352, 20582.994 3235.201 861.173, 20640.166 3197.162 860.919, 20675.088 3175.145 860.754, 20731.234 3140.08 860.514, 20764.779 3119.898 860.524, 20819.842 3087.906 860.689, 20876.826 3056.458 861.11, 20910.568 3038.816 861.331, 20966.119 3010.642 861.87, 21001.807 2994.367 861.985, 21059.117 2969.718 862.098, 21090.928 2956.587 862.059, 21152.496 2931.905 862.037, 21207.295 2910.371 862.396, 21241.561 2896.496 862.526, 21298.777 2873.896 862.658, 21330.229 2861.822 862.579, 21389.5 2840.464 862.395, 21442.266 2822.103 862.589, 21495.955 2803.58 863.136, 21527.264 2793.471 863.388, 21584.232 2776.958 863.399, 21618.809 2768.036 863.251, 21674.826 2754.62 862.896, 21708.383 2747.191 862.862, 21764.1 2734.388 862.693, 21819.957 2721.569 862.811, 21884.689 2708.749 863.142, 21921.514 2701.979 863.422, 21976.762 2692.551 864.02, 22031.027 2685.26 864.528, 22063.012 2682 864.626, 22115.883 2677.703 864.501, 22149.459 2675.01 864.354, 22201.057 2672.168 864.044, 22254.994 2670.017 863.836, 22286.186 2669.402 863.732, 22337.553 2668.771 863.915, 22390.582 2669.206 865.6, 22443.986 2671.569 867.606, 22500.107 2676.397 867.701, 22531.646 2679.821 867.672, 22567.264 2684.868 868.047, 22605.787 2691.71 867.724, 22636.668 2697.681 867.002, 22668.824 2704.719 866.184, 22705.438 2714.314 865.162, 22759.533 2729.691 863.382, 22808.154 2745.9 862.28, 22842.793 2759.167 862.967, 22906.633 2790.901 865.665, 22966.738 2828.875 866.995, 23002.254 2854.848 866.663, 23055.035 2897.812 865.501, 23104.896 2944.052 865.398, 23135.32 2975.251 865.495, 23183.363 3026.926 865.532, 23230.568 3081.819 865.261, 23260.23 3118.232 865.072, 23306.656 3177.106 864.866, 23346.285 3229.205 864.8, 23379.336 3274.219 864.789, 23409.627 3318.083 864.776, 23440.236 3364.119 864.832, 23466.07 3404.325 864.949, 23490.723 3444.405 865.139, 23527.959 3508.942 865.185, 23559.07 3574.898 865.305, 23576.693 3617.648 865.309, 23597.037 3672.041 865.24, 23622.113 3748.918 865.288, 23639.693 3820.516 865.513, 23648.686 3864.273 865.582, 23661.471 3933.735 865.65, 23673.51 4006.591 865.549, 23680.611 4051.151 865.398, 23691.459 4123.532 865.227, 23701.953 4197.072 865.322, 23706.229 4239.841 865.59, 23712.838 4313.408 865.568, 23716.525 4386.6 865.185, 23716.559 4430.604 865.122, 23713.238 4500.381 865.429, 23706.164 4568.836 865.743, 23700.131 4610.453 865.994, 23689.492 4664.484 866.154, 23672.455 4736.38 866.232, 23660.389 4777.137 866.217, 23640.318 4839.26 866.293, 23619.545 4900.419 866.411, 23605.404 4938.852 866.475, 23580.537 5000.243 866.307, 23554.26 5061.667 866.183, 23526.094 5125.006 865.917, 23508.676 5162.294 865.83, 23476.58 5226.565 865.615, 23455.455 5266.009 865.609, 23423.869 5319.325 865.526, 23394.398 5367.871 865.266, 23363.715 5416.028 864.908, 23332.799 5465.903 864.443, 23306.391 5508.678 864.124, 23278.033 5555.783 863.854, 23250.221 5602.245 864.014, 23217.93 5657.23 864.045, 23187.037 5709.8 863.787, 23165.787 5745.553 863.364, 23141.518 5783.923 862.837, 23120.734 5816.095 862.259, 23080.182 5877.239 861.391, 23045.574 5927.786 861.368, 23008.02 5978.811 861.742, 22965.799 6033.421 862.13, 22921.688 6087.562 862.374, 22881.68 6134.516 862.244, 22839.166 6182.802 862.092, 22793.379 6232.48 861.982, 22744.107 6283.853 862.074, 22698.424 6330.478 862.1, 22652.186 6376.338 862.281, 22606.227 6420.59 862.453, 22548.141 6472.496 862.063, 22497.986 6515.361 861.45, 22465.697 6541.601 861.084, 22412.287 6585.171 860.279, 22359.004 6627.646 859.838, 22327.312 6652.555 859.661, 22274.908 6692.602 860.074, 22242.744 6716.957 860.258, 22188.92 6757.47 860.849, 22134.443 6798.542 861.078, 22103.451 6821.741 861.194, 22052.41 6857.985 861.554, 22020.322 6879.253 861.669, 21966.256 6914.016 861.879, 21910.434 6948.158 861.902, 21877.307 6967.321 861.902, 21821.305 6999.123 861.708, 21786.301 7017.775 861.62, 21731.721 7046.369 861.545, 21674.695 7074.455 861.712, 21640.656 7089.582 861.807, 21583.703 7114.711 861.95, 21547.791 7128.949 862.017, 21491.182 7150.712 862.105, 21458.328 7162.815 862.098, 21395.957 7185.308 862.015, 21355.398 7198.995 861.981, 21311.342 7213.378 861.927, 21246.02 7234.118 861.954, 21210.678 7245.098 861.98, 21144.979 7265.519 861.949, 21083.725 7285.312 861.853, 21045.678 7297.312 861.775, 20987.656 7315.826 861.692, 20953.896 7326.44 861.698, 20889.955 7345.351 861.72, 20828.184 7362.362 861.759, 20790.598 7372.568 861.797, 20730.889 7387.768 861.892, 20695.812 7396.136 861.883, 20631.785 7411.165 861.849, 20570.385 7424.271 861.896, 20531.461 7431.151 861.868, 20470.496 7441.972 861.812, 20433.721 7448.086 861.777, 20367.092 7457.937 861.709, 20336.16 7461.681 861.683, 20302.578 7464.915 861.677, 20260.678 7468.443 861.542, 20213.764 7472.144 861.409, 20168.764 7474.912 861.269, 20134.123 7476.85 861.139, 20091.686 7478.069 861.054, 20057.65 7478.644 861.023, 20023.035 7478.656 860.993, 19979.992 7477.914 860.912, 19911.861 7475.554 860.796, 19871.789 7473.442 860.765, 19801.248 7468.515 860.665, 19767.4 7465.345 860.671, 19733.572 7461.637 860.675, 19691.508 7455.629 860.63, 19625.012 7445.481 860.645, 19586.543 7438.138 860.661, 19519.623 7423.458 860.683, 19487.541 7415.2 860.811, 19456.055 7406.262 860.939, 19417.133 7394.166 861.024, 19355.789 7374.557 861.334, 19319.631 7362.162 861.421, 19256.902 7338.783 861.469, 19197.863 7315.213 861.54, 19162.613 7299.98 861.576, 19123.211 7281.666 861.689, 19084.148 7263.18 861.859, 19021.662 7232.077 862.027, 18964.354 7201.675 862.114, 18930.996 7183.026 862.143, 18878.789 7152.565 862.225, 18847.461 7133.331 862.296, 18795.693 7100.944 862.302, 18744.852 7067.531 862.34, 18696.137 7033.732 862.702, 18638.732 6991.174 862.906, 18589.613 6953.067 862.747, 18541.639 6913.683 862.294, 18493.5 6873.198 862.146, 18439.453 6826.863 862.036, 18392.779 6786.596 862.112, 18345.678 6745.184 861.994, 18297.863 6700.352 862.107, 18245.736 6651.571 862.127, 18201.174 6608.327 862.09, 18158.445 6563.896 862.133, 18109.889 6514.313 862.159, 18058.324 6460.998 861.892, 18014.199 6414.418 861.536, 17969.166 6366.331 861.226, 17922.014 6315.032 861.09, 17869.469 6258.356 861.438, 17837.24 6222.956 861.452, 17808.23 6191.293 861.321, 17753.889 6132.586 861.023, 17706.592 6080.779 860.833, 17678.928 6049.593 860.838, 17635.016 5999.914 860.696, 17590.92 5949.557 860.91, 17547.85 5900.982 861.443, 17501.859 5845.807 861.858, 17461.027 5795.466 862.161, 17421.008 5745.388 862.142, 17383.529 5698.069 862.352, 17341.156 5643.463 862.695, 17306.533 5597.576 863.015, 17274.678 5555.298 863.206, 17245.223 5514.235 863.718, 17215.902 5470.973 864.628, 17191.297 5434.701 865.48, 17151.318 5376.608 866.096, 17127.99 5341.556 866.139, 17091.744 5287.65 866.207, 17064.012 5245.053 866.469, 17042.861 5210.835 866.887, 17013.084 5164.658 867.695, 16979.619 5114.807 868.704, 16944.607 5066.073 869.953, 16910.143 5025.35 871.683, 16875.617 5075.511 870.946, 16858.471 5135 868.897, 16848.115 5166.941 868.146, 16831.344 5217.372 870.395, 16817.947 5264.89 872.948, 16845.404 5205.835 869.587, 16863.102 5160.766 868.577, 16887.635 5120.018 869.132, 16928.494 5080.286 873.171</trace>
</ink>
</file>

<file path=ppt/ink/ink47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20991.598 3456.996 533.15, 20956.363 3484.932 764.362, 20912.475 3522.168 806.908, 20876.859 3558.006 814.544, 20814.215 3630.593 818.77, 20769.697 3695.685 816.128, 20736.41 3745.303 813.698, 20685.541 3833.963 823.228, 20652.58 3891.51 805.742, 20621.664 3942.386 772.984, 20596.473 3991.326 749.981</trace>
</ink>
</file>

<file path=ppt/ink/ink47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7566.392 8465.398 533.15, 7552.209 8432.994 816.074, 7560.686 8388.584 850.888, 7594.006 8366.803 869.793, 7651.416 8343.804 867.396, 7685.009 8332.393 865.517, 7731.93 8317.069 863.318, 7807.559 8294.029 858.274, 7861.11 8277.836 850.74, 7947.419 8252.457 840.249, 8044.892 8225.564 828.492, 8126.908 8203.436 814.602, 8236.703 8177.407 793.91, 8324.405 8157.321 776.43, 8414.569 8137.847 765.071, 8512.435 8118.2 761.3, 8575.71 8105.535 747.299, 8622.708 8095.62 723.006, 8658.779 8088.855 734.107, 8690.16 8086.102 688.725</trace>
</ink>
</file>

<file path=ppt/ink/ink47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10261.897 9077.876 533.15, 10262.915 9111.189 828.919, 10273.154 9143.131 817.059</trace>
</ink>
</file>

<file path=ppt/ink/ink47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10355.717 9101.725 533.15, 10321.939 9131.709 871.775, 10290.808 9168.311 869.277, 10262.998 9218.13 872.133, 10248.15 9281.589 870.654, 10252.753 9230.551 867.983, 10278.954 9198.626 576.561</trace>
</ink>
</file>

<file path=ppt/ink/ink47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9803.625 9185.451 533.15, 9773.54 9152.858 8.723</trace>
</ink>
</file>

<file path=ppt/ink/ink47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9672.819 9205.242 533.15, 9672.82 9254.539 847.111</trace>
</ink>
</file>

<file path=ppt/ink/ink47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47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5135.205 3788.352 533.15, 5185.343 3786.679 764.048, 5247.884 3786.255 807.794, 5317.25 3787.973 824.832, 5370.029 3791.965 829.291, 5407.976 3795.026 832.501, 5465.466 3800.4 833.803, 5524.307 3806.374 850.523, 5582.162 3812.675 847.053, 5665.415 3822.357 841.932, 5727.775 3829.677 837.005, 5809.184 3839.523 831.186, 5909.5 3852.444 824.184, 5983.253 3862.046 817.545, 6083.968 3875.088 809.897, 6199.299 3889.679 802.579, 6320.863 3905.418 796.858, 6409.097 3916.806 793.846, 6501.179 3928.566 792.973, 6596.626 3941.029 795.201, 6663.631 3949.802 798.116, 6744.714 3960.297 802.588, 6830.704 3970.991 809.693, 6916.883 3981.527 817.469, 6995.868 3991.164 825.631, 7058.377 3998.785 833.452, 7098.376 4003.655 841.558, 7157.447 4006.417 859.286, 7189.437 4005.526 816.365</trace>
</ink>
</file>

<file path=ppt/ink/ink47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5330.061 3991.326 533.15, 5375.265 3977.254 841.478, 5441.313 3962.511 845.846, 5475.182 3956.021 863.694, 5530.966 3948.395 858.957, 5610.806 3941.196 851.315, 5671.61 3936.058 842.958, 5778.981 3931.279 830.79, 5889.269 3928.92 811.926, 6001.182 3928.161 788.099, 6154.105 3933.107 756.197, 6269.747 3937.448 724.821, 6399.847 3948.417 693.589, 6542.353 3965.954 669.129, 6641.813 3978.703 650.9, 6762.204 4001.603 644.276, 6865.985 4025.924 655.076, 6955.852 4050.325 669.027, 7056.602 4087.419 686.965, 7126.589 4115.264 709.109, 7197.002 4152.591 734.464, 7261.596 4199.141 759.868, 7303.314 4229.85 783.888, 7337.651 4268.214 805.115, 7360.948 4304.275 823.675, 7387.261 4353.354 848.352, 7398.552 4386.142 751.996</trace>
</ink>
</file>

<file path=ppt/ink/ink48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14388.149 4986.411 533.15, 14428.653 4991.76 767.362, 14484.783 4999.471 833.723, 14517.792 5003.705 844.433, 14556.378 5009.604 867.948, 14592.149 5016.187 867.841, 14659.409 5029.491 866.988, 14704.979 5036.993 866.108, 14769.669 5045.698 865.095, 14804.808 5049.48 864.67, 14869.94 5054.797 863.77, 14903.558 5056.625 863.266, 14937.872 5058.117 862.696, 14980.793 5060.501 862.08, 15029.742 5062.757 861.436, 15083.201 5065.649 860.795, 15139.825 5068.219 860.202, 15186.625 5070.493 859.762, 15230.362 5072.777 859.378, 15282.74 5074.977 859.077, 15316.729 5076.408 858.933, 15363.44 5078.584 858.729, 15412.924 5080.551 858.47, 15450.483 5081.974 858.221, 15499.258 5084.329 857.976, 15539.286 5086.271 857.831, 15581.671 5088.353 857.801, 15634.369 5091.138 857.699, 15670.249 5093.021 857.697, 15718.644 5095.412 857.545, 15770.267 5098.587 857.293, 15810.203 5101.174 857.079, 15863.108 5104.107 856.791, 15924.302 5107.632 856.599, 15990.948 5111.165 856.325, 16038.154 5113.64 856.161, 16092.139 5116.492 856.067, 16148.201 5119.43 856.136, 16191.148 5121.676 856.065, 16244.644 5123.66 856.02, 16291.096 5125.251 855.942, 16335.811 5126.675 855.902, 16390.117 5128.303 855.969, 16429.012 5129.341 856.094, 16476.852 5129.997 856.262, 16529.475 5130.422 856.421, 16568.025 5130.681 856.607, 16620.002 5130.834 856.635, 16665.396 5131.263 856.728, 16708.137 5131.921 856.76, 16762.324 5132.344 856.8, 16801.18 5132.614 856.903, 16847.863 5132.78 856.972, 16892.262 5133.299 857.219, 16931.35 5133.946 857.6, 16980.789 5134.366 857.867, 17025.592 5134.638 858.024, 17065.943 5134.815 858.073, 17115.057 5134.926 858.037, 17151.441 5134.993 857.984, 17191.854 5135.036 857.972, 17237.42 5134.442 858.099, 17269.799 5133.958 858.245, 17313.375 5133.639 858.354, 17364.279 5132.706 858.539, 17420.086 5132.1 858.82, 17460.178 5131.707 859.161, 17504.172 5131.451 859.562, 17550.178 5131.283 859.937, 17584.707 5131.175 860.195, 17629.641 5131.825 860.33, 17670.578 5132.256 860.231, 17707.881 5132.537 860.058, 17753.264 5132.721 859.819, 17787.98 5132.663 859.57, 17826.16 5132.092 859.334, 17869.742 5131.721 859.203, 17900.766 5131.479 859.119, 17941.816 5132.042 859.154, 17980.1 5132.824 859.445, 18013.18 5133.626 859.621, 18055.32 5134.148 859.834, 18087.271 5134.488 860.108, 18122.25 5134.708 860.37, 18162.67 5135.33 860.669, 18228.264 5136.114 861.14, 18261.857 5136.67 861.422, 18293.115 5137.387 861.653, 18332.797 5138.567 861.731, 18396.557 5140.666 861.859, 18435.35 5142.107 861.88, 18506.498 5144.094 863.095, 18543.609 5144.356 863.761, 18575.035 5144.521 864.359, 18640.289 5146.268 864.967, 18698.424 5148.329 865.526, 18746.268 5150.536 865.892, 18801.895 5152.521 867.775, 18855.199 5154.929 872.188, 18914.756 5159.016 872.373, 18966.977 5162.227 872.719, 19019.832 5158.44 873.083, 19054.217 5130.373 872.06, 19084.287 5091.342 870.679, 19101.824 5058.362 870.896, 19116.066 5025.866 870.104, 19129.592 4994.45 868.778, 19149.73 4942.334 867.909, 19169.33 4884.367 867.658, 19182.32 4846.145 866.971, 19202.863 4783.431 866.137, 19225.582 4720.005 865.566, 19252.662 4655.184 865.378, 19269.984 4615.85 865.543, 19300.018 4550.55 865.534, 19329.824 4491.833 865.329, 19355.033 4444.672 865.094, 19382.77 4397.04 864.731, 19412.965 4346.795 864.326, 19443.801 4299.136 863.918, 19473.428 4256.197 863.717, 19505.213 4209.634 863.595, 19540.736 4157.967 863.484, 19578.822 4103.597 863.156, 19613.941 4055.418 862.688, 19652.279 4004.119 862.125, 19693.922 3951.182 861.827, 19734.916 3900.349 861.77, 19772.951 3854.216 861.99, 19813.514 3804.939 862.158, 19856.713 3753.808 862.236, 19900.26 3704.233 862.253, 19941.367 3659.317 862.334, 19998.494 3598.329 862.446, 20049.09 3546.129 862.303, 20098.955 3495.271 862.013, 20151.441 3444.778 861.779, 20195.428 3402.406 861.591, 20241.586 3360.804 861.741, 20293.156 3317.292 861.879, 20346.967 3272.733 861.993, 20394.414 3234.673 862.136, 20445.205 3196.59 862.243, 20477.342 3174.87 862.147, 20532.766 3139.209 861.844, 20569.443 3116.959 861.598, 20627.158 3083.043 860.968, 20662.502 3063.908 860.628, 20728.105 3029.651 860.006, 20758.912 3014.368 859.859, 20791.336 2999.25 859.831, 20831.852 2981.006 859.792, 20895.41 2953.459 860.011, 20938.463 2934.918 860.108, 20986.365 2915.261 860.165, 21025.479 2899.439 860.114, 21062.834 2885.483 860.048, 21106.699 2870.24 859.985, 21174.334 2847.67 860.014, 21211.633 2836.33 860.181, 21243.217 2826.996 860.316, 21283.645 2815.274 860.39, 21315.662 2806.353 860.589, 21350.043 2797.394 860.696, 21393.088 2787.471 860.815, 21459.553 2772.671 860.721, 21496.785 2765.641 860.685, 21529.377 2760.028 860.715, 21570.229 2753.726 860.659, 21604.998 2748.779 860.655, 21639.5 2744.357 860.587, 21681.686 2739.522 860.47, 21747.463 2732.956 860.385, 21786.9 2730.205 860.423, 21855.311 2727.117 860.554, 21888.902 2726.651 860.709, 21922.199 2726.803 860.933, 21963.887 2729.074 861.048, 22028.504 2733.674 861.352, 22063.969 2737.641 861.648, 22134.639 2747.573 861.918, 22166.07 2752.875 861.908, 22200.541 2759.956 861.797, 22243 2770.676 861.481, 22290.602 2783.938 861.115, 22336.947 2798.024 860.72, 22370.896 2808.525 860.378, 22411.928 2823.067 860.042, 22445.924 2835.648 860.029, 22479.629 2848.752 860.017, 22520.148 2866.946 859.921, 22582.811 2897.747 859.968, 22616.174 2916.175 860.132, 22679.377 2954.025 860.511, 22738.484 2992.967 860.771, 22774.031 3019.08 860.666, 22829.355 3061.403 860.491, 22861.877 3088.424 860.332, 22914.828 3134.149 859.964, 22949.201 3166.53 859.782, 22985.396 3202.54 859.701, 23039.135 3257.817 859.917, 23068.721 3290.794 860.191, 23115.908 3345.636 860.512, 23160.572 3400.531 860.705, 23186.031 3434.038 860.741, 23225.492 3488.376 860.812, 23248.127 3521.302 860.855, 23284.51 3576.437 860.912, 23318.998 3632.388 861.061, 23338.564 3666.036 861.109, 23368.814 3719.935 861.443, 23386.674 3754.432 861.603, 23405.846 3792.517 861.805, 23421.623 3826.054 862.063, 23448.176 3887.674 862.494, 23468.803 3938.745 863.004, 23497.4 4008.58 864.629, 23512.914 4047.145 865.927, 23537.316 4111.921 867.099, 23560.318 4177.772 866.653, 23580.381 4241.678 865.776, 23591.131 4278.727 865.774, 23601.547 4314.271 866.543, 23610.682 4349.88 867.744, 23622.072 4394.78 869.036, 23632.428 4434.022 869.644, 23642.305 4472.758 869.877, 23656.344 4528.494 869.423, 23665.086 4561.041 869.346, 23682.471 4626.073 870.283, 23691.314 4662.129 870.334, 23701.836 4710.305 870.187, 23715.357 4761.702 870.798, 23725.836 4811.831 872.058, 23733.674 4842.877 872.585, 23756.584 4889.288 871.791, 23810.217 4929.96 869.762, 23850.283 4946.721 868.034, 23890.359 4959.354 866.281, 23933.453 4969.323 864.979, 24009.014 4980.758 864.174, 24041.955 4984.295 863.909, 24101.771 4989.136 863.286, 24145.75 4990.642 862.714, 24194.652 4991.574 862.104, 24227.959 4992.167 861.588, 24269.023 4992.539 861.022, 24313.061 4992.158 860.545, 24345.244 4991.784 860.127, 24387.721 4991.523 859.821, 24427.145 4991.336 859.599, 24462.166 4991.21 859.352, 24505.781 4991.839 859.233, 24539.549 4992.442 859.223, 24576.646 4993.18 859.264, 24619.449 4994.317 859.385, 24688.096 4996.368 859.826, 24724.322 4997.986 860.087, 24756.057 4999.674 860.352, 24795.088 5002.031 860.642, 24856.98 5006.229 861.279, 24893.363 5008.921 861.651, 24949.389 5013.261 863.943, 24980.203 5016.064 866.499, 25041.721 5021.035 872.569, 25073.867 5029.211 849.745</trace>
</ink>
</file>

<file path=ppt/ink/ink48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8053.532 9199.152 533.15, 8086.524 9171.856 871.243, 8118.562 9173.13 869.794, 8158.35 9175.422 868.25, 8211.427 9179.591 866.875, 8260.574 9182.621 865.838, 8291.92 9185.119 865.408, 8326.224 9187.263 865.099, 8377.852 9189.574 864.688, 8430.893 9190.526 864.419, 8462.783 9191.468 864.281, 8498.439 9192.074 864.245, 8536.363 9193.134 864.208, 8595.16 9195.041 864.044, 8628.525 9196.25 863.858, 8696.134 9199.431 863.23, 8759.078 9203.366 862.551, 8799.239 9206.06 862.22, 8860.41 9210.387 861.608, 8893.556 9213.136 861.495, 8961.289 9218.987 861.344, 9023.484 9224.717 861.413, 9063.968 9228.167 861.396, 9126.15 9233.888 861.434, 9161.158 9237.633 861.519, 9228.264 9244.878 861.432, 9272.296 9249.655 861.336, 9319.871 9254.001 861.27, 9352.165 9256.912 861.271, 9390.418 9260.853 861.267, 9428.075 9264.787 861.43, 9495.212 9271.929 861.644, 9557.09 9278.159 861.998, 9595.24 9281.579 862.145, 9653.195 9285.746 862.391, 9686.764 9287.54 862.516, 9745.995 9291.145 862.704, 9801.571 9295.11 863.055, 9836.018 9297.86 863.175, 9886.766 9302.082 863.564, 9937.401 9306.732 864.038, 9991.43 9311.867 864.467, 10047.699 9317.143 864.72, 10097.029 9321.727 864.777, 10129.907 9325.497 864.695, 10165.826 9330.634 864.62, 10222.861 9338.84 864.518, 10274.362 9345.967 865.885, 10323.435 9352.662 869.553, 10359.415 9357.609 870.715, 10419.686 9365.414 870.74, 10455.576 9367.705 872.303, 10504.382 9371.546 872.625, 10559.038 9390.231 871.798, 10591.003 9439.599 870.816, 10602.089 9475.053 869.835, 10609.309 9511.908 868.755, 10615.464 9566.579 868.06, 10620.896 9625.45 870.437, 10623.591 9664.409 870.209, 10629.279 9720.867 869.952, 10632.653 9759.149 870.599, 10635.01 9790.829 871.81, 10635.563 9821.96 872.76, 10618.039 9871.313 871.584, 10567.225 9897.284 870.317, 10528.387 9903.015 869.186, 10489.58 9905.842 867.791, 10421.758 9905.116 865.572, 10378.812 9902.099 864.859, 10308.426 9894.56 864.703, 10238.319 9887.794 865.149, 10196.419 9883.883 865.525, 10127.301 9878.977 865.676, 10057.999 9872.688 865.709, 10014.92 9868.357 865.777, 9958.653 9862.42 865.811, 9927.352 9858.998 866.372, 9887.397 9856.131 867.265, 9837.314 9851.701 867.731, 9792.221 9847.46 867.324, 9729.945 9843.086 865.989, 9696.912 9840.331 866.433, 9625.637 9832.837 866.901, 9575.255 9826.576 866.397, 9523.316 9819.102 865.567, 9473.166 9810.714 865.348, 9437.83 9805.726 866.45, 9406.754 9802.245 867.973, 9361.093 9797.01 869.231, 9315.532 9791.474 869.243, 9250.852 9785.031 868.145, 9191.823 9778.478 867.113, 9121.439 9770.861 866.377, 9074.565 9765.252 865.554, 9036.172 9760.668 864.393, 9001.184 9756.492 863.331, 8962.758 9751.796 862.381, 8911.563 9745.539 862.565, 8879.111 9741.84 864.628, 8848.288 9737.898 867.568, 8808.916 9733.366 870.665, 8751.649 9728.248 869.78, 8717.314 9724.3 868.842, 8678.758 9720.425 867.862, 8646.979 9717.092 867.339, 8590.198 9711.504 866.667, 8557.991 9709.4 866.76, 8509.754 9705.209 869.603, 8457.722 9700.484 871.783, 8398.775 9697.396 871.674, 8345.471 9694.449 872.564, 8314.105 9691.054 872.546, 8262.936 9668.88 871.896, 8233.414 9630.713 871.008, 8212.475 9568.72 869.627, 8204.518 9535.839 868.447, 8196.33 9474.83 867.252, 8193.901 9440.979 867.304, 8193.382 9382.985 868.078, 8195.151 9322.75 869.019, 8195.709 9291.062 869.256, 8197.534 9238.59 869.677, 8197.855 9185.664 870.245, 8197.869 9133.071 871.694, 8200.604 9100.708 817.295</trace>
</ink>
</file>

<file path=ppt/ink/ink48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48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48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48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4307.97 4450.049 533.15, 4307.97 4498.72 835.042, 4307.97 4562.682 869.098, 4310.123 4595.475 869.682, 4317.519 4630.652 870.013, 4327.126 4678.727 870.148, 4324.794 4737.674 871.712, 4317.915 4797.249 871.407, 4313.87 4828.905 870.669, 4308.736 4875.997 869.79, 4301.499 4932.024 869.925, 4298.057 4968.985 869.875, 4295.749 5002.112 869.738, 4290.045 5061.447 869.251, 4285.861 5095.796 869.385, 4276.267 5168.308 868.901, 4265.364 5234.021 867.783, 4250.955 5302.648 867.803, 4235.626 5367.655 867.513, 4224.872 5414.781 866.874, 4215.043 5466.633 865.951, 4207.201 5514.449 864.924, 4197.469 5587.568 864.034, 4192.266 5646.269 865.562, 4191.219 5692.618 867.271, 4190.709 5753.465 869.252, 4189.404 5803.732 869.034, 4190.064 5837.244 868.572, 4189.986 5904.34 868.256, 4191.157 5947.422 867.56, 4201.497 6019.836 865.546, 4204.184 6051.096 841.155</trace>
</ink>
</file>

<file path=ppt/ink/ink48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4096.876 6728.949 533.15, 4061.205 6728.949 816.936, 4015.929 6721.599 873.808, 3998.708 6680.672 873.891, 3973.438 6645.226 873.485</trace>
</ink>
</file>

<file path=ppt/ink/ink48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4711.213 10092.749 533.15, 4746.173 10092.749 829.37, 4799.837 10092.748 871.417, 4831.153 10092.748 870.623, 4883.01 10092.748 870.045, 4927.753 10092.748 870.115, 4972.72 10087.732 870.703, 5010.563 10082.138 870.681, 5057.629 10075.056 871.81, 5090.096 10074.97 871.756, 5141.777 10079.613 870.477, 5174.637 10082.862 868.94, 5236.303 10090.487 867.092, 5290.045 10098.164 867.476, 5348.291 10106.286 867.671, 5402.323 10114.013 866.487, 5455.308 10122.946 864.938, 5509.4 10131.202 864.014, 5556.58 10137.353 866.721, 5618.069 10143.55 869.399, 5664.306 10147.229 869.105, 5705.874 10151.327 867.827, 5759.166 10158.523 866.214, 5805.248 10164.593 866.109, 5860.079 10171.812 868.481, 5925.857 10180.849 869.919, 5969.67 10187.86 869.096, 6015.095 10195.479 867.598, 6076.629 10206.382 867.722, 6123.767 10214.805 868.441, 6169.157 10224.086 868.589, 6231.272 10237.702 868.283, 6308.773 10253.562 866.287, 6376.229 10267.896 865.569, 6422.417 10278.474 866.323, 6461.22 10287.392 866.855, 6503.848 10296.371 867.588, 6542.562 10305.108 868.518, 6599.115 10318.635 869.714, 6635.854 10326.358 870.115, 6678.437 10333.935 869.986, 6725.851 10341.581 868.781, 6783.564 10349.691 868.1, 6818.757 10353.77 868.302, 6853.903 10357.645 868.295, 6889.094 10360.879 868.467, 6930.548 10364.196 868.237, 6984.676 10367.659 868.3, 7039.823 10369.531 868.61, 7071.702 10369.735 868.909, 7103.792 10369.794 868.962, 7135.525 10369.81 868.957, 7196.172 10369.81 870.454, 7260.261 10366.622 870.089, 7317.354 10360.543 870.479, 7378.598 10349.827 871.876, 7411.755 10344.31 871.996, 7458.049 10340.688 871.173, 7508.702 10349.765 872.997</trace>
</ink>
</file>

<file path=ppt/ink/ink48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3784.746 7320.113 533.15, 3761.823 7355.543 872.331, 3748.387 7402.971 870.934, 3741.604 7457.995 870.234, 3737.751 7509.735 869.135, 3729.486 7565.77 870.691, 3719.942 7599.312 871.997, 3703.367 7660.493 871.397, 3684.784 7724.266 868.731, 3670.446 7763.401 867.509, 3655.15 7801.914 866.968, 3634.7 7863.665 867.751, 3616.355 7934.916 867.665, 3609.751 7966.387 866.974, 3598.735 8020.687 865.356, 3589.699 8066.728 864.912, 3582.932 8107.064 865.827, 3578.192 8146.652 867.324, 3573.639 8193.107 872.269, 3611.649 8188.312 871.031, 3623.972 8149.87 869.221, 3634.304 8109.491 867.167, 3648.476 8043.314 865.574, 3657.953 7989.752 865.6, 3666.405 7934.882 864.999, 3672.179 7897.437 864.234, 3684.16 7829.378 862.561, 3692.513 7786.727 861.604, 3700.464 7744.617 860.862, 3711.372 7686.98 860.711, 3724.026 7613.071 862.782, 3729.873 7572.792 864.872, 3738.259 7519.523 867.753, 3747.832 7471.649 869.858, 3732.375 7510.957 869.859, 3714.573 7575.609 869.151, 3698.466 7636.741 868.475, 3687.821 7678.623 867.71, 3679.74 7710.691 866.887, 3669.926 7749.061 865.653, 3651.453 7816.829 864.491, 3634.349 7879.61 863.204, 3615.681 7946.922 862.922, 3599.526 8002.841 863.507, 3590.852 8035.856 864.392, 3577.857 8088.442 866.051, 3567.016 8135.551 867.421, 3558.872 8187.58 869.827, 3555.053 8222.239 871.194, 3578.886 8189.593 869.941, 3587.863 8148.484 868.73, 3594.78 8112.553 867.477, 3607.44 8044.492 864.583, 3613.425 8010.877 863.216, 3619.676 7974.535 861.834, 3625.63 7931.761 860.488, 3633.617 7866.858 858.958, 3637.139 7831.155 858.878, 3642.074 7768.96 859.391, 3644.473 7715.019 860.811, 3646.971 7638.322 863.516, 3648.796 7564.766 865.394, 3649.195 7522.817 866.165, 3650.43 7458.259 866.789, 3652.324 7419.476 867.179, 3654.631 7382.465 867.504, 3659.899 7323.774 869.391, 3659.035 7377.503 869.617, 3658.148 7408.761 868.36, 3657.773 7446.074 867.171, 3657.615 7487.488 866.205, 3655.867 7532.15 866.412, 3649.287 7612.203 866.961, 3642.633 7673.027 866.169, 3638.573 7707.568 865.456, 3630.155 7767.146 864.649, 3625.358 7798.489 865.125, 3618.738 7843.54 865.298, 3613.732 7877.775 865.359, 3607.689 7920.559 865.247, 3599.618 7977.641 864.995, 3595.354 8009.289 865.619, 3589.745 8050.992 866.977, 3585.478 8093.272 867.584, 3583.774 8125.716 867.935, 3582.461 8171.061 869.702, 3618.232 8139.604 870.075, 3629.397 8101.72 868.691, 3637.314 8069.811 867.988, 3650.537 8006.559 866.811, 3662.523 7940.299 865.456, 3671.3 7895.605 864.436, 3677.883 7862.515 863.287, 3686.266 7819.952 862.047, 3693.757 7782.235 860.781, 3700.049 7750.718 859.728, 3706.967 7713.714 858.768, 3716.719 7656.353 858.82, 3726.89 7584.521 861.734, 3732.124 7547.449 864.487, 3737.011 7509.85 866.921, 3740.662 7472.561 868.63, 3744.589 7420.946 869.577, 3742.386 7453.153 869.837, 3736.905 7510.843 868.686, 3731.52 7542.291 868.148, 3718.329 7602.945 867.317, 3710.729 7641.756 867.186, 3701.53 7685.786 867.46, 3686.677 7742.893 867.469, 3674.139 7787.81 867.064, 3661.577 7838.649 866.971, 3653.463 7872.634 869.034, 3641.955 7923.553 870.415, 3634.97 7957.487 869.805, 3624.797 8009.527 867.94, 3616.053 8056.718 866.364, 3608.253 8108.234 868.503, 3606.593 8143.077 869.808, 3621.425 8186.453 872.149, 3653.768 8142.851 870.705, 3670.51 8080.907 868.896, 3679.547 8031.563 867.248, 3689.157 7979.235 865.386, 3696.268 7937.591 864.742, 3706.536 7870.066 863.431, 3711.593 7831.962 862.857, 3715.646 7800.774 862.286, 3721.133 7767.015 861.792, 3729.491 7717.817 861.35, 3740.146 7664.264 863.051, 3749.61 7616.169 868.698, 3782.649 7637.294 870.755, 3786.903 7668.779 869.61, 3790.078 7704.72 868.918, 3792.069 7748.835 868.439, 3793.121 7801.725 867.671, 3794.342 7840.737 866.896, 3796.302 7902.648 864.741, 3798.312 7942.166 863.525, 3804.42 7981.715 862.502, 3810.976 8033.188 859.333</trace>
</ink>
</file>

<file path=ppt/ink/ink48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10357.521 10426.135 533.15, 10309.015 10456.808 871.035, 10258.867 10482.013 869.175, 10196.956 10488.884 868.796, 10165.59 10485.767 868.759, 10096.85 10469.926 868.527, 10050.425 10457.003 868.186, 10013.014 10446.497 867.827, 9977.974 10437.524 867.559, 9931.455 10427.689 867.32, 9886.975 10421.384 868.274, 9827.434 10418.028 868.18, 9781.265 10418.512 867.169, 9711.993 10428.918 865.601, 9671.105 10439.832 865.305, 9632.751 10452.213 866.464, 9582.675 10469.19 867.993, 9515.459 10486.763 869.367, 9440.738 10503.288 868.291, 9386.676 10513.515 866.06, 9351.744 10520.118 864.85, 9296.679 10530.36 862.945, 9244.678 10539.261 861.9, 9193.431 10548.892 862.203, 9143.912 10557.272 863.19, 9101.174 10564.344 864.634, 9036.479 10576 866.76, 8989.197 10583.133 867.822, 8942.331 10588.526 867.906, 8863.75 10593.148 866.604, 8814.228 10594.117 865.213, 8739.559 10595.279 864.341, 8677.306 10597.396 864.683, 8641.453 10602.035 865.896, 8610.419 10604.83 863.612</trace>
</ink>
</file>

<file path=ppt/ink/ink49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10699.422 10184.595 533.15, 10744.927 10184.595 872.018, 10798.328 10184.595 871.051, 10860.073 10182.185 870.195, 10917.453 10176.258 870.27, 10963.554 10173.008 872.752, 11009.784 10175.517 872.476, 11051.159 10192.921 873.13, 11016.073 10220.088 871.54, 10969.252 10221.604 870.613, 10917.021 10225.503 870.888, 10864.027 10228.334 870.915, 10813.324 10223.229 871.417, 10769.416 10198.46 871.851, 10821.213 10205.854 871.09, 10870.433 10221.193 870.625, 10902.184 10228.506 870.494, 10954.012 10229.417 871.278, 10998.371 10209.79 873.254, 10994.354 10166.812 871.65, 10953.365 10133.334 870.201, 10895.752 10131.894 869.944, 10851.976 10161.109 869.499, 10819.775 10188.875 683.685</trace>
</ink>
</file>

<file path=ppt/ink/ink49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11579.881 9832.94 533.15, 11547.59 9809.987 796.747, 11483.545 9789.753 838.96, 11444.132 9789.4 846.721, 11406.238 9796.7 866.17, 11346.652 9830.748 865.09, 11301.417 9882.139 864.11, 11269.226 9936.027 863.091, 11255.785 9975.441 862.37, 11240.68 10046.904 860.773, 11240.832 10100.948 859.703, 11247.994 10163.785 858.46, 11254.73 10210.921 857.334, 11265.928 10263.414 855.747, 11282.12 10321.935 853.747, 11293.463 10362.145 852.286, 11311.786 10412.363 851.114, 11336.227 10465.628 850.936, 11364.601 10518.035 851.055, 11397.125 10567.073 851.555, 11431.09 10609.701 852.609, 11485.535 10666.069 855.088, 11538.595 10703.003 858.324, 11590.735 10723.354 861.033, 11641.506 10728.236 862.652, 11686.393 10720.511 863.549, 11729.833 10701.073 863.915, 11772.108 10668.177 863.607, 11814.093 10617.869 862.825, 11837.046 10578.452 862.177, 11856.056 10541.376 861.519, 11871.51 10508.796 860.847, 11885.538 10467.001 860.228, 11903.848 10399.589 859.342, 11910.994 10355.383 859.035, 11917.946 10286.166 858.557, 11917.605 10249.216 858.639, 11916.083 10217.491 858.777, 11910.873 10177.581 858.947, 11896.882 10114.079 859.568, 11883.569 10075.509 859.804, 11860.064 10019.388 860.365, 11828.002 9968.08 861.052, 11786.73 9920.791 861.649, 11725.192 9877.547 861.941, 11663.504 9848.271 861.332, 11621.679 9836.894 860.586, 11585.35 9828.751 859.797, 11533.032 9825.728 858.655, 11471.242 9827.793 856.947, 11410.446 9836.326 855.154, 11368.209 9842.835 854.354, 11317.893 9849.07 850.956</trace>
</ink>
</file>

<file path=ppt/ink/ink49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3275.956 9496.003 533.15, 3235.933 9487.671 796.581, 3176.441 9478.49 839.714, 3145.466 9475.25 848.098, 3084.271 9473.667 868.402, 3051.696 9479.637 868.571, 3002.192 9497.442 868.47, 2949.305 9527.549 867.939, 2908.879 9557.336 867.431, 2877.291 9584.358 867.085, 2845.043 9621.06 866.863, 2810.486 9675.047 866.833, 2798.083 9709.315 866.93, 2793.28 9755.158 866.949, 2799.504 9811.367 866.727, 2810.666 9857.262 866.372, 2830.99 9909.507 865.942, 2866.697 9973.98 865.615, 2891.73 10005.553 865.652, 2940.315 10049.596 868.634, 2995.659 10076.108 870.932, 3056.659 10086.032 870.434, 3122.32 10085.239 869.19, 3156.309 10078.312 869.308, 3208.213 10059.553 870.296, 3253.266 10033.873 870.108, 3298.843 9989.963 869.28, 3335.247 9934.645 869.829, 3348.329 9903.027 869.709, 3364.723 9847.344 868.053, 3371.648 9812.092 866.914, 3378.164 9777.852 866.514, 3381.875 9720.346 867.655, 3352.299 9656.757 868.553, 3305.116 9614.822 867.127, 3251.191 9576.745 864.857, 3216.14 9552.104 862.814, 3172.561 9521.196 855.406, 3141.401 9493.107 420.639</trace>
</ink>
</file>

<file path=ppt/ink/ink49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8026.468 5023.453 533.15, 8062.258 5017.127 872.396, 8102.94 5011.673 870.04, 8138.744 5006.551 868.387, 8202.813 4998.589 864.842, 8240.81 4994.144 862.904, 8275.207 4990.01 861.169, 8343.867 4982.342 860.194, 8377.84 4978.878 862.025, 8439.92 4974.565 865.688, 8477.481 4972.563 871.354, 8533.509 4963.307 870.984, 8566.362 4959.104 814.725</trace>
</ink>
</file>

<file path=ppt/ink/ink49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8258.311 4947.337 533.15, 8280.851 4988.669 872.168, 8282.602 5052.461 869.391, 8281.184 5090.542 867.716, 8273.98 5165.408 865.207, 8267.811 5216.829 863.979, 8264.365 5253.139 863.409, 8259.368 5309.478 863.056, 8256.474 5343.773 864.739, 8252.794 5398.919 869.531, 8252.271 5434.44 871.119, 8232.754 5466.822 763.982</trace>
</ink>
</file>

<file path=ppt/ink/ink49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8630.882 4982.858 533.15, 8655.131 5018.903 871.042, 8651.271 5081.515 868.121, 8648.017 5131.138 865.863, 8645.102 5162.205 864.727, 8641.164 5220.792 862.864, 8639.365 5259.745 862.025, 8637.431 5320.216 861.578, 8637.312 5372.656 864.21, 8638.017 5417.902 868.355, 8662.539 5462.957 872.891</trace>
</ink>
</file>

<file path=ppt/ink/ink49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8566.832 4988.44 533.15, 8612.936 4981.79 871.201, 8655.27 4977.538 869.114, 8701.701 4973.409 867.06, 8742.239 4969.958 866.584, 8799.665 4965.146 866.955, 8837.099 4962.295 870.109, 8883.965 4960.868 870.324, 8916.559 4963.917 847.145</trace>
</ink>
</file>

<file path=ppt/ink/ink49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8546.985 5267.53 533.15, 8596.55 5267.53 871.003, 8649.386 5265.125 868.496, 8689.906 5262.41 866.823, 8747.629 5257.834 865.275, 8815.342 5250.62 868.042, 8855.533 5242.329 868.711, 8886.998 5237.451 863.883</trace>
</ink>
</file>

<file path=ppt/ink/ink49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9005.257 5148.283 533.15, 9060.891 5148.283 841.223, 9093.806 5147.564 848.634, 9129.828 5145.413 867.518, 9199.317 5141.224 865.667, 9247.336 5138.717 864.806, 9310.963 5135.26 867.363, 9352.578 5131.293 869.303, 9385.044 5129.493 864.393</trace>
</ink>
</file>

<file path=ppt/ink/ink49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9044.049 5334.005 533.15, 9095.537 5334.005 846.272, 9130.933 5333.285 868.656, 9169.9 5330.956 866.95, 9242.389 5323.975 864.887, 9300.869 5316.41 868.987, 9345.184 5309.201 872.124</trace>
</ink>
</file>

<file path=ppt/ink/ink50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9713.414 4415.037 533.15, 9718.783 4467.531 871.81, 9722.918 4528.928 868.558, 9727.141 4561.864 867.509, 9732.199 4593.958 867.416, 9736.195 4625.78 868.255, 9740.149 4692.395 869.279, 9741.281 4747.646 869.685, 9741.379 4779.936 870.174, 9740.739 4837.636 871.502, 9732.137 4868.454 816.675</trace>
</ink>
</file>

<file path=ppt/ink/ink50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9530.286 4475.929 533.15, 9542.631 4432.921 871.723, 9596.086 4390.149 869.443, 9629.039 4371.562 867.85, 9681.172 4347.545 865.869, 9727.887 4331.618 866.408, 9775.059 4318.821 867.436, 9816.829 4311.123 867.808, 9863.03 4307.028 867.885, 9895.406 4304.996 867.495, 9949.218 4308.155 867.009, 9999.097 4318.555 868.113, 10057.789 4344.046 869.381, 10096.139 4384.057 870.948, 10114.07 4440.881 870.363, 10110.621 4472.793 869.741, 10085.555 4521.126 869.121, 10041.822 4561.885 868.837, 9987.541 4592.172 868.706, 9937.48 4612.404 868.33, 9893.854 4627.843 867.786, 9828.312 4647.783 866.585, 9793.538 4657.22 866.25, 9760.896 4664.288 866.275, 9728.859 4671.294 866.731, 9675.545 4681.477 869.58</trace>
</ink>
</file>

<file path=ppt/ink/ink50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10129.287 4754.512 533.15, 10138.874 4793.126 870.687, 10138.878 4846.399 869.033, 10134.751 4901.254 868.372, 10130.533 4957.58 868.633, 10127.785 5010.276 872.639, 10124.965 5043.485 817.548</trace>
</ink>
</file>

<file path=ppt/ink/ink50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10631.763 4278.536 533.15, 10607.461 4322.974 871.965, 10566.554 4377.034 869.217, 10536.076 4414.298 867.241, 10505.675 4448.898 865.515, 10472.013 4486.726 864.166, 10436.16 4528.466 864.928, 10403.163 4577.659 870.079, 10396.893 4633.599 870.623, 10435.257 4684.838 868.327, 10466.576 4703.491 866.891, 10526.74 4725.402 865.21, 10580.641 4738.906 866.15, 10644.447 4748.272 868.642, 10693.734 4751.715 871.86, 10726.49 4745.525 871.956, 10773.36 4711.482 870.086, 10784.326 4664.494 868.195, 10765.881 4602.606 867.055, 10741.257 4552.056 866.648, 10723.536 4519.98 866.221, 10704.311 4485.861 865.961, 10681.779 4444.768 865.971, 10651.633 4390.025 866.786, 10621.764 4336.477 868.257, 10604.286 4294.227 871.309</trace>
</ink>
</file>

<file path=ppt/ink/ink50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11050.342 4592.132 533.15, 11050.343 4652.354 872.029, 11050.343 4685.563 870.182, 11050.343 4741.745 867.311, 11050.983 4779.056 866.619, 11052.491 4811.279 867.33, 11059.247 4868.02 868.448, 11069.598 4922.367 870.853, 11096.772 4959.291 871.767</trace>
</ink>
</file>

<file path=ppt/ink/ink50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11459.899 4221.703 533.15, 11450.958 4272.364 871.382, 11452.391 4305.329 869.975, 11454.226 4340.729 868.471, 11456.261 4379.746 867.085, 11457.668 4420.612 866.861, 11457.967 4460.771 867.249, 11458.89 4503.23 867.795, 11462.462 4565.928 867.549, 11469.67 4622.477 869.114, 11480.724 4676.01 871.881</trace>
</ink>
</file>

<file path=ppt/ink/ink50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11250.609 4469.332 533.15, 11294.847 4472.591 871.994, 11326.933 4468.063 870.383, 11397.768 4459.245 866.857, 11449.766 4453.138 865.058, 11490.353 4447.862 865.278, 11558.612 4440.111 867.027, 11592.013 4435.421 868.225, 11627.569 4430.355 869.328, 11678.598 4419.256 871.281</trace>
</ink>
</file>

<file path=ppt/ink/ink50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12040.858 4131.887 533.15, 12032.861 4182.082 872.148, 12032.739 4245.452 869.443, 12032.739 4286.462 867.753, 12031.883 4335.773 865.986, 12030.901 4371.614 864.998, 12028.509 4432.54 863.106, 12026.525 4473.143 862.128, 12023.666 4537.148 860.644, 12022.681 4570.858 860.214, 12021.366 4634.574 861.377, 12021.047 4680.033 865.661, 12026.846 4725.311 871.325, 12057.87 4724.363 865.81</trace>
</ink>
</file>

<file path=ppt/ink/ink50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11970.494 4239.463 533.15, 11954.47 4193.513 846.674, 11968.979 4143.26 869.561, 12022.326 4107.856 868.446, 12086.908 4087.874 866.234, 12132.024 4078.866 864.81, 12205.917 4074.364 863.539, 12277.068 4084.488 863.874, 12316.153 4096.496 864.657, 12373.042 4128.761 865.528, 12419.129 4178.305 867.07, 12430.238 4209.668 867.766, 12431.438 4245.707 867.896, 12422.607 4278.472 867.684, 12390.059 4322.319 866.813, 12334.924 4355.496 865.592, 12280.701 4374.749 864.679, 12220.608 4389.027 863.924, 12168.632 4399.693 863.322, 12116.031 4407.663 862.935, 12048.446 4412.477 863.507, 12015.623 4410.557 810.75</trace>
</ink>
</file>

<file path=ppt/ink/ink50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12282.624 4571.327 533.15, 12328.427 4571.327 871.394, 12378.45 4571.327 869.406, 12428.703 4577.379 868.458, 12447.778 4621.935 869.569, 12408.739 4678.781 867.511, 12347.885 4728.845 864.623, 12298.562 4762.2 862.713, 12249.797 4792.585 863.032, 12194.025 4828.152 866.965, 12168.429 4873.591 869.915, 12227.496 4905.642 867.686, 12266.678 4915.029 866.159, 12343.078 4928.599 863.958, 12394.29 4935.022 863.006, 12426.838 4937.993 863.559, 12472.733 4938.446 864.761, 12515.959 4934.226 865.641, 12548.147 4933.687 813.143</trace>
</ink>
</file>

<file path=ppt/ink/ink51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13020.55 4151.169 533.15, 12982.15 4138.088 871.663, 12942.228 4154.383 869.705, 12897.966 4176.101 867.193, 12846.187 4204.729 864.358, 12813.827 4225.691 862.909, 12764.58 4260.484 860.888, 12720.085 4296.747 861.611, 12685.137 4337.219 867.013, 12678.997 4369.204 868.823, 12701.763 4425.734 868.774, 12757.296 4469.001 866.01, 12804.84 4496.173 863.869, 12836.849 4510.697 862.907, 12895.325 4535.296 861.409, 12931.712 4547.822 860.749, 12980.243 4564.394 861.732, 13037.208 4576.318 865.423, 13074.975 4578.987 867.713, 13110.425 4572.979 869.301, 13156.306 4535.375 869.389, 13164.249 4502.022 868.288, 13161.149 4458.409 866.843, 13151.885 4417.102 865.443, 13136.246 4371.575 864.404, 13115.61 4322.415 863.562, 13092.542 4273.218 863.216, 13072.316 4233.054 863.347, 13040.389 4178.618 864.57, 13000.751 4126.891 867.694, 12978.098 4095.304 763.292</trace>
</ink>
</file>

<file path=ppt/ink/ink51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13300.204 4576.909 533.15, 13333.564 4548.355 871.681, 13390.056 4532.108 870.576, 13421.05 4529.251 869.564, 13467.276 4545.716 868.791, 13450.461 4600.337 868.308, 13404.852 4648.195 866.339, 13361.577 4684.139 864.334, 13309.69 4723.803 862.621, 13273.145 4752.329 863.852, 13235.784 4796.138 867.443, 13248.387 4841.765 869.812, 13283.88 4863.039 868.997, 13329.275 4882.128 866.972, 13376.849 4900.241 864.534, 13408.316 4911.895 863.48, 13456.029 4930.494 862.715, 13489.958 4944.633 864.39, 13521.834 4960.618 860.659</trace>
</ink>
</file>

<file path=ppt/ink/ink51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9366.103 5349.735 533.15, 9402.578 5349.735 767.954, 9460.12 5349.735 824.506, 9506.657 5348.818 837.002, 9542.395 5347.434 840.669, 9574.904 5346.09 843.339, 9625.683 5342.505 861.656, 9668.901 5339.204 860.1, 9718.513 5334.609 857.856, 9784.613 5327.562 854.187, 9828.115 5322.901 851.109, 9899.702 5314.831 846.869, 9977.418 5306.096 841.945, 10051.217 5297.799 836.211, 10161.37 5285.395 827.799, 10245.953 5275.863 818.643, 10350.479 5265.058 806.434, 10481.971 5252.648 788.789, 10567.775 5244.56 772.545, 10682.634 5234.371 756.394, 10795.694 5225.033 746.717, 10888.758 5217.607 742.566, 11007.716 5209.405 741.79, 11101.491 5203.137 745.152, 11203.726 5198.149 749.136, 11326.949 5192.816 754.105, 11407.671 5189.363 759.919, 11516.571 5185.751 767.512, 11627.622 5183.405 774.135, 11715.376 5181.947 780.695, 11829.51 5181.755 785.145, 11924.018 5182.103 788.369, 12021.351 5183.183 790.061, 12142.002 5186.238 790.02, 12221.157 5188.329 790.365, 12326.546 5193.586 790.037, 12432.966 5200.916 790.2, 12517.524 5207.367 790.528, 12621.552 5217.143 791.925, 12703.207 5225.688 794.384, 12785.734 5235.882 797.555, 12877.187 5248.802 801.543, 12938.075 5257.493 806.847, 13005.983 5267.668 813.442, 13050.106 5274.281 821.417, 13106.961 5282.971 844.943, 13162.85 5286.688 856.093, 13211.797 5287.32 871.213</trace>
</ink>
</file>

<file path=ppt/ink/ink51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11327.29 5441.582 533.15, 11284.565 5480.048 869.565, 11226.519 5515.209 867.316, 11192.618 5535.312 866.132, 11136.276 5567.939 864.078, 11095.914 5590.091 863.03, 11051.854 5613.97 862.057, 11018.712 5632.173 861.238, 10985.486 5650.955 860.584, 10950.458 5671.42 860.157, 10903.753 5698.717 861.302, 10861.059 5730.899 869.067, 10852.593 5772.585 870.904, 10886.469 5792.074 869.762, 10925.109 5801.631 868.056, 10957.446 5805.579 866.934, 10998.969 5809.323 865.64, 11064.307 5814.002 863.292, 11104.187 5815.939 862.132, 11135.185 5817.375 861.103, 11175.381 5818.263 860.167, 11209.09 5818.819 859.637, 11243.409 5819.894 859.21, 11285.365 5821.284 859.005, 11350.321 5823.504 859.252, 11387.26 5825.312 859.58, 11454.461 5829.08 862.088, 11505.96 5832.657 865.881, 11538.25 5834.138 869.787, 11588.888 5835.915 871.485, 11636.352 5836.441 870.057, 11667.858 5832.919 869.613, 11702.888 5802.66 869.831, 11677.825 5752.51 868.819, 11634.572 5704.375 867.347, 11580.667 5649.379 866.771, 11534.156 5605.43 866.906, 11479.699 5556.557 867.19, 11424.392 5515.192 867.611, 11378.479 5484.77 868.608, 11333.935 5456.077 869.802, 11293.177 5429.521 869.923, 11261.794 5408.354 762.694</trace>
</ink>
</file>

<file path=ppt/ink/ink51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8980 6724.89 533.15, 8945.898 6717.381 797.585, 8991.769 6696.681 867.944, 9057.165 6691.92 865.33, 9098.636 6689.816 864.058, 9168.211 6686.849 861.774, 9213.239 6685.168 860.892, 9291.402 6682.192 861.465, 9323.255 6680.973 863.802, 9356.993 6680.377 868.433, 9409.119 6681.468 872.845, 9444.118 6684.06 867.016</trace>
</ink>
</file>

<file path=ppt/ink/ink51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8907.829 7068.424 533.15, 8946.468 7095.333 871.419, 8982.793 7096.991 869.806, 9015.188 7097.346 868.483, 9080.711 7098.416 865.298, 9122.994 7098.97 863.23, 9163.158 7099.318 861.191, 9215.771 7099.54 858.761, 9252.731 7099.677 857.248, 9298.425 7099.761 855.996, 9359.373 7099.871 856.985, 9397.316 7099.166 863.038, 9448.43 7095.4 866.997, 9500.516 7089.737 874.752</trace>
</ink>
</file>

<file path=ppt/ink/ink51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51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51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8057.14 2996.243 533.15, 8036.974 2947.844 795.403, 7998.38 2896.246 831.478, 7962.302 2860.654 840.975, 7908.346 2816.339 862.757, 7875.997 2793.789 861.888, 7833.58 2767.629 860.679, 7759.146 2726.614 858.328, 7703.371 2699.768 856.824, 7638.46 2671.316 854.835, 7588.699 2650.126 853.512, 7535.304 2628.756 852.122, 7472.685 2606.048 851.171, 7429.801 2590.615 850.471, 7371.745 2572.614 849.597, 7302.932 2552.608 848.972, 7226.228 2532.778 848.414, 7167.824 2518.537 848.521, 7106.15 2505.366 848.489, 7030.653 2491.878 848.329, 6979.392 2482.824 847.869, 6904.751 2472.901 846.347, 6813.728 2463.873 843.699, 6711.705 2456.393 840.046, 6634.346 2451.641 836.159, 6557.854 2448.666 832.44, 6472.078 2448.444 829.298, 6381.561 2451.021 828.313, 6303.509 2455.181 829.752, 6239.511 2459.664 832.046, 6167.218 2467.263 834.656, 6115.064 2473.459 837.632, 6060.903 2481.902 840.832, 6004.25 2493.296 844.353, 5964 2501.659 847.855, 5914.514 2514.116 851.185, 5871.337 2526.032 854.219, 5834.759 2536.741 856.362, 5793.324 2550.691 857.691, 5762.338 2561.382 858.775, 5729.247 2573.462 859.672, 5692.132 2589.759 860.461, 5639.208 2615.957 861.73, 5591.53 2644.72 862.905, 5544.179 2680.39 864.299, 5496.369 2724.773 866.302, 5468.843 2765.642 868.684, 5448.259 2809.37 869.995, 5440.593 2858.234 869.572, 5439.276 2905.274 867.919, 5445.258 2948.487 866.245, 5470.297 3013.587 864.652, 5494.859 3051.494 864.405, 5530.466 3088.854 864.123, 5578.291 3123.543 863.697, 5627.908 3152.011 863.045, 5687.682 3179.173 862.164, 5727.789 3193.839 861.527, 5760.674 3205.209 860.831, 5797.104 3216.683 860.193, 5843.457 3229.15 859.462, 5874.486 3237.385 858.812, 5916.156 3247.101 858.209, 5958.773 3256.601 857.759, 5994.356 3264.333 857.477, 6041.678 3272.909 857.175, 6080.158 3279.538 857.065, 6121.354 3286.076 857.223, 6172.681 3293.001 857.332, 6231.763 3298.885 857.365, 6289.178 3303.031 857.347, 6334.05 3305.875 857.255, 6391.41 3307.663 857.074, 6440.122 3308.782 856.764, 6489.48 3308.947 856.431, 6551.962 3306.845 855.989, 6593.458 3305.395 855.563, 6648.663 3302.51 854.997, 6707.197 3297.986 854.539, 6751.998 3294.218 854.133, 6809.021 3286.723 853.823, 6857.561 3279.703 853.698, 6906.276 3271.886 853.643, 6959.244 3262.003 853.978, 7000.139 3254.087 854.436, 7055.112 3241.409 854.832, 7108.304 3227.92 855.152, 7153.186 3215.966 855.447, 7209.895 3199.41 855.448, 7256.555 3185.082 855.247, 7303.493 3169.692 854.984, 7358.812 3148.556 854.71, 7396.135 3134.074 854.576, 7441.228 3114.352 854.44, 7484.857 3093.571 854.684, 7519.222 3076.625 855.197, 7560.206 3052.538 855.722, 7592.533 3032.594 856.29, 7624.301 3011.478 857.242, 7659.54 2984.119 858.143, 7709.822 2940.403 859.959, 7749.673 2892.364 861.607, 7775.819 2825.144 862.432, 7776.146 2783.246 862.531, 7764.571 2717.944 862.14, 7747.551 2683.995 861.758, 7728.525 2653.163 861.193, 7693.601 2615.29 860.055, 7625.602 2557.644 856.984, 7558.259 2523.819 851.983, 7512.661 2501.447 847.167, 7429.337 2477.425 839.793, 7375.185 2461.839 830.724, 7326.94 2444.883 809.091, 7281.325 2436.54 795.816</trace>
</ink>
</file>

<file path=ppt/ink/ink51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9993.971 4311.519 533.15, 10006.031 4274.769 796.889, 10005.516 4219.223 839.766, 9997.091 4187.815 847.772, 9979.009 4143.437 866.708, 9948.34 4093.994 865.417, 9911.611 4045.198 863.572, 9883.896 4013.162 862.446, 9827.48 3952 859.995, 9784.643 3911.132 858.62, 9736.585 3867.124 857.436, 9703.28 3836.774 856.489, 9657.389 3798.426 855.474, 9601.466 3753.53 853.581, 9540.384 3707.003 852.894, 9497.145 3674.367 852.681, 9435.278 3630.463 851.549, 9358.327 3578.591 848.167, 9270.795 3521.542 843.373, 9196.831 3473.838 838.081, 9129.572 3430.887 833.593, 9052.6 3383.731 828.777, 8972.488 3336.77 825.051, 8890.836 3290.918 823.395, 8837.623 3261.104 822.794, 8772.684 3226.458 824.113, 8708.725 3194.433 827.335, 8658.486 3169.882 831.09, 8596.255 3141.82 835.204, 8546.773 3120.44 839.168, 8494.692 3099.551 843.035, 8434.085 3076.511 846.761, 8369.815 3053.477 850.198, 8311.723 3032.99 852.786, 8268.605 3017.841 854.763, 8222.105 3001.899 856.323, 8188.152 2990.235 857.336, 8154.551 2978.561 858.403, 8117.753 2966.458 859.571, 8064.259 2949.181 861.845, 7995.248 2929.166 865.42, 7947.084 2916.176 870.569, 7915.954 2907.856 872.81, 7866.364 2893.317 872.683, 7876.533 2940.038 870.55, 7919.861 2993.736 867.552, 7959.814 3042.517 865.959, 7995.107 3083.078 865.932, 8035.499 3132.721 868.695, 8062.643 3178.197 872.568, 8012.408 3163.433 870.016, 7970.035 3127.433 867.903, 7932.05 3089.563 866.559, 7891.981 3045.499 869.074, 7852.296 2992.015 871.243, 7830.729 2942.581 870.926, 7863.006 2896.761 870.406, 7900.884 2883.007 869.209, 7954.964 2872.882 866.925, 8026.564 2862.906 864.022, 8091.177 2855.485 861.347, 8128.646 2851.769 860.172, 8198.026 2845.041 858.907, 8230.447 2842.029 858.782, 8263.605 2839.188 858.904, 8304.216 2836.156 859.204, 8373.168 2831.066 861.704, 8417.837 2827.757 865.889, 8468.674 2825.365 870.5, 8519.029 2823.113 873.685</trace>
</ink>
</file>

<file path=ppt/ink/ink52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7225.394 3560.005 533.15, 7223.844 3517.561 797.639, 7204.19 3464.762 840.033, 7167.531 3420.099 867.326, 7115.055 3374.876 865.854, 7076.814 3349.564 864.98, 7028.295 3322.956 864.035, 6993.83 3306.302 863.414, 6931.669 3279.396 862.048, 6888.673 3264.325 861.217, 6819.101 3242.231 859.795, 6776.711 3230.597 859.137, 6741.03 3221.175 858.535, 6693.022 3210.263 857.936, 6637.241 3199.062 857.415, 6575.332 3188.481 856.988, 6534.566 3181.557 856.746, 6482.628 3173.605 856.559, 6431.851 3166.739 856.494, 6389.914 3161.358 856.4, 6336.728 3155.963 856.296, 6292.968 3151.729 856.251, 6247.789 3147.619 856.194, 6193.507 3143.105 856.222, 6157.563 3140.154 856.299, 6108.306 3137.561 856.359, 6057.115 3135.876 856.402, 6017.442 3134.829 856.475, 5967.245 3134.892 856.481, 5925.265 3135.737 856.597, 5884.121 3137.502 856.75, 5835.419 3142.08 856.996, 5803.123 3145.269 857.416, 5760.934 3152.213 857.792, 5717.325 3160.871 858.217, 5684.409 3167.766 858.62, 5641.829 3179.089 859.003, 5606.066 3189.724 859.316, 5570.205 3201.813 859.564, 5527.181 3219.382 859.719, 5462.661 3249.024 859.89, 5428.262 3267.915 859.989, 5369.971 3306.833 860.228, 5320.914 3347.726 860.608, 5276.698 3393.741 861.151, 5239.002 3446.554 861.783, 5214.252 3494.35 862.393, 5201.106 3540.094 863.347, 5201.905 3602.808 863.934, 5209.593 3636.242 863.976, 5230.178 3691.868 863.69, 5262.735 3746.508 862.932, 5292.386 3780.519 862.23, 5346.047 3833.929 860.43, 5382.825 3863.239 859.334, 5455.508 3913.708 857.269, 5496.945 3937.951 856.243, 5538.423 3960.146 855.042, 5595.091 3985.284 853.535, 5633.978 4002.121 853.019, 5690.117 4021.931 851.923, 5756.801 4042.607 849.769, 5810.007 4058.475 847.519, 5888.541 4078.37 843.323, 5962.108 4095.608 838.138, 6033.73 4111.276 832.382, 6128.114 4128.4 825.812, 6195.538 4140.198 819.894, 6277.498 4152.365 814.35, 6365.225 4163.145 810.249, 6428.311 4170.571 807.312, 6509.238 4176.733 806.795, 6579.424 4180.701 808.895, 6646.096 4183.151 813.013, 6727.852 4183.245 817.214, 6818.118 4180.543 821.93, 6904.986 4174.185 826.969, 6967.086 4169.148 831.523, 7037.339 4158.791 836.478, 7094.646 4148.104 840.927, 7145.305 4136.784 844.933, 7201.374 4119.686 848.28, 7242.108 4106.712 850.608, 7284.249 4088.258 852.48, 7325.629 4065.451 854.379, 7386.39 4025.344 857.269, 7436.238 3980.537 859.627, 7474.443 3930.136 861.256, 7505.057 3864.299 861.997, 7522.11 3801.591 861.889, 7526.546 3767.71 861.62, 7528.929 3736.196 861.269, 7526.876 3694.93 860.833, 7516.461 3628.628 860.187, 7501.076 3587.36 859.756, 7466.524 3520.197 858.871, 7441.172 3486.123 858.282, 7377.71 3421.147 857.079, 7309.282 3368.617 855.921, 7258.034 3339.923 855.157, 7196.964 3313.235 854.364, 7142.694 3293.395 853.985, 7095.908 3278.402 853.628, 7041.697 3265.488 853.386, 7000.443 3256.797 853.416, 6959.104 3250.245 853.698, 6911.114 3242.207 855.022, 6879.435 3236.242 802.309</trace>
</ink>
</file>

<file path=ppt/ink/ink52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7315.605 3872.586 533.15, 7359.422 3862.75 766.214, 7394.375 3852.35 811.696, 7439.378 3836.826 830.159, 7474.209 3824.438 835.341, 7535.835 3802.018 842.077, 7577.903 3785.809 860.88, 7652.571 3757.394 859.053, 7695.581 3741.508 858.164, 7734.551 3727.224 857.38, 7787.597 3708.268 856.534, 7827.722 3693.978 855.876, 7878.503 3677.974 855.243, 7942.095 3658.894 853.978, 7986.791 3645.562 852.689, 8056.556 3626.556 850.063, 8127.483 3608.085 846.338, 8197.24 3590.452 841.537, 8296.797 3566.818 834.307, 8372.899 3548.932 826.062, 8460.377 3528.853 817.276, 8558.888 3507.089 809.308, 8627.261 3492.053 802.66, 8717.699 3473.576 797.089, 8805.999 3456.579 794.314, 8879.047 3442.931 793.437, 8973.23 3428.022 794.263, 9044.44 3417.065 797.704, 9127.688 3405.15 801.753, 9220.932 3393.909 806.103, 9287.82 3386.108 810.57, 9377.784 3376.115 814.312, 9461.864 3367.379 817.176, 9535.352 3360.112 818.875, 9618.92 3351.471 821.472, 9680.986 3345.015 824.493, 9762.304 3337.481 826.077, 9845.49 3331.007 827.378, 9909.87 3326.3 828.477, 9992.157 3321.847 828.586, 10070.797 3318.045 827.668, 10135.719 3315.118 826.824, 10216.297 3313.246 826.657, 10277.64 3312.403 826.961, 10345.562 3312.998 826.917, 10425.358 3315.354 828.324, 10477.079 3316.954 831.435, 10547.09 3321.615 834.069, 10610.362 3326.362 836.357, 10668.875 3331.179 839.48, 10741.132 3338.462 842.46, 10799.542 3345.118 844.303, 10859.274 3353.111 845.703, 10929.092 3363.621 847.334, 10975.618 3370.699 848.799, 11035.145 3381.395 849.719, 11092.307 3392.613 850.263, 11140.896 3402.611 850.806, 11202.001 3416.827 851.374, 11251.342 3428.73 851.828, 11302.85 3441.828 852.375, 11364.656 3459.497 853.136, 11430.773 3479.753 853.837, 11490.802 3499.481 854.287, 11537.934 3515.389 854.719, 11592.491 3535.369 855.151, 11636.161 3551.704 855.566, 11679.612 3568.42 856.042, 11730.178 3589.083 856.568, 11763.811 3602.868 856.968, 11804.991 3621.086 857.777, 11868.522 3650.143 859.506, 11908.245 3670.025 860.206, 11940.538 3686.28 860.667, 11972.543 3702.524 860.973, 12010.834 3722.579 861.185, 12067.226 3753.693 861.268, 12120.684 3785.998 861.399, 12176.49 3820.757 865.729, 12222.406 3851.808 871.749, 12241.672 3888.879 872.965</trace>
</ink>
</file>

<file path=ppt/ink/ink52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7957.908 3299.182 533.15, 7907.646 3341.223 793.179, 7859.309 3377.84 819.422, 7796.833 3421.762 832.136, 7736.109 3463.9 839.366, 7675.704 3505.529 858.239, 7641.234 3529.969 857.917, 7589.976 3565.885 858.782, 7543.851 3599.274 860.819, 7512.349 3626.641 864.344, 7475.416 3675.849 869.732, 7466.03 3706.934 871.35, 7481.724 3759.032 869.955, 7522.761 3802.033 867.895, 7569.784 3833.786 865.73, 7602.048 3851.645 864.386, 7646.059 3873.503 862.781, 7697.985 3897.865 861.062, 7742.606 3918.414 859.443, 7785.295 3939.539 858.104, 7838.198 3968.278 856.844, 7878.566 3990.537 855.992, 7923.94 4019.31 855.194, 7977.779 4055.044 854.376, 8016.039 4080.556 853.152, 8061.116 4110.485 850.996, 8092.302 4141.514 236.365</trace>
</ink>
</file>

<file path=ppt/ink/ink52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10978.173 8668.373 533.15, 10930.306 8678.072 794.912, 10875.834 8698.74 831.198, 10813.973 8735.116 844.778, 10774.24 8765.874 863.95, 10736.521 8805.322 863.683, 10704.654 8857.563 863.397, 10684.449 8906.108 862.993, 10677.97 8937.95 862.704, 10673.608 9002.002 861.9, 10679.448 9064.095 861.059, 10690.23 9102.845 860.58, 10707.239 9142.998 860.24, 10723.991 9175.686 860.23, 10762.523 9231.257 860.362, 10818.362 9275.161 861.06, 10865.017 9298.248 861.996, 10896.078 9304.092 862.391, 10930.251 9303.508 862.679, 10982.014 9294.895 863.031, 11048.817 9257.495 863.189, 11083.021 9222.229 863.043, 11111.087 9175.355 862.788, 11132.222 9119.908 862.413, 11143.725 9068.719 862.201, 11145.854 9033.409 861.953, 11143.226 8968.52 861.339, 11138.433 8937.347 861.01, 11131.242 8906.062 860.762, 11118.225 8868.338 860.45, 11097.881 8828.829 860.232, 11073.292 8793.342 860.21, 11022.204 8739.99 859.902, 10960.533 8700.86 859.465, 10914.746 8682.25 858.989, 10883.741 8669.896 858.543, 10841.874 8656.064 857.904, 10796.208 8641.188 857.349, 10745.963 8625.168 855.521, 10712.372 8613.113 848.398</trace>
</ink>
</file>

<file path=ppt/ink/ink52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10721.974 4130.364 533.15, 10734.661 4094.348 767.238, 10756.588 4047.18 824.861, 10787.592 4001.167 843.27, 10828.02 3952.112 867.057, 10860.183 3923.756 682.173</trace>
</ink>
</file>

<file path=ppt/ink/ink52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10741.82 4216.121 533.15, 10788.253 4199.687 871.375, 10833.848 4164.55 869.021, 10873.917 4129.761 867.992, 10905.376 4092.633 869.824, 10937.283 4063.653 431.979</trace>
</ink>
</file>

<file path=ppt/ink/ink52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10924.948 3825.902 533.15, 10970.997 3785.933 870.659, 11018.026 3747.732 867.98, 11060.558 3705.009 867.374, 11094.041 3665.933 869.593, 11120.805 3698.138 870.943, 11124.436 3757.811 868.349, 11128.388 3815.011 866.767, 11131.619 3853.438 866.191, 11134.466 3891.375 866.124, 11136.865 3925.116 866.548, 11141.192 3971.894 871.41</trace>
</ink>
</file>

<file path=ppt/ink/ink52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10998.02 4108.544 533.15, 11043.354 4090.611 872.142, 11105.66 4063.795 868.632, 11162.868 4041.391 866.516, 11210.186 4022.127 865.738, 11268.403 3999.125 867.649, 11320.109 3977.369 872.268, 11359.166 3955.03 872.735</trace>
</ink>
</file>

<file path=ppt/ink/ink52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13303.812 4009.087 533.15, 13255.586 3975.858 842.319, 13211.819 3955.259 869.62, 13155.113 3937.847 868.488, 13098.613 3932.005 872.028, 13064.248 3936.128 871.867, 13017.569 3946.539 870.238, 12986.339 3957.134 869.54, 12933.288 3982.392 869.296, 12885.121 4018.575 870.232, 12834.016 4071.845 869.276, 12801.172 4110.019 868.405, 12770.67 4152.721 869.318, 12734.772 4211.617 869.155, 12704.55 4267.963 867.835, 12679.667 4320.384 867.392, 12668.384 4352.075 868.006, 12659.973 4395.746 868.434, 12656.507 4443.407 868.155, 12658.46 4491.724 866.755, 12676.184 4567.202 864.533, 12696.061 4615.233 863.558, 12724.136 4665.577 862.962, 12757.712 4713.568 862.802, 12806.49 4769.521 862.849, 12848.694 4812.333 862.98, 12889.941 4848.68 863.288, 12935.899 4880.028 863.494, 12986.457 4909.013 863.674, 13032.309 4929.561 863.894, 13077.575 4944.365 864.253, 13149.052 4955.295 864.775, 13209.787 4951.772 865.006, 13261.891 4941.9 865.028, 13313.466 4925.706 864.789, 13363.897 4901.051 864.609, 13406.778 4872.995 864.229, 13446.295 4839.097 863.806, 13481.473 4798.319 863.509, 13512.399 4747.412 863.308, 13532.555 4699.841 863.146, 13544.786 4647.701 863.123, 13546.092 4611.3 862.94, 13542.729 4551.513 862.45, 13533.688 4512.633 861.941, 13513.629 4454.841 861.023, 13480.815 4403.526 860.508, 13430.527 4357.937 860.119, 13381.314 4328.119 860.115, 13346.681 4315.861 860.453, 13304.258 4299.857 862.695</trace>
</ink>
</file>

<file path=ppt/ink/ink52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13180.225 4914.862 533.15, 13190.755 4949.689 796.562, 13202.034 5004.847 840.218, 13207.334 5037.045 848.501, 13210.78 5068.08 868.558, 13213.589 5103.979 868.409, 13215.448 5145.41 867.839, 13219.212 5188.268 867.178, 13223.984 5246.674 866.605, 13228.57 5296.396 865.973, 13231.006 5329.092 865.65, 13233.867 5366.537 865.265, 13238.417 5425.585 864.456, 13240.571 5464.943 863.967, 13243.823 5527.766 863.158, 13244.798 5587.707 862.807, 13244.051 5630.339 862.409, 13242.537 5696.887 861.635, 13241.437 5736.175 861.233, 13240.518 5767.73 860.941, 13239.272 5809.403 860.537, 13237.659 5849.919 860.099, 13236.121 5883.97 859.609, 13234.163 5928.411 859.069, 13232.725 5963.35 858.86, 13231.333 6002.347 858.785, 13229.149 6051.078 858.657, 13227.74 6082.494 858.665, 13225.55 6126.302 858.618, 13222.604 6171.249 858.507, 13219.979 6207.925 858.463, 13214.767 6254.987 858.319, 13208.183 6309.774 858.238, 13199.756 6369.389 858.183, 13194.2 6408.533 858.098, 13185.875 6457.577 858.245, 13177.717 6502.929 858.604, 13170.379 6542.563 858.735, 13161.549 6592.522 858.853, 13155.745 6625.281 859.033, 13146.223 6671.495 859.013, 13134.476 6726.092 858.745, 13126.725 6761.943 858.42, 13115.666 6809.763 857.983, 13104.592 6859.082 857.474, 13095.901 6898.141 856.933, 13083.888 6949.086 856.384, 13074.005 6990.65 856.193, 13063.656 7033.594 855.971, 13050.832 7081.375 856.073, 13040.991 7117.245 856.63, 13027.312 7164.349 857.024, 13011.777 7214.356 857.115, 13000.081 7251.432 857.131, 12983.894 7300.128 857.075, 12969.623 7342.614 856.955, 12955.88 7383.076 856.833, 12938.017 7433.564 856.679, 12925.898 7467.854 856.721, 12910.659 7512.486 856.817, 12894.23 7559.188 856.942, 12881.237 7595.764 857.197, 12863.277 7642.681 857.425, 12840.104 7695.973 857.604, 12814.279 7753.142 857.754, 12795.879 7793.648 857.765, 12775.401 7838.449 858.071, 12755.912 7879.395 858.472, 12738.349 7915.438 858.698, 12716.868 7958.933 859.078, 12681.722 8026.231 859.624, 12658.138 8068.569 859.658, 12617.505 8137.15 859.593, 12591.639 8177.003 859.377, 12544.916 8243.64 858.47, 12520.911 8275.565 858.233, 12471.648 8337.381 858.068, 12424.572 8391.593 859.167, 12373.401 8444.373 860.115, 12342.607 8474.385 860.422, 12291.228 8523.929 860.548, 12259.753 8552.516 860.555, 12211.232 8596.104 860.548, 12160.743 8640.745 860.761, 12109.748 8684.782 861.313, 12056.862 8729.334 861.978, 12009.883 8767.347 862.48, 11960.468 8806.189 862.922, 11899.396 8853.118 862.976, 11863.561 8879.733 862.81, 11810.155 8920.044 862.482, 11761.768 8958.282 862.393, 11716.89 8994.321 862.749, 11673.048 9030.3 863.408, 11634.985 9063.322 864.086, 11593.744 9097.193 864.608, 11548.098 9134.604 864.628, 11503.481 9168.466 864.265, 11463.423 9198.64 864.237, 11421.126 9229.967 864.419, 11369.467 9265.637 864.61, 11316.524 9301.604 864.636, 11265.053 9333.119 864.477, 11220.468 9358.684 864.273, 11177.019 9382.922 864.369, 11130.932 9406.896 864.372, 11081.181 9431.543 864.509, 11025.443 9459.5 864.835, 10978.399 9481.639 865.181, 10939.044 9499.949 865.607, 10888.589 9524.283 868.199, 10846.292 9543.803 869.039, 10807.88 9561.699 868.822, 10757.405 9586.146 867.792, 10704.522 9615.494 869.641, 10664.192 9640.812 871.01, 10617.501 9670.396 871.502, 10575.832 9687.307 876.553</trace>
</ink>
</file>

<file path=ppt/ink/ink53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10636.272 9482.303 533.15, 10628.437 9513.45 873.006, 10607.43 9570.24 869.835, 10595.997 9602.559 868.004, 10581.517 9657.574 866.897, 10580.903 9708.05 869.457, 10623.021 9738.164 870.593, 10670.939 9744.373 869.408, 10725.471 9741.178 869.063, 10758.046 9740.23 869.13, 10792.452 9740.729 868.809, 10851.172 9746.51 870.818, 10900.971 9753.128 873.954</trace>
</ink>
</file>

<file path=ppt/ink/ink53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4363.901 10020.692 533.15, 4406.038 10026.921 767.23, 4463.946 10034.981 833.844, 4498.145 10039.885 844.458, 4530.09 10042.676 868.043, 4564.237 10045.751 868.8, 4600.192 10049.676 869.232, 4635.792 10055.251 869.229, 4688.966 10067.767 868.906, 4725.458 10076.354 868.683, 4764.823 10084.841 868.483, 4823.033 10097.046 867.535, 4873.564 10108.18 866.194, 4923.089 10117.487 865.243, 4973.558 10127.85 865.078, 5036.801 10140.469 865.268, 5072.651 10146.773 865.638, 5135.384 10156.391 867.881, 5183.283 10161.58 868.731, 5237.363 10165.275 868.236, 5290.9 10169.527 866.677, 5338.746 10171.608 866.188, 5373.87 10172.447 866.326, 5408.991 10173.654 866.919, 5442.423 10174.142 866.906, 5499.059 10174.644 866.016, 5538.909 10175.312 865.151, 5581.25 10176.457 864.339, 5614.042 10177.435 863.543, 5644.909 10179.275 862.798, 5677.774 10181.732 862.137, 5726.661 10185.876 862.22, 5798.523 10192.011 864.075, 5841.603 10195.519 865.393, 5910.109 10199.934 866.549, 5980.382 10201.811 866.444, 6043.987 10203.375 866.003, 6094.196 10204.55 865.609, 6171.145 10205.578 865.245, 6218.443 10205.796 865.172, 6294.761 10204.739 865.143, 6369.962 10204.471 865.313, 6422.143 10204.934 866.017, 6462.216 10205.502 866.834, 6514.516 10207.943 866.784, 6546.921 10210.116 866.356, 6602.914 10214.08 864.807, 6637.16 10216.785 864.094, 6689.778 10221.697 862.931, 6741.387 10228.271 862.713, 6794.249 10236.97 863.048, 6848.034 10245.182 863.772, 6894.781 10252.192 864.5, 6971.983 10262.565 865.015, 7019.735 10267.743 865.047, 7082.459 10274.448 865.006, 7115.287 10277.143 864.998, 7168.067 10280.88 864.982, 7198.903 10282.872 865.474, 7264.121 10287.643 866.853, 7342.792 10291.351 866.864, 7393.631 10292.785 865.665, 7445.024 10293.387 864.597, 7495.222 10293.031 864.424, 7527.109 10292.248 864.956, 7559.234 10291.203 866.52, 7616.356 10287.935 867.67, 7649.07 10285.423 867.622, 7701.594 10281.757 867.013, 7750.897 10278.771 865.711, 7822.936 10275.448 864.596, 7889.268 10274.51 866.63, 7936.903 10273.525 867.476, 7981.156 10271.923 867.221, 8039.722 10268.211 867.225, 8105.697 10266.556 868.723, 8174.635 10270.879 867.847, 8218.214 10276.139 867.303, 8295.354 10289.176 867.239, 8342.61 10298.016 867.368, 8399.461 10307.776 867.099, 8448.368 10318.087 867.789, 8506.557 10330.309 868.719, 8542.188 10338.397 869.112, 8594.646 10351.759 870.039, 8656.18 10363.108 869.523, 8713.187 10369.124 868.017, 8757.63 10373.249 865.725</trace>
</ink>
</file>

<file path=ppt/ink/ink53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53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597.591 2284.308 533.15, 652.3 2268.67 825.796, 704.472 2249.412 847.53, 763.617 2233.314 867.595, 820.261 2226.136 868.55, 864.111 2225.432 868.443, 935.568 2229.791 867.409, 1009.632 2235.852 865.965, 1043.199 2239.234 865.444, 1080.324 2242.697 864.945, 1119.36 2247.288 864.507, 1154.545 2251.496 864.156, 1217.959 2259.374 863.662, 1273.107 2265.538 863.435, 1307.349 2270.17 863.37, 1344.45 2274.614 863.377, 1376.912 2278.19 863.476, 1436.3 2284.483 863.793, 1486.818 2289.717 864.368, 1539 2294.667 866.096, 1585.452 2297.701 866.962, 1619.128 2300.035 866.98, 1676.14 2303.996 865.764, 1729.781 2307.136 864.848, 1778.831 2310.339 865.387, 1829.546 2312.422 866.461, 1864.736 2313.455 866.72, 1920.46 2314.582 866.817, 1969.758 2316.471 866.778, 2016.093 2319.165 866.539, 2077.039 2323.453 867.2, 2111.49 2325.555 868.355, 2143.812 2328.991 870.476, 2215.089 2339.765 870.391, 2257.793 2348.024 869.14, 2301.801 2358.544 867.846, 2359.696 2375.781 868.105, 2392.641 2388.72 868.746, 2445.131 2417.001 870.965</trace>
</ink>
</file>

<file path=ppt/ink/ink53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13047.614 6055.581 533.15, 13091.46 6069.729 834.242, 13151.414 6106.019 866.778, 13196.661 6154.21 865.244, 13224.029 6194.109 864.545, 13250.709 6241.777 863.653, 13267.169 6277.757 862.981, 13284.854 6322.348 862.174, 13301.652 6371.614 861.295, 13313.197 6406.081 860.473, 13327.035 6453.213 859.542, 13338.908 6498.132 858.679, 13349.066 6539.154 857.836, 13361.007 6592.628 856.986, 13374.153 6654.997 856.23, 13388.092 6722.439 855.531, 13402.798 6793.719 855.003, 13415.528 6855.478 854.699, 13426.226 6907.357 854.498, 13438.614 6969.492 854.403, 13447.487 7014.897 854.484, 13457.104 7067.128 854.52, 13468.768 7130.082 854.791, 13481.711 7200.342 854.906, 13493.313 7262.866 854.995, 13503.284 7316.339 854.987, 13514.484 7382.049 854.82, 13523.01 7432.031 854.376, 13532.672 7488.561 853.515, 13542.8 7555.629 852.441, 13549.609 7601.028 851.417, 13558.785 7662.635 850.221, 13567.533 7721.356 849.412, 13575.091 7772.101 849.063, 13584.436 7836.538 848.699, 13591.626 7886.806 848.922, 13599.248 7941.64 849.245, 13607.054 8004.456 849.799, 13612.406 8048.11 850.508, 13619.989 8106.498 851.291, 13627.014 8163.054 852.058, 13632.938 8212.074 852.744, 13640.272 8275.543 853.168, 13646.024 8325.736 853.4, 13652.211 8380.508 853.556, 13659.131 8445.023 853.545, 13663.879 8489.489 853.495, 13670.44 8547.911 853.365, 13676.435 8602.488 853.412, 13681.426 8648.631 853.525, 13686.56 8703.219 853.792, 13690.257 8745.687 854.289, 13693.516 8790.009 854.92, 13697.199 8840.546 855.755, 13699.579 8873.384 856.544, 13702.366 8916.479 857.42, 13704.97 8958.165 858.324, 13707.102 8993.291 859.114, 13709.104 9037.32 859.785, 13711.349 9086.675 860.435, 13713.424 9136.962 860.955, 13714.766 9169.58 861.253, 13716.907 9207.807 861.757, 13721.009 9274.231 864.006, 13723.764 9317.401 865.76, 13722.572 9350.388 814.862</trace>
</ink>
</file>

<file path=ppt/ink/ink53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14084.138 8523.754 533.15, 14104.412 8568.937 871.737, 14111.725 8610.041 869.589, 14117.029 8652.267 867.303, 14120.506 8703.58 865.139, 14122.754 8740.438 864.025, 14125.35 8803.884 862.104, 14125.839 8843.921 861.286, 14126.32 8905.918 860.269, 14125.28 8939.222 860.115, 14120.636 9002.479 860.387, 14114.136 9057.486 861.344, 14100.798 9133.099 863.401, 14087.318 9199.493 865.552, 14079.603 9241.752 867.411, 14067.194 9301.701 870.658, 14048.228 9357.46 871.418, 14020.377 9409.402 871.294, 13974.872 9447.419 870.752, 13919.649 9463.854 870.331, 13857.84 9454.322 869.356, 13788.96 9427.086 868.251, 13749.431 9407.607 867.62, 13706.331 9382.858 866.537, 13660.168 9352.389 865.35, 13612.795 9314.178 864.015, 13569.258 9274.806 862.747, 13522.266 9228.445 861.903, 13471.516 9177.771 861.09, 13415.471 9126.083 860.403, 13364.874 9081.072 860.116, 13332.454 9054.157 860.027, 13272.273 9005.182 859.647, 13227.799 8969.276 859.713, 13198.723 8937.711 423.925</trace>
</ink>
</file>

<file path=ppt/ink/ink53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21714.189 4502.823 533.15, 21676.84 4512.8 767.267, 21626.465 4532.147 824.667, 21592.275 4546.904 838.353, 21530.326 4576.313 865.831, 21477.281 4604.438 865.499, 21440.443 4631.583 869.174, 21430.16 4679.017 871.849, 21461.326 4698.353 870.495, 21525.277 4716.777 867.748, 21578.924 4725.177 865.947, 21646.041 4731.85 865.101, 21679.809 4733.693 865.491, 21737.176 4736.329 867.858, 21787.684 4720.166 871.526, 21802.414 4673.778 871.617</trace>
</ink>
</file>

<file path=ppt/ink/ink53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21768.312 4440.409 533.15, 21768.312 4482.279 872.069, 21765.559 4513.299 870.682, 21758.979 4566.575 869.174, 21750.725 4620.951 868.522, 21742.537 4675.652 870.55, 21737.354 4737.413 871.208, 21733.848 4785.39 872.919, 21731.398 4818.452 866.715</trace>
</ink>
</file>

<file path=ppt/ink/ink53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23829.637 4537.836 533.15, 23880.348 4537.835 795.483, 23938.201 4537.835 831.862, 23977.246 4538.562 842.9, 24033.193 4539.655 869.115, 24084.182 4541.186 872.817, 24135.379 4533.806 873.398</trace>
</ink>
</file>

<file path=ppt/ink/ink53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23875.645 4510.435 533.15, 23875.336 4553.198 872.65, 23869.531 4598.025 870.371, 23860.24 4648.027 868.964, 23853.572 4697.515 869.009, 23858.342 4749.438 871.226, 23905.109 4742.88 871.14, 23953.266 4725.28 869.453, 24011.285 4713.899 868.737, 24059.877 4718.683 870.727, 24104.775 4751.458 871.163, 24106.064 4804.499 870.434, 24072.146 4836.5 871.84, 24041.236 4840.493 850.507</trace>
</ink>
</file>

<file path=ppt/ink/ink54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23330.77 5123.418 533.15, 23331.41 5168.627 872.766, 23336.881 5201.59 870.961, 23363.334 5259.596 868.95, 23403.93 5307.689 867.777, 23469.826 5350.648 866.858, 23504.523 5365.542 866.473, 23569.785 5382.768 865.663, 23638.51 5389.73 865.145, 23681.367 5388.136 865.059, 23751.629 5377.96 864.998, 23811.725 5360.225 864.958, 23858.723 5342.962 865.052, 23922.781 5310.989 865.373, 23976.689 5272.362 865.745, 24020.232 5230.694 866.205, 24053.807 5190.522 867.985, 24086.752 5136.089 872.283, 24110.309 5081.353 872.606, 24110.453 5032.847 873.274</trace>
</ink>
</file>

<file path=ppt/ink/ink54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23778.215 4844.328 533.15, 23811.576 4856.786 797.494, 23858.082 4879.035 840.693, 23900.08 4901.03 869.539, 23949.596 4930.663 871.148, 23929.713 4971.194 871.499, 23864.756 4998.132 868.771, 23818.219 5012.71 866.909, 23785.734 5019.603 843.275</trace>
</ink>
</file>

<file path=ppt/ink/ink54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19056.572 4364.292 533.15, 19010.457 4356.477 796.182, 18951.854 4349.11 832.198, 18910.67 4346.03 842.448, 18832.486 4349.014 865.093, 18780.031 4358.378 864.308, 18717.662 4379.755 863.707, 18682.709 4397.121 863.433, 18633.301 4427.834 863.126, 18583.992 4471.43 862.707, 18558.352 4502.571 862.306, 18531.271 4542.752 861.707, 18506.363 4591.717 860.961, 18490.033 4625.501 860.232, 18475.777 4670.172 859.412, 18466.064 4723.393 858.557, 18461.674 4782.285 857.671, 18460.729 4830.386 857.034, 18462.658 4875.108 856.513, 18471.654 4926.078 856.086, 18488.535 4979.126 855.798, 18510.02 5028.333 855.724, 18527.156 5064.459 855.744, 18553.344 5104.476 855.997, 18603.285 5164.924 856.8, 18640.945 5197.081 857.055, 18704.713 5241.788 857.32, 18746.719 5263.405 857.257, 18780.279 5279.651 857.169, 18826.277 5295.59 856.904, 18864.914 5306.878 856.726, 18905.049 5315.705 856.56, 18956.342 5322.097 856.298, 18992.006 5325.965 856.271, 19036.434 5327.011 856.216, 19082.273 5325.236 856.242, 19118.48 5322.976 856.348, 19165.154 5315.839 856.47, 19204.887 5308.227 856.658, 19242.988 5299.302 856.955, 19288.432 5284.487 857.194, 19336.334 5264.572 857.439, 19381.156 5241.534 857.874, 19413.508 5224.223 858.186, 19450.574 5198.407 858.485, 19482.6 5174.367 858.744, 19538.939 5116.875 859.167, 19582.205 5062.133 859.425, 19603.197 5026.918 859.583, 19633.594 4966.095 859.845, 19654.527 4904.579 860.418, 19662.32 4866.624 860.651, 19670.031 4803.948 861.054, 19669.033 4766.009 861.1, 19661.406 4698.141 860.992, 19652.846 4663.15 860.789, 19643.223 4632.12 860.484, 19625.42 4593.322 860.065, 19590.342 4533.918 859.417, 19562.959 4500.15 859.053, 19505.859 4444.86 858.423, 19468.271 4418.225 857.868, 19433.68 4396.093 857.3, 19381.812 4372.121 856.495, 19339.543 4355.071 855.432, 19286.586 4339.523 853.346, 19210.547 4328.779 849.481, 19158.449 4321.935 845.706, 19069.396 4325.227 839.061, 18952.033 4344.155 828.804, 18876.039 4356.646 811.992, 18812.535 4363.513 781.366, 18778.646 4370.403 768.866, 18744.439 4380.023 752.741</trace>
</ink>
</file>

<file path=ppt/ink/ink54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18816.609 5665.361 533.15, 18803.451 5626.316 815.345, 18790.607 5582.535 845.55, 18792.533 5531.249 869.199, 18837.33 5486.253 868.822, 18871.363 5471.63 867.889, 18931.744 5462.407 866.259, 18983.559 5468.742 865.384, 19020.906 5480.434 865.183, 19069.57 5529.505 865.88, 19071.354 5571.946 866.21, 19052.469 5624.096 866.199, 19013.762 5670.059 866.642, 18978.553 5701.646 868.77, 19029.188 5726.369 870.116, 19062.059 5737.236 868.957, 19109.732 5768.132 868.939, 19131.344 5814.062 869.154, 19109.316 5862.364 868.344, 19076.59 5882.757 867.268, 19031.889 5899.293 865.719, 18992.059 5909.157 864.489, 18917.992 5924.893 861.782, 18870.957 5933.479 860.053, 18830.713 5940.542 858.048, 18779.988 5946.529 855.642, 18747.072 5950.391 853.154, 18691.217 5956.63 844.214</trace>
</ink>
</file>

<file path=ppt/ink/ink54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17041.256 11060.432 533.15, 17082.027 11050.296 867.908</trace>
</ink>
</file>

<file path=ppt/ink/ink54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54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54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54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16267.245 4454.109 533.15, 16282.288 4409.042 871.415, 16259.92 4366.345 872.149, 16221.806 4332.441 872.047, 16179.857 4303.922 872.025, 16134.297 4272.703 871.565, 16093.846 4247.587 872.386, 16057.475 4220.55 872.153, 16004.342 4185.833 871.525, 15958.96 4162.813 871.056, 15927.226 4148.849 871.83, 15867.39 4130.475 872.371, 15802.347 4122.944 871.411, 15741.015 4128.386 870.172, 15707.088 4136.479 870.768, 15639.595 4167.489 869.941, 15608.737 4184.992 868.866, 15569.207 4211.582 868.725, 15520.552 4256.116 870.355, 15470.537 4311.371 869.19, 15430.166 4363.377 868.353, 15406.776 4397.285 867.714, 15385.816 4430.791 867.537, 15365.636 4468.924 867.751, 15348.203 4508.06 867.96, 15330.71 4554.236 867.732, 15310.729 4623.904 867.147, 15301.156 4668.841 866.301, 15293.513 4745.164 864.731, 15296.211 4817.544 864.249, 15306.026 4877.062 864.527, 15316.887 4922.396 864.953, 15340.632 4990.181 865.666, 15357.448 5029.359 865.85, 15390.618 5087.969 866.054, 15431.719 5147.564 865.748, 15459.918 5181.734 865.42, 15509.22 5232.579 865.105, 15564.039 5276.975 865.438, 15599.862 5302.102 865.504, 15660.165 5336.233 865.741, 15698.057 5353.042 866.486, 15740.609 5367.326 867.233, 15799.322 5380.399 867.641, 15853.268 5388.598 867.533, 15902.579 5391.884 866.622, 15975.65 5387.651 865.109, 16044.102 5373.28 864.631, 16084.972 5360.159 864.93, 16147.818 5333.755 865.494, 16206.644 5299.318 865.878, 16240.735 5275.468 866.232, 16293.907 5231.014 866.278, 16340.591 5179.058 865.739, 16366.392 5144.52 865.269, 16401.67 5088.218 865.559, 16432.012 5027.439 866.036, 16447.602 4988.418 866.053, 16464.477 4924.253 865.778, 16473.273 4854.392 866.969, 16473.58 4822.467 867.079, 16472.205 4773.478 866.723, 16465.025 4698.396 865.605, 16457.059 4654.467 865.149, 16436.877 4583.86 865.042, 16408.094 4516.562 864.954, 16387.494 4477.26 865.11, 16345.958 4416.866 865.224, 16293.813 4364.495 865.163, 16254.008 4336 864.789, 16183.729 4303.895 864.18, 16132.847 4290.938 863.787, 16101.314 4286.895 863.606, 16059.431 4285.757 863.236, 16011.877 4288.55 862.751, 15979.846 4290.613 862.28, 15941.445 4295.76 861.7, 15902.741 4304.182 861.142, 15853.44 4315.114 860.166, 15820.585 4320.655 805.097</trace>
</ink>
</file>

<file path=ppt/ink/ink54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15678.166 5636.437 533.15, 15709.734 5595.399 797.082, 15758.517 5553.433 839.231, 15811.177 5520.792 867.707, 15865.312 5500.062 868.431, 15916.277 5500.649 871.855, 15950.128 5543.848 871.409, 15934.871 5605.592 869.53, 15893.021 5656.268 867.393, 15830.433 5707.274 866.438, 15789.984 5735.914 866.219, 15754.929 5760.396 866.258, 15702.083 5796.547 867.22, 15665.78 5830.649 870.103, 15703.064 5861.475 870.691, 15736.783 5865.418 869.385, 15773.844 5868.279 867.87, 15838.147 5869.906 865.998, 15895.678 5870.551 864.397, 15933.747 5871.348 863.631, 15996.606 5872.3 862.32, 16029.688 5872.531 861.83, 16091.623 5873.944 863.079, 16124.912 5874.328 866.994, 16160.606 5874.396 869.458, 16207.845 5873.673 872.167, 16250.105 5854.635 875.671</trace>
</ink>
</file>

<file path=ppt/ink/ink55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14639.838 4364.292 533.15, 14614.689 4331.039 841.563, 14557.134 4284.618 866.732, 14516.698 4265.455 865.113, 14473.115 4252.646 864.229, 14441.422 4249.044 863.808, 14387.472 4246.667 863.105, 14354.029 4248.455 862.63, 14289.711 4256.923 861.702, 14248.679 4267.282 861.206, 14205.303 4282.156 860.91, 14142.051 4307.454 860.482, 14082.703 4339.172 860.732, 14048.109 4363.827 860.802, 13992.484 4406.549 860.721, 13958.144 4437.743 860.407, 13907.215 4487.844 859.698, 13859.967 4545.041 858.963, 13836.123 4580.146 858.652, 13800.364 4639.642 858.907, 13782.087 4680.024 859.111, 13757.539 4743.066 859.478, 13747.288 4783.014 859.57, 13740.168 4814.209 859.626, 13734.044 4855.755 859.623, 13729.886 4890.413 859.661, 13726.914 4926.381 859.677, 13726.296 4970.57 859.559, 13728.818 5037.882 859.591, 13736.033 5082.743 859.641, 13748.158 5130.894 859.746, 13758.591 5168.589 859.9, 13771.174 5205.128 860.018, 13790.259 5246.593 860.057, 13823.817 5309.707 860.135, 13846.358 5342.835 860.216, 13893.678 5400.937 860.031, 13946.211 5450.501 859.682, 13982.509 5477.359 859.432, 14041.835 5515.677 859.144, 14079.486 5534.604 859.019, 14148.979 5563.95 858.827, 14180.743 5575.071 858.99, 14214.814 5584.994 859.125, 14255.431 5593.358 859.322, 14317.479 5602.721 859.999, 14353.889 5604.27 860.337, 14416.974 5601.61 861.004, 14474.225 5591.981 861.689, 14509.16 5582.182 861.896, 14562.653 5563.229 862.288, 14616.214 5536.433 862.408, 14676.891 5495.343 862.411, 14708.867 5468.051 862.348, 14755.253 5424.462 862.346, 14794.966 5375.862 862.351, 14830.431 5321.738 862.268, 14860.058 5264.756 862.192, 14880.967 5212.021 862.263, 14890.038 5179.56 862.314, 14902.767 5122.149 862.411, 14910.996 5064.088 862.545, 14913.309 5028.839 862.621, 14913.694 4971.073 862.71, 14911.159 4937.295 862.647, 14902.441 4872.921 862.464, 14889.287 4813.853 862.163, 14878.439 4777.841 861.966, 14859.381 4722.066 861.738, 14846.46 4689.465 861.667, 14821.789 4634.184 861.726, 14793.409 4582.294 861.909, 14758.534 4531.636 862.168, 14716.836 4483.299 862.715, 14672.311 4442.606 863.016, 14627.144 4409.501 863.139, 14596.338 4392.739 863.059, 14562.301 4378.343 862.995, 14527.539 4366.878 862.983, 14470.059 4352.653 862.941, 14435.312 4346.035 863.599, 14385.665 4336.936 866.047, 14352.768 4327.874 814.409</trace>
</ink>
</file>

<file path=ppt/ink/ink55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14242.007 3685.342 533.15, 14242.007 3738.508 765.264, 14242.007 3778.284 811.073, 14242.007 3832.883 829.457, 14242.007 3871.268 834.638, 14242.007 3935.422 841.667, 14242.007 3980.033 860.648, 14242.007 4031.705 859.257, 14240.371 4062.73 851.932</trace>
</ink>
</file>

<file path=ppt/ink/ink55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55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19336.225 10271.874 533.15, 19326.16 10302.888 652.104</trace>
</ink>
</file>

<file path=ppt/ink/ink55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17076.439 11011.717 533.15, 17107.539 11033.394 816.284, 17165.834 11056.744 869.996, 17218.145 11068.825 869.301, 17273.711 11079.157 868.667, 17328.293 11085.727 869.893, 17371.621 11089.69 870.399, 17431.957 11095.391 869.838, 17465.824 11098.725 869.488, 17503.732 11101.475 869.089, 17543.525 11103.473 868.898, 17599.691 11104.895 869.296, 17633.525 11104.525 869.982, 17670.195 11103.967 869.927, 17730.992 11102.431 869.519, 17784.34 11097.185 869.185, 17823.105 11093.647 868.81, 17884.225 11084.215 868.398, 17929.146 11077.086 869.122, 17981.484 11070.408 870.109, 18046.023 11061.872 869.487, 18084.377 11058.051 869.038, 18124.053 11055.191 868.909, 18164.693 11052.885 868.854, 18206.723 11050.818 868.8, 18253.322 11049.55 868.474, 18301.754 11048.916 868.399, 18351.68 11049.479 869.284, 18402.469 11050.45 869.504, 18445.785 11051.383 868.919, 18502.578 11052.465 868.211, 18550.82 11053.413 867.677, 18584.432 11054.308 867.124, 18615.656 11055.206 867.621, 18665.545 11055.906 867.723, 18714.369 11056.278 868.429, 18759.736 11055.805 868.488, 18806.562 11055.104 868.642, 18856.406 11054.88 869.427, 18916.883 11052.85 869.521, 18973.457 11048.161 869.808, 19040.205 11041.413 871.68, 19096.01 11034.085 870.595, 19132.119 11027.707 869.535, 19182.457 11015.775 872.199, 19233.219 11001.221 871.391, 19280.34 10985.406 870.61, 19328.373 10963.639 870.824, 19379.939 10934.996 871.63, 19422.426 10902.68 871.233, 19465.098 10861.686 869.782, 19505.42 10818.563 870.497, 19541.877 10776.083 870.901, 19565.254 10744.978 870.507, 19605.457 10682.46 870.043, 19634.168 10634.583 869.197, 19667.994 10574.009 868.76, 19696.369 10519.604 868.803, 19719.611 10473.281 868.606, 19744.209 10427.874 868.503, 19768.564 10384.854 870, 19791.148 10349.159 870.126, 19821 10303.291 869.043, 19859.438 10247.049 867.756, 19883.598 10213.703 867.095, 19908.568 10182.504 867.149, 19938.883 10145.051 866.929, 19978.752 10098.02 867.417, 20021.434 10051.46 867.705, 20065.477 10003.968 867.349, 20109.467 9960.405 865.967, 20167.047 9907.566 866.245, 20221.414 9858.682 869.191, 20270.975 9816.983 869.357, 20311.783 9783.606 868.465, 20356.248 9748.208 867.852, 20402.467 9713.024 866.741, 20442.654 9681.383 866.097, 20496.504 9641.264 868.108, 20539.66 9610.416 869.196, 20587.889 9577.658 869.376, 20647.012 9539.47 868.095, 20697.074 9510.014 867.335, 20753.805 9478.231 867.75, 20795.896 9456.854 868.483, 20843.631 9433.852 868.331, 20912.855 9403.582 867.388, 20967.646 9381.367 867.643, 21007.473 9366.982 868.735, 21068.121 9347.965 868.428, 21122.58 9332.539 867.808, 21179.803 9317.457 866.998, 21225.92 9305.721 866.912, 21279.156 9296.497 867.081, 21331.172 9288.479 866.893, 21363.602 9283.916 867.007, 21424.01 9277.995 867.947, 21478.52 9273.166 867.681, 21523.244 9273.129 867.547, 21573.129 9274.571 867.163, 21627.094 9277.992 866.669, 21659.342 9280.648 866.29, 21706.658 9284.88 865.026, 21775.203 9292.824 864.227, 21815.771 9299.172 864.873, 21879.338 9312.837 865.819, 21942.992 9328.832 866.738, 21983.328 9338.849 866.859, 22035.914 9354.522 866.643, 22083.936 9369.443 866.513, 22131.656 9385.148 866.256, 22176.922 9400.709 866.025, 22215.664 9414.855 865.92, 22279.277 9440.604 865.664, 22343.025 9467.572 865.604, 22381.164 9484.081 865.68, 22443.467 9512.659 865.886, 22505.143 9543.909 865.834, 22541.746 9563.334 865.907, 22593.221 9591.176 865.982, 22636.252 9614.478 866.044, 22698.994 9648.992 865.881, 22758.236 9683.812 865.861, 22792.316 9703.854 866.276, 22849.678 9740.158 866.381, 22906.498 9778.799 866.087, 22963.814 9818.808 865.659, 22998.094 9843.979 865.73, 23052.93 9888.081 865.642, 23107.744 9933.157 865.465, 23140.262 9960.818 865.635, 23193.08 10006.998 865.836, 23245.135 10056.937 865.58, 23275.936 10087.931 865.473, 23325.18 10141.655 865.383, 23355.734 10176.224 865.373, 23387.217 10215.008 865.225, 23419.506 10257.871 865.051, 23457.969 10308.944 864.99, 23490.205 10353.147 864.908, 23519.508 10394.237 864.821, 23563.48 10459.366 864.672, 23590.426 10502.945 864.585, 23616.238 10547.822 864.505, 23642.01 10596.323 864.69, 23661.305 10638.45 864.861, 23684.34 10694.786 865.342, 23704.242 10752.417 876.483</trace>
</ink>
</file>

<file path=ppt/ink/ink55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4744.591 6215.931 533.15, 4797.782 6204.337 765.617, 4841.192 6196.25 811.55, 4879.411 6191.982 821.684, 4946.302 6185.251 833.472, 4994.442 6180.533 836.803, 5029.66 6177.068 839.387, 5079.988 6172.667 857.702, 5112.493 6169.854 856.478, 5167.681 6165.187 851.794</trace>
</ink>
</file>

<file path=ppt/ink/ink55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5009.812 5574.022 533.15, 4999.339 5528.71 846.816, 5049.702 5493.704 868.869, 5112.06 5481.798 866.474, 5162.282 5479.542 864.209, 5208.837 5478.981 860.293, 5272.289 5477.49 846.21</trace>
</ink>
</file>

<file path=ppt/ink/ink55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55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19181.963 5322.333 533.15, 19181.963 5367.503 871.717, 19156.773 5328.802 873.615, 19175.83 5371.718 872.214, 19207.385 5358.409 873.55</trace>
</ink>
</file>

<file path=ppt/ink/ink55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19230.678 5263.471 533.15, 19238.664 5303.026 873.406</trace>
</ink>
</file>

<file path=ppt/ink/ink56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18953.729 5017.871 533.15, 18990.877 5050.317 871.954, 19026.51 5082.489 873.73, 19031.492 5115.029 818.572</trace>
</ink>
</file>

<file path=ppt/ink/ink56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19930.715 5006.201 533.15, 19979.148 4984.096 848.005, 20000.779 4941.653 872.44, 19953.336 4946.642 873.229, 19894.764 4927.504 870.978, 19863.188 4906.975 762.373</trace>
</ink>
</file>

<file path=ppt/ink/ink56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56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19882 5027.513 533.15, 19926.561 5052.438 872.853, 19972.738 5053.73 872.193, 20013.494 5029.588 871.76, 20029.689 4989.534 872.612, 19999.131 4949.268 871.003, 19940.549 4909.951 868.323, 19903.699 4891.147 866.774, 19858.102 4871.097 865.314, 19798.395 4851.936 864.043, 19736.395 4837.272 862.771, 19703.678 4831.594 862.083, 19670.275 4826.826 861.484, 19628.809 4822.326 860.84, 19563.865 4817.634 860.104, 19526.396 4819.499 860.039, 19468.443 4826.614 860.137, 19436.93 4833.589 860.662, 19382.287 4850.638 862.242, 19341.775 4881.248 865.173, 19316.33 4915.175 867.3, 19303.486 4978.973 867.533, 19311.041 5018.55 866.711, 19335.633 5061.968 865.381, 19381.045 5098.172 863.835, 19434.135 5119.933 862.222, 19468.764 5128.364 861.319, 19541.908 5142.871 859.515, 19595.863 5152.604 856.34, 19627.686 5161.226 801.391</trace>
</ink>
</file>

<file path=ppt/ink/ink56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19974.018 5189.893 533.15, 19974.018 5136.066 841.126, 19966.197 5075.094 867.497, 19937.82 5008.879 865.626, 19916.281 4975.74 864.755, 19873.496 4918.817 862.741, 19841.701 4882.886 861.2, 19774.217 4812.56 857.349, 19742.092 4780.662 855.184, 19705 4748.145 852.801, 19660.025 4712.077 851.269, 19588.082 4656.441 850.343, 19548.455 4628.587 850.759, 19514.41 4605.736 851.377, 19473.904 4579.903 852.25, 19442.977 4561.417 853.32, 19409.938 4544.623 854.762, 19372.133 4526.331 856.341, 19315.854 4503.589 859.277, 19265.553 4489.006 861.73, 19201.297 4482.391 864.969, 19148.221 4498.519 867.072, 19109.971 4543.704 867.951, 19093.449 4595.004 867.294, 19088.867 4628.02 866.74, 19087.139 4696.776 865.181, 19089.406 4730.073 864.16, 19094.248 4766.596 862.999, 19102.535 4810.314 861.704, 19108.965 4842.369 860.589, 19120.24 4887.853 859.41, 19133.266 4936.33 858.245, 19143.748 4974.408 857.169, 19158.881 5025.949 856.058, 19171.857 5068.454 855.353, 19185.434 5110.811 854.797, 19204.484 5156.971 854.551, 19236.215 5221.521 855.291, 19273.473 5269.74 857.551, 19317.002 5306.88 860.076, 19367.219 5332.45 862.047, 19421.191 5344.357 863.206, 19461.439 5346.773 863.069, 19533.611 5346.795 861.957, 19568.789 5344.473 861.031, 19602.93 5340.846 860.215, 19641.684 5332.338 859.5, 19681.814 5320.293 859.188, 19716.004 5309.536 859.571, 19769.174 5290.623 860.734, 19810.658 5271.022 862.685, 19864.562 5230.126 865.468, 19903.957 5173.134 866.49, 19921.359 5127.965 865.883, 19927.047 5095.997 865.299, 19930.797 5042.051 864.042, 19925.359 4989.152 863.049, 19909.73 4934.621 862.5, 19884.17 4882.053 862.187, 19850.912 4832.133 861.91, 19823.375 4798.916 861.518, 19772.42 4742.857 860.487, 19733.146 4703.889 859.64, 19685.277 4664.155 858.661, 19648.727 4634.844 857.803, 19607.146 4606.309 856.944, 19563.504 4579.786 856.409, 19527.607 4558.894 856.036, 19481.693 4536.479 855.746, 19442.65 4518.806 855.811, 19405.258 4503.103 855.874, 19362.586 4490.998 856.254, 19302.225 4477.296 857.954, 19248.803 4473.791 860.694, 19202.176 4479.81 863.431, 19146.744 4515.936 865.697, 19120.846 4554.115 867.009, 19113.473 4585.48 866.958, 19105.721 4643.563 866.261, 19105.717 4686.108 865.253, 19109.559 4754.778 863.075, 19122.586 4825.816 861.44, 19131.969 4857.596 860.879, 19145.984 4891.43 860.477, 19168.561 4925.061 860.287, 19208.057 4970.673 860.005, 19257.51 5003.703 860.13, 19292.189 5018.597 860.19, 19350.816 5038.816 860.361, 19389.559 5049.012 860.273, 19450.037 5063.524 860, 19483.332 5070.391 859.964, 19541.539 5081.69 860.22, 19585.869 5088.9 861.785, 19630.707 5086.378 864.113, 19681.734 5061.167 868.102, 19682.256 5010.268 868.729, 19651.605 4960.243 866.964, 19622.332 4924.547 865.37, 19562.146 4877.709 863.285, 19501.848 4859.685 863.148, 19456.844 4842.22 865.731</trace>
</ink>
</file>

<file path=ppt/ink/ink56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19228.873 5029.542 533.15, 19197.018 5019.424 763.688</trace>
</ink>
</file>

<file path=ppt/ink/ink56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56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7489.712 5809.981 533.15, 7436.077 5771.904 814.022, 7372.251 5742.619 843.895, 7312.125 5727.892 867.551, 7259.404 5719.246 871.107, 7310.92 5703.397 871.027, 7366.596 5700.984 868.492, 7419.193 5699.443 866.141, 7486.018 5697.74 863.035, 7538.778 5696.263 859.027, 7599.212 5694.251 853.899, 7683.51 5690.974 847.207, 7794.282 5686.146 838.664, 7903.99 5681.783 829.41, 7998.061 5678.208 820.013, 8118.071 5673.543 809.801, 8205.996 5670.158 800.802, 8308.517 5666.348 790.842, 8414.826 5662.724 783.032, 8493.618 5660.092 778.474, 8587.688 5657.135 776.484, 8668.696 5654.026 779.997, 8736.61 5651.094 785.683, 8811.292 5646.505 793.327, 8866.831 5642.958 803.346, 8920.117 5639.278 813.305, 8977.663 5635.469 822.997, 9014.767 5632.996 832.491, 9074.34 5629.653 849.938, 9120.955 5627.37 865.01, 9177.504 5618.881 870.285, 9210.558 5614.842 851.107</trace>
</ink>
</file>

<file path=ppt/ink/ink56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8790.556 5400.479 533.15, 8842.165 5396.978 871.67, 8892.604 5394.356 868.861, 8963.485 5392.249 865.165, 9028.198 5390.639 861.794, 9065.44 5389.941 860.538, 9098.02 5389.499 859.503, 9137.642 5388.323 858.867, 9197.248 5386.437 860.337, 9260.264 5388.786 868.313, 9294.065 5387.416 863.604</trace>
</ink>
</file>

<file path=ppt/ink/ink56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9928.117 5244.188 533.15, 9878.354 5219.474 850.292, 9824.079 5211.005 868.51, 9787.494 5209.77 867.66, 9745.405 5216.742 866.825, 9709.361 5228.128 866.219, 9674.671 5246.981 865.841, 9627.552 5290.748 865.319, 9599.57 5347.975 865.026, 9596.416 5413.135 864.859, 9607.532 5455.917 864.586, 9647.708 5521.698 863.709, 9685.133 5559.643 863.037, 9732.207 5593.681 862.374, 9783.599 5620.599 861.981, 9814.439 5634.275 862.514, 9866.134 5642.333 863.828, 9913.864 5641.391 865.094, 9981.041 5620.737 865.667, 10029.598 5579.708 865.448, 10048.218 5547.246 865.23, 10061.542 5485.646 864.748, 10061.083 5444.238 864.711, 10050.149 5378.048 864.935, 10026.9 5317.077 865.112, 9995.191 5274.209 865.31, 9962.715 5243.413 865.567, 9893.621 5211.189 865.09, 9857.983 5204.854 864.515, 9787.916 5199.036 862.898, 9748.453 5199.856 861.773, 9710.032 5202.267 860.543, 9657.823 5205.121 856.391</trace>
</ink>
</file>

<file path=ppt/ink/ink57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8701.246 6022.597 533.15, 8750.495 6013.49 795.413, 8812.746 6002.705 831.273, 8860.091 5998.706 841.352, 8893.67 5998.9 844.526, 8927.405 6000.256 863.8, 8991.078 6004.375 862.722, 9063.408 6009.635 862.603, 9096.675 6013.838 857.556</trace>
</ink>
</file>

<file path=ppt/ink/ink57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9751.304 5831.801 533.15, 9699.146 5848.419 870.261, 9656.648 5879.613 868.669, 9613.615 5924.13 867.653, 9587.476 5968.623 868.513, 9580.413 6023.519 868.281, 9586.521 6059.334 867.499, 9616.104 6112.231 866.127, 9669.883 6158.153 864.597, 9740.101 6190.287 863.513, 9786.26 6202.787 863.29, 9859.292 6208.025 863.474, 9928.217 6196.634 864.076, 9965.235 6183.628 864.821, 10013.895 6152.353 865.893, 10052.863 6088.564 868.18, 10056.896 6054.241 868.227, 10052.021 6019.525 867.684, 10035.151 5983.844 866.963, 10002.572 5947.469 865.936, 9961.928 5917.74 864.668, 9924.536 5900.053 863.675, 9848.989 5870.267 861.166, 9791.278 5848.936 856.464, 9760.344 5836.976 831.843</trace>
</ink>
</file>

<file path=ppt/ink/ink57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3838.873 6407.234 533.15, 3837.131 6451.024 766.784, 3831.103 6501.937 824.455, 3825.382 6538.436 838.343, 3819.247 6576.691 846.544, 3806.861 6647.098 866.018, 3792.156 6724.425 865.319, 3782.216 6776.612 864.645, 3775.907 6810.469 864.212, 3769.261 6852.337 863.73, 3763.074 6896.53 863.169, 3758.723 6928.246 862.623, 3753.995 6968.134 862.076, 3750.149 7003.668 861.617, 3746.87 7036.225 861.231, 3742.852 7076.618 860.89, 3738.337 7122.752 860.656, 3733.834 7173.511 860.447, 3729.664 7226.974 860.303, 3726.308 7272.566 860.256, 3723.552 7311.744 860.246, 3719.526 7358.589 860.168, 3716.574 7392.802 860.155, 3713.106 7432.311 860.139, 3708.623 7480.005 860.11, 3703.813 7532.887 860.028, 3699.555 7578.817 859.944, 3695.727 7619.429 859.854, 3691.016 7668.411 859.736, 3687.574 7704.059 859.592, 3683.494 7746.002 859.44, 3679.19 7792.361 859.319, 3676.158 7825.2 859.191, 3672.288 7869.175 859.049, 3668.584 7909.41 858.999, 3665.181 7945.278 858.97, 3661.063 7992.017 858.97, 3658.023 8026.145 859.033, 3654.216 8067.166 859.064, 3649.433 8114.274 859.091, 3646.102 8146.826 859.098, 3641.079 8189.868 859.085, 3636.759 8229.616 859.125, 3633.115 8264.758 859.166, 3628.522 8309.765 859.19, 3625.1 8343.918 859.321, 3621.432 8382.188 859.443, 3617.563 8426.3 859.601, 3611.383 8495.226 859.948, 3607.78 8539.512 860.201, 3603.236 8585.283 860.532, 3599.725 8619.285 860.936, 3597.387 8652.689 861.43, 3595.289 8686.568 862.064, 3592.376 8736.827 863.27, 3588.517 8784.572 864.551, 3582.642 8838.965 868.506, 3575.655 8890.806 871.151, 3568.055 8944.141 871.836, 3565.567 8979.298 871.258, 3566.71 9012.843 870.748, 3585.642 9067.828 869.99, 3633.411 9113.391 868.936, 3664.797 9131.713 868.013, 3697.435 9147.046 866.984, 3758.789 9167.448 865.974, 3828.445 9181.516 865.229, 3875.333 9188.934 864.793, 3955.021 9199.435 864.275, 4007.027 9204.949 864.077, 4039.781 9207.865 863.932, 4097.2 9211.796 863.661, 4136.16 9214.428 863.349, 4196.526 9217.75 862.61, 4230.626 9219.685 862.274, 4297.824 9224.062 861.491, 4361.665 9229.185 861.076, 4402.7 9232.467 860.955, 4447.746 9236.034 860.872, 4490.647 9239.374 860.941, 4523.852 9241.942 860.982, 4564.076 9244.869 861.225, 4625.454 9248.725 861.975, 4665.45 9251.396 862.157, 4727.961 9255.017 862.219, 4763.637 9256.161 862.204, 4826.598 9255.901 862.153, 4858.502 9254.642 862.138, 4890.533 9252.981 862.027, 4931.183 9249.199 861.87, 4981.271 9244.817 862.532</trace>
</ink>
</file>

<file path=ppt/ink/ink57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7298.465 9324.488 533.15, 7309.204 9363.692 835.16, 7320.122 9407.7 868.876, 7283.69 9365.693 870.347, 7237.166 9320.002 868.563, 7183.609 9275.187 868.09, 7150.697 9255.827 868.291, 7101.384 9236.75 869.266, 7051.593 9236.803 871.377, 6991.258 9256.14 871.029, 6958.823 9268.699 869.895, 6904.518 9289.622 868.616, 6840.881 9313.571 868.509, 6803.524 9326.718 868.495, 6745.137 9341.645 868.689, 6696.95 9347.121 868.201, 6654.181 9348.413 867.071, 6586.937 9343.088 865.513, 6547.617 9337.551 865.383, 6496.683 9329.304 867.755, 6435.161 9322.617 869.839, 6395.367 9320.534 869.569, 6341.896 9321.774 868.321, 6288.268 9325.069 868.244, 6233.59 9329.763 868.201, 6159.561 9336.444 868.695, 6128.422 9338.432 868.193, 6088.318 9342.151 867.52, 6027.072 9347.538 866.081, 5965.148 9354.574 866.77, 5931.283 9358.765 866.557, 5864.986 9366.712 866.803, 5790.079 9372.686 867.46, 5756.439 9373.968 868.02, 5708.467 9374.599 868.723, 5656.594 9374.726 868.996, 5604.635 9374.726 868.224, 5537.009 9381.91 867.375, 5485.125 9389.473 866.896, 5427.976 9398.916 867.898, 5394.623 9405.69 868.513, 5332.145 9414.622 868.778, 5271.942 9418.649 868.467, 5219.777 9418.284 869.624, 5184.666 9415.77 870.876, 5147.804 9414.279 870.763, 5109.74 9413.871 869.87, 5059.825 9416.176 870.624, 5028.832 9421.893 871.106, 4981.004 9441.433 871.497, 4942.732 9481.977 871.222, 4924.097 9536.581 871.309, 4919.625 9588.162 870.949, 4920.862 9639.978 870.33, 4925.166 9676.677 869.715, 4930.879 9712.467 869.204, 4941.331 9766.142 869.747, 4960.104 9830.435 870.386, 4973.169 9870.095 869.521, 4987.882 9908.599 869.049, 5019.815 9970.281 869.284, 5053.144 10020.822 868.143, 5099.279 10071.069 868.383, 5142.99 10108.575 869.263, 5174.318 10131.59 869.543, 5236.149 10169.104 868.914, 5269.092 10187.293 868.809, 5325.496 10217.502 868.591, 5360.871 10235.476 867.803, 5411.785 10259.538 867.508, 5469.135 10282.475 868.784, 5505.559 10293.926 869.098, 5549.181 10304.656 868.409, 5617.733 10317.826 867.948, 5648.891 10322.331 867.617, 5681.884 10326.64 867.619, 5756.905 10334.925 866.71, 5805.075 10342.184 865.866, 5857.79 10351.671 864.865, 5910.337 10361.921 863.979, 5967.394 10373.161 866.154, 6042.314 10387.083 867.274, 6073.234 10392.97 867.174, 6117.827 10400.795 867.17, 6165.044 10407.917 866.755, 6214.903 10414.818 866.58, 6246.808 10418.425 866.342, 6297.686 10422.957 865.401, 6349.261 10426.053 864.338, 6425.898 10425.796 864.748, 6457.535 10425.154 865.656, 6496.266 10422.762 867.181, 6528.752 10419.261 867.53, 6587.395 10412.159 866.983, 6624.43 10406.247 866.222, 6681.124 10396.028 864.04, 6733.442 10384.486 862.42, 6805.456 10362.574 864.924, 6864.354 10336.641 866.166, 6914.438 10312.266 866.618, 6959.212 10288.155 865.9, 7025.769 10247.581 864.258, 7065.102 10219.011 863.952, 7104.803 10188.179 864.211, 7142.643 10154.644 864.626, 7173.825 10124.987 865.12, 7213.438 10083.276 865.884, 7249.873 10040.998 867.503, 7274.772 10007.455 867.791, 7306.943 9959.718 867.164, 7332.767 9919.889 866.933, 7354.259 9884.458 867.096, 7380.515 9838.033 867.388, 7404.311 9783.992 868.668, 7413.556 9742.884 868.811, 7419.213 9706.896 868.204, 7420.909 9671.599 867.296, 7419.04 9636.961 866.994, 7412.644 9601.475 867.115, 7402.848 9570.478 867.319, 7372.188 9513.869 867.867, 7325.61 9465.811 867.563, 7273.298 9424.687 866.791, 7230.413 9389.338 868.096</trace>
</ink>
</file>

<file path=ppt/ink/ink57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5975.069 11803.826 533.15, 5976.883 11862.484 845.655, 5987.716 11915.11 869.637, 6004.435 11961.752 870.748, 6019.099 11993.309 870.284, 6033.218 12025.067 869.311, 6061.445 12088.362 866.659, 6081.974 12128.359 865.261, 6118.933 12179.144 866.261, 6184.018 12224.705 867.022, 6241.896 12239.271 866.654, 6298.703 12230.573 865.875, 6346.893 12213.12 864.876, 6397.479 12179.646 863.614, 6455.41 12119.507 861.783, 6505.906 12053.031 859.452, 6532.497 12013.381 858.182, 6557.07 11975.507 856.609, 6585.008 11932.741 852.145, 6609.117 11901.144 744.503</trace>
</ink>
</file>

<file path=ppt/ink/ink57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1187.571 6604.12 533.15, 1225.402 6619.628 798.37, 1266.326 6640.669 851.452</trace>
</ink>
</file>

<file path=ppt/ink/ink57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17227.092 3287.511 533.15, 17226.527 3251.037 816.295</trace>
</ink>
</file>

<file path=ppt/ink/ink57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16735.441 6256.525 533.15, 16791.83 6251.738 764.665, 16841.818 6246.641 809.246, 16885.484 6241.249 819.093, 16962.893 6230.393 830.261, 17012.729 6223.538 832.919, 17059.332 6217.419 834.251, 17133.516 6208.422 849.221, 17190.461 6201.574 844.699, 17269.531 6196.18 838.812, 17370.771 6192.035 830.859, 17442.43 6189.296 823.425, 17538.619 6190.978 814.91, 17627.568 6196.03 807.013, 17704.281 6202.267 800.525, 17796.777 6217.514 795.682, 17898.631 6242.57 793.128, 18003.619 6277.996 795.005, 18073.988 6302.125 797.15, 18160.125 6341.945 799.425, 18239.248 6385.801 802.463, 18306.156 6426.048 804.703, 18384.176 6486.908 806.086, 18467.18 6564.58 807.285, 18551.279 6653.014 807.564, 18605.359 6710.346 804.828, 18642.49 6745.78 799.248, 18678.254 6787.296 794.333, 18699.838 6820.283 692.451</trace>
</ink>
</file>

<file path=ppt/ink/ink57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17663.713 3098.237 533.15, 17617.266 3086.877 765.706, 17580.545 3079.126 811.182, 17531.131 3073.907 829.763, 17494.922 3072.613 835.013, 17463.727 3071.797 838.981, 17431.623 3071.276 842.003, 17365.727 3071.145 862.316, 17331.66 3072.083 862.685, 17268.117 3074.878 863.259, 17206.016 3077.833 863.375, 17167.406 3079.347 863.259, 17123.908 3081.231 863.086, 17081.535 3083.935 862.6, 17049.207 3086.194 862.169, 17009.92 3091.073 861.75, 16976.998 3095.683 861.476, 16945.318 3100.652 861.271, 16906.748 3108.903 861.112, 16865.119 3119.66 861.086, 16822.551 3132.233 861.177, 16780.719 3145.976 861.443, 16749.457 3156.814 861.874, 16691.393 3178.739 864.3, 16632.896 3207.976 868.946, 16589.393 3241.387 871.142, 16543.623 3298.888 868.651, 16524.562 3336.992 867.211, 16511.725 3371.463 866.287, 16498.191 3435.887 865.666, 16494.705 3477.947 865.39, 16494.416 3542.839 865.022, 16494.408 3582.012 864.675, 16495.395 3655.436 863.48, 16496.373 3694.612 862.471, 16497.344 3731.957 861.427, 16498.621 3780.9 860.289, 16499.582 3817.547 859.308, 16500.719 3862.641 858.311, 16501.447 3914.988 857.516, 16501.922 3953.269 856.83, 16502.234 4007.821 856.166, 16502.434 4057.354 855.67, 16502.551 4106.781 855.167, 16502.625 4172.058 854.394, 16502.762 4219.98 853.297, 16503.387 4284.028 851.448, 16504.869 4361.143 848.441, 16506.025 4417.737 845.274, 16507.74 4497.057 840.677, 16509.861 4572.139 835.707, 16512.152 4641.962 830.631, 16515.885 4727.303 825.853, 16518.562 4789.994 822.651, 16521.332 4860.104 820.447, 16524.121 4933.52 820.817, 16526.219 4988.877 822.073, 16528.846 5058.947 825.265, 16531.068 5122.101 829.316, 16532.943 5177.458 833.591, 16534.146 5241.568 837.938, 16534.914 5288.316 842.144, 16535.383 5338.901 846.143, 16535.688 5393.058 849.654, 16535.871 5431.504 852.671, 16536.615 5480.421 854.858, 16537.414 5521.952 856.874, 16538.234 5558.623 858.241, 16539.725 5598.963 859.266, 16542.049 5660.485 861.065, 16543.352 5694.187 863.608, 16545.363 5742.554 867.857, 16546.84 5774.163 869.841, 16552.365 5826.315 872.734, 16559.936 5883.618 871.371, 16564.746 5915.209 870.86, 16570.1 5947.717 869.935, 16576.959 5983.79 868.874, 16585.562 6019.079 868.51, 16603.359 6083.34 867.009, 16628.326 6145.91 865.498, 16666.604 6193.668 864.727, 16709.066 6227.701 864.247, 16748.85 6240.925 863.672, 16823.729 6254.947 862.086, 16881.521 6254.622 859.925, 16933.322 6252.359 856.486, 17022.91 6239.767 849.035, 17100.338 6226.705 840.386, 17207.357 6204.115 829.067, 17276.861 6189.39 809.21, 17342.719 6176.421 769.557, 17396.688 6163.157 741.859</trace>
</ink>
</file>

<file path=ppt/ink/ink57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12445.005 7663.648 533.15, 12452.359 7713.608 766.177, 12458.709 7752.229 812.409, 12465.567 7789.331 840.662, 12483.393 7852.263 871.314, 12532.46 7871.082 870.909, 12586.381 7825.209 868.237, 12617.692 7789.172 866.115, 12655.513 7746.138 859.893, 12688.405 7714.244 565.838</trace>
</ink>
</file>

<file path=ppt/ink/ink58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12673.237 7567.742 533.15, 12649.45 7531.947 872.363, 12673.909 7585.892 870.871, 12698.413 7650.915 867.269, 12715.05 7695.999 865.019, 12735.697 7744.089 867.138, 12806.523 7771.683 868.845, 12856.828 7750.412 867.407, 12896.353 7720.098 865.697, 12928.727 7693.694 863.215, 12978.896 7639.263 855.579, 13011.414 7603.742 846.938, 13050.725 7562.262 822.964, 13081.701 7531.402 535.668</trace>
</ink>
</file>

<file path=ppt/ink/ink58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2473.98 6518.363 533.15, 2421.225 6513.014 852.335, 2421.506 6560.035 871.433, 2455.134 6569.84 871.131, 2488.607 6520.524 869.014, 2518.202 6480.189 866.675, 2552.779 6434.55 864.237, 2575.246 6403.468 863.022, 2607.345 6359.162 860.008</trace>
</ink>
</file>

<file path=ppt/ink/ink58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4582.211 6549.824 533.15, 4601.705 6599.779 850.778, 4648.313 6576.364 870.602, 4676.913 6540.959 868.913, 4713.106 6495.071 866.601, 4752.634 6441.833 863.866, 4783.568 6399.55 859.559, 4815.284 6357.668 846.536, 4846.067 6326.561 234.033</trace>
</ink>
</file>

<file path=ppt/ink/ink58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6782.458 6498.573 533.15, 6795.083 6531.967 817.37, 6836.684 6565.63 871.746, 6894.488 6545.258 870.234, 6940.041 6495.903 867.723, 6977.727 6450.083 862.235</trace>
</ink>
</file>

<file path=ppt/ink/ink58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11203.7 10711.822 533.15, 11235.807 10694.144 576.933</trace>
</ink>
</file>

<file path=ppt/ink/ink58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9045.853 6496.543 533.15, 9059.279 6527.996 817.721, 9131.745 6516.506 870.844, 9164.314 6493.465 869.368, 9207.716 6461.401 866.297, 9239.09 6444.216 755.697</trace>
</ink>
</file>

<file path=ppt/ink/ink58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11422.011 6516.333 533.15, 11458.832 6551.972 851.556, 11505.271 6537.282 870.128, 11557.069 6511.485 867.508, 11603.496 6479.177 865.203, 11635.081 6456.988 861.787, 11679.016 6426.848 849.913</trace>
</ink>
</file>

<file path=ppt/ink/ink58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20477.395 11486.171 533.15, 20516.533 11472.326 797.941, 20562.047 11445.672 841.402, 20607.439 11418.228 869.726, 20659.318 11392.594 869.533, 20710.639 11374.757 871.24, 20765.457 11366.755 871.623, 20797.967 11365.603 871.033, 20830.529 11365.852 870.282, 20862.182 11369.195 847.676</trace>
</ink>
</file>

<file path=ppt/ink/ink58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17995.689 3701.073 533.15, 17988.469 3655.276 816.25, 17976.771 3609.687 846.662, 17953.211 3553.211 869.565, 17924.178 3499.841 868.411, 17891.76 3456.896 869.245, 17834.801 3421.99 869.869, 17780.863 3409.063 868.997, 17745.781 3404.937 868.145, 17689.406 3401.42 866.064, 17654.426 3402.942 864.929, 17615.811 3406.888 863.912, 17580.479 3412.149 863.082, 17518.961 3424.849 862.15, 17479.178 3437.07 861.912, 17439.094 3452.231 861.872, 17377.818 3479.298 861.918, 17346.68 3495.471 861.905, 17294.791 3524.542 862.005, 17252.418 3552.54 862.495, 17206.459 3586.134 864.392, 17155.865 3641.25 868.813, 17120.52 3686.311 868.287, 17088.902 3747.351 866.493, 17065.488 3807.197 863.508, 17056.289 3841.841 862.51, 17046.926 3890.505 861.271, 17049.201 3952.112 861.998, 17056.803 3985.44 864.175, 17070.154 4018.837 866.067, 17087.658 4050.719 867.139, 17132.15 4108.709 867.796, 17175.217 4149.949 866.936, 17213.469 4182.824 866.695, 17253.771 4212.474 868.053, 17320.002 4250.645 869.386, 17360.047 4267.716 868.697, 17430.852 4286.905 867.107, 17474.107 4293.015 866.272, 17520.998 4295.339 866.188, 17565.143 4294.465 866.366, 17596.434 4291.25 866.127, 17645.668 4284.523 865.487, 17691.061 4274.896 865.177, 17758.793 4253.767 865.918, 17813.492 4231.192 867.959, 17861.775 4202.545 869.714, 17894.172 4178.836 869.555, 17939.227 4141.85 867.743, 17985.916 4085.303 867.448, 18013.723 4027.542 867.296, 18027.281 3971.208 868.297, 18032.361 3934.863 868.649, 18033.338 3878.96 869.192, 18024.074 3827.242 869.43, 18011.871 3783.725 869.783, 17992.76 3743.301 870.196, 17957.51 3689.606 870.228, 17925.01 3646.381 870.25, 17890.164 3602.775 870.427, 17848.578 3565.789 870.455, 17804.27 3536.999 871.377, 17756.643 3525.013 872.173, 17689.215 3530.215 869.257, 17656.613 3534.24 845.794</trace>
</ink>
</file>

<file path=ppt/ink/ink58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19376.82 4089.262 533.15, 19432.928 4095.184 871.658, 19464.012 4097.055 869.75, 19496.627 4099.35 867.985, 19530.734 4103.25 866.888, 19562.211 4107.857 866.674, 19610.801 4115.693 868.184, 19666.73 4123.093 873.178, 19711.303 4124.85 873.774, 19744.178 4123.702 818.362</trace>
</ink>
</file>

<file path=ppt/ink/ink59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20874.324 4077.591 533.15, 20915.451 4083.993 872.186, 20948.438 4088.082 870.663, 21020.434 4092.032 868.572, 21073.818 4093.045 867.676, 21136.172 4091.616 868.782, 21189.299 4091.306 870.732, 21241.824 4091.292 872.855, 21273.994 4093.786 850.07</trace>
</ink>
</file>

<file path=ppt/ink/ink59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22465.645 4040.548 533.15, 22507.176 4064.886 872.417, 22566.99 4070.018 870.76, 22619.814 4071.78 869.333, 22678.201 4073.918 869.071, 22730.178 4077.846 872.405, 22781.154 4078.432 873.125, 22813.924 4076.433 849.602</trace>
</ink>
</file>

<file path=ppt/ink/ink59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24152.59 3964.432 533.15, 24126.912 3996.856 872.55, 24094.363 4024.52 872.866, 24148.967 4037.189 871.298, 24186.387 4039.502 870.083, 24222.336 4040.531 869.23, 24257.525 4041.765 868.513, 24288.527 4043.094 868.02, 24348.074 4044.389 867.956, 24396.055 4044.607 872.133, 24438.51 4024.388 872.556</trace>
</ink>
</file>

<file path=ppt/ink/ink59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59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19595.131 3431.624 533.15, 19547.428 3400.06 842.495, 19509.557 3370.6 871.272, 19466.699 3348.999 871.264, 19412.166 3339.771 870.956, 19366.791 3339.708 871.255, 19319.232 3348.239 872.654, 19277.316 3369.193 872.294, 19226.297 3402.654 872.524, 19191.16 3440.855 871.892, 19163.893 3481 871.372, 19139.279 3533.967 871.101, 19131.611 3565.129 871.806, 19128.314 3626.649 871.26, 19133.312 3674.562 869.698, 19146.248 3724.737 870.867, 19159.715 3774.866 871.618, 19169.277 3805.895 872.461, 19191.133 3860.027 871.46, 19215.754 3907.061 870.557, 19239.943 3947.345 871.202, 19281.756 4000.625 870.693, 19315.859 4040.028 871.05, 19354.586 4073.304 871.74, 19405.707 4106.749 871.795, 19453.498 4130.327 870.997, 19490.979 4141.933 871.215, 19541.703 4149.352 871.608, 19580.855 4146.299 871.304, 19613.791 4139.337 869.951, 19662.631 4117.159 869.197, 19704.004 4082.362 870.785, 19734.189 4037.48 870.469, 19748.969 4006.161 870.321, 19757.912 3972.889 870.612, 19763.299 3920.656 870.062, 19762.783 3868.402 869.233, 19759.209 3833.558 868.8, 19751.594 3788.559 868.115, 19743.881 3752.689 867.176, 19735.807 3718.652 866.497, 19727.328 3687.608 866.626, 19718.023 3656.232 867.33, 19699.908 3604.996 869, 19677.389 3558.224 869.854, 19646.887 3503.215 870.366, 19621.621 3454.616 870.896, 19593.424 3418.375 871.553, 19546.818 3399.844 872.884</trace>
</ink>
</file>

<file path=ppt/ink/ink59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18625.361 4135.946 533.15, 18685.018 4131.392 871.957, 18719.008 4129.566 869.967, 18755.475 4127.828 867.85, 18802.846 4126.638 866.101, 18835.182 4127.644 866.414, 18896.559 4132.197 867.542, 18944.316 4136.45 868.618, 18992.027 4140.768 870.34, 19049.398 4146.066 871.944, 19088.203 4150.786 872.194, 19044.121 4161.877 870.286, 19009.465 4164.817 868.744, 18951.893 4170.054 866.644, 18917.666 4172.81 866.047, 18881.738 4175.5 866.127, 18848.283 4176.482 866.971, 18791.828 4176.06 868.536, 18740.633 4173.372 869.591, 18690.035 4169.183 870.397, 18728.199 4172.98 869.999, 18784.578 4175.435 868.646, 18817.219 4177.562 868.273, 18848.475 4179.31 868.236, 18883.439 4181.298 868.355, 18915.383 4183.78 869.385, 18967.643 4190.041 870.109, 19020.352 4193.946 871.615, 19052.432 4194.174 871.237, 19106.652 4193.582 872.195, 19041.807 4180.843 869.634, 19005.574 4180.661 868.245, 18970.121 4180.608 867.138, 18911.598 4179.449 866.056, 18873.857 4178.159 866.118, 18834.328 4177.49 866.316, 18793.154 4177.927 866.594, 18754.822 4179.958 866.788, 18683.324 4189.08 866.311, 18635.285 4196.838 866.707</trace>
</ink>
</file>

<file path=ppt/ink/ink59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2420.755 6494.513 533.15, 2472.186 6511.924 871.575, 2522.662 6528.941 870.067, 2572.664 6544.572 870.885, 2618.205 6558.254 871.326, 2667.306 6565.425 873.112, 2723.528 6567.062 871.349, 2779.948 6567.076 870.861, 2811.22 6567.076 870.663, 2866.042 6565.888 870.872, 2898.711 6564.062 871.203, 2930.787 6562.535 871.064, 2981.303 6559.746 871.49, 3033.04 6555.855 871.28, 3079.734 6552.594 871.455, 3132.855 6550.025 870.649, 3190.762 6547.178 870.429, 3244.754 6544.631 870.592, 3276.635 6543.365 870.478, 3315.273 6541.772 869.47, 3358.043 6538.943 868.72, 3416.509 6533.787 868.702, 3449.523 6530.738 869.081, 3500.778 6525.716 869.941, 3553.827 6520.831 870.537, 3606.89 6515.75 870.618, 3645.753 6512.818 870.031, 3704.107 6509.414 869.519, 3764.673 6507.616 869.52, 3825.025 6505.108 871.351, 3882.812 6503.24 871.113, 3934.867 6503.143 870.354, 3986.905 6503.141 870.622, 4022.988 6503.141 870.862, 4057.864 6503.141 870.471, 4107.278 6503.141 870.002, 4149.569 6503.141 869.815, 4195.699 6501.052 869.454, 4227.397 6499.306 869.253, 4258.371 6498.848 869.465, 4318.291 6498.569 870.622, 4373.703 6500.059 870.619, 4424.219 6501.019 871.237, 4475.375 6501.11 871.941, 4549.862 6496.023 872.131, 4581.883 6493.646 871.484, 4612.7 6493.277 864.027</trace>
</ink>
</file>

<file path=ppt/ink/ink59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3838.873 6263.122 533.15, 3867.86 6301.031 872.166, 3906.517 6341.258 869.577, 3940.462 6370.936 869.36, 3982.239 6401.003 869.441, 4025.128 6429.354 871.05, 4068.491 6456.382 873.51, 4114.555 6484.582 873.25, 4106.814 6529.63 872.082, 4067.324 6571.079 870.379, 4024.963 6615.865 869.782, 3993.528 6649.985 870.597, 3952.052 6693.937 870.61, 3916.46 6734.107 871.391, 3880.591 6773.242 872.362, 3844.854 6806.068 872.835, 3798.229 6812.118 872.028</trace>
</ink>
</file>

<file path=ppt/ink/ink59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3681.004 6047.968 533.15, 3677.548 6002.234 850.919, 3643.414 5954.728 869.916, 3599.83 5926.832 869.07, 3549.357 5904.376 868.33, 3517.956 5895.105 868.897, 3470.077 5887.384 869.773, 3434.049 5886.522 869.41, 3394.856 5888.418 869.003, 3345.683 5896.658 868.21, 3283.527 5915.454 868.536, 3231.667 5941.394 868.503, 3190.555 5971.425 869.436, 3150.959 6024.995 870.25, 3127.431 6088.396 869.809, 3116.655 6147.314 868.209, 3115.7 6179.127 867.718, 3122.408 6239.729 868.005, 3132.264 6277.229 867.727, 3151.634 6325.482 868.021, 3183.995 6371.654 870.403, 3230.695 6412.634 871.071, 3264.265 6434.75 869.601, 3321.402 6461.422 866.956, 3374.797 6476.172 866.582, 3412.882 6479.467 867.277, 3467.934 6477.503 868.558, 3503.193 6473.836 868.705, 3556.025 6461.234 871.395, 3589.289 6443.815 871.067, 3633.949 6407.711 869.544, 3669.872 6373.724 867.321, 3709.105 6325.121 865.757, 3733.723 6276.468 865.88, 3748.353 6217.756 867.848, 3748.04 6184.733 868.448, 3739.035 6127.065 868.458, 3711.656 6065.821 867.979, 3683.433 6028.21 867.6, 3629.796 5974.549 867.087, 3576.865 5942.138 866.708, 3509.87 5919.483 865.926, 3461.353 5910.075 865.056, 3427.782 5907.425 864.491, 3379.355 5903.349 863.466</trace>
</ink>
</file>

<file path=ppt/ink/ink59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21249.6 3347.896 533.15, 21214.039 3328.856 815.314, 21167.369 3299.978 849.415, 21105.211 3273.925 870.449, 21057.08 3263.946 870.569, 21012.537 3264.541 870.671, 20968.334 3273.937 872.671, 20925.947 3298.166 872.228, 20890.285 3329.705 871.168, 20856.125 3379.077 871.585, 20837.166 3431.836 870.748, 20828.545 3483.205 870.406, 20824.389 3541.218 869.734, 20823.822 3591.284 870.088, 20825.166 3658.752 869.595, 20826.807 3696.007 869.488, 20829.26 3732.542 869.36, 20832.551 3773.639 869.393, 20835.824 3804.641 869.664, 20840.719 3843.046 869.52, 20846.086 3880.999 869.247, 20851.639 3913.505 868.959, 20860.229 3964.218 869.376, 20873.211 4014.877 870.2, 20891.455 4064.111 869.902, 20923.176 4123.115 869.93, 20952.322 4160.312 871.164, 21012.646 4195.581 869.991, 21060.254 4208.76 869.026, 21092.471 4209.335 868.936, 21125.02 4205.03 868.847, 21190.094 4181.792 869.569, 21235.279 4145.792 869.899, 21266.814 4094.977 870.488, 21282.51 4036.177 870.707, 21285.711 3999.053 870.172, 21286.309 3960.023 869.112, 21285.922 3919.075 868.181, 21282.809 3878.756 867.707, 21276.822 3838.717 867.687, 21263.752 3771.198 867.234, 21249.266 3708.448 866.27, 21239.906 3671.546 865.966, 21229.953 3635.554 865.95, 21221.107 3597.95 866.558, 21204.461 3537.521 867.933, 21180.723 3477.215 868.775, 21157.16 3427.341 868.886, 21131.984 3381.174 869.232, 21099.629 3340.63 870.212, 21052.939 3318.465 873.929</trace>
</ink>
</file>

<file path=ppt/ink/ink60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60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60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60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60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6850.117 6397.593 533.15, 6853.463 6442.284 871.39, 6852.005 6487.736 872.094, 6842.902 6536.522 872.891, 6811.46 6579.487 872.316, 6790.494 6620.067 871.883, 6766.757 6663.967 872.935, 6738.474 6702.897 872.923, 6702.623 6742.76 871.973, 6667.163 6775.807 871.449, 6623.648 6809.551 871.596, 6576.764 6844.348 870.327, 6533.128 6876.569 871.166, 6483.877 6908.367 870.504, 6439.575 6937.419 871.803, 6391.119 6965.992 871.844, 6340.34 6993.894 871.243, 6290.364 7021.595 871.105, 6246.427 7046.054 870.793, 6201.82 7070.497 872.127, 6157.999 7094.497 871.371, 6111.915 7117.593 871.156, 6067.681 7138.572 871.474, 6018.466 7160.743 871.051, 5970.868 7181.111 871.189, 5937.962 7194.173 871.135, 5905.749 7205.169 871.051, 5846.624 7224.981 871.413, 5814.918 7234.923 871.432, 5756.1 7251.868 871.058, 5723.889 7258.241 870.984, 5671.68 7267.113 870.812, 5613.457 7273.464 870.807, 5564.37 7275.733 871.047, 5510.935 7272.931 870.648, 5461.292 7266.938 870.869, 5399.193 7253.85 870.636, 5341.873 7236.906 870.169, 5290.396 7219.151 869.993, 5234.286 7196.522 869.771, 5203.347 7183.843 869.923, 5171.89 7170.522 870.295, 5119.761 7145.487 870.298, 5066.992 7116.56 870.029, 5025.886 7090.304 870.268, 4975.088 7051.958 870.224, 4926.597 7014.456 869.601, 4876.086 6970.69 869.787, 4832.482 6931.16 869.604, 4790.961 6890.082 871.697, 4750.316 6841.042 870.728, 4713.599 6794.19 869.764, 4688.262 6756.512 871.927, 4659.495 6702.49 871.381, 4636.854 6651.957 871.776, 4618.998 6606.473 872.647, 4598.882 6555.819 873.547</trace>
</ink>
</file>

<file path=ppt/ink/ink60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6188.87 6912.641 533.15, 6140.054 6944.138 869.834, 6096.321 6977.925 867.591, 6054.217 7011.089 868.074, 6014.961 7041.927 870.189, 5976.456 7076.99 871.732, 5933.772 7113.993 872.248, 5890.854 7152.734 872.889, 5859.142 7188.244 872.648, 5900.712 7216.766 871.792, 5958.597 7231.489 869.616, 6005.679 7240.97 868.641, 6049.941 7249.685 867.933, 6113.289 7259.752 867.791, 6148.81 7265.121 868.191, 6203.59 7271.932 869.401, 6257.838 7276.061 871.922, 6309.354 7275.997 872.188, 6363.474 7265.051 872.346</trace>
</ink>
</file>

<file path=ppt/ink/ink60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5827.124 6981.145 533.15, 5859.326 6984.298 775.495</trace>
</ink>
</file>

<file path=ppt/ink/ink60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22896.854 3197.188 533.15, 22879.311 3155.143 797.404, 22850.939 3110.914 840.429, 22815.91 3069.743 868.94, 22778.436 3042.915 869.572, 22728.678 3032.794 869.816, 22697.004 3038.494 869.499, 22640.219 3061.723 869.193, 22603.568 3090.731 868.91, 22558.99 3138.575 868.139, 22522.5 3197.696 868.065, 22493.723 3258.97 867.614, 22470.945 3324.015 866.534, 22459.342 3365.703 865.744, 22444.135 3437.792 865.121, 22437.146 3486.14 864.664, 22432.977 3537.014 864.338, 22431.318 3593.626 864.229, 22432.211 3629.227 864.146, 22433.951 3662.823 864.116, 22439.037 3720.494 864.08, 22445.926 3770.397 864.295, 22452.58 3803.167 864.324, 22464.559 3855.285 864.202, 22477.838 3907.14 863.915, 22495.766 3958.976 863.7, 22516.201 4007.413 863.784, 22538.561 4051.265 864.473, 22565.08 4091.879 864.817, 22597.24 4130.188 864.948, 22628.158 4158.815 865.261, 22661.406 4181.339 866.246, 22710.781 4202.382 868.564, 22747.127 4207.037 869.1, 22787.98 4203 868.743, 22823.057 4193.104 867.756, 22854.291 4178.129 866.865, 22898.16 4139.392 866.11, 22933.578 4084.612 865.653, 22950.803 4044.57 865.285, 22967.797 3983.763 864.781, 22974.562 3950.922 864.716, 22984.799 3887.838 864.194, 22991.947 3826.886 863.514, 22994.861 3785.822 862.905, 22997.311 3720.937 861.745, 22996.219 3678.949 861.061, 22993.367 3610.422 860.083, 22989.26 3547.96 860.337, 22984.918 3506.793 860.43, 22974.928 3440.54 860.76, 22966.818 3404.299 860.803, 22959.133 3373.186 860.986, 22946.471 3333.938 861.028, 22933.322 3299.803 860.861, 22919.475 3268.539 860.576, 22898.314 3230.414 860.058, 22858.357 3171.505 859.31, 22807.441 3117.313 858.914, 22768.373 3089.309 858.622, 22715.498 3060.231 857.977, 22681.229 3041.588 857.606, 22637.523 3016.761 856.402</trace>
</ink>
</file>

<file path=ppt/ink/ink60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9204.624 6407.234 533.15, 9178.955 6443.794 873.113, 9150.458 6479.9 872.526, 9117.012 6522.937 871.973, 9082.66 6558.891 872.047, 9056.653 6595.694 872.114, 9026.961 6629.556 872.858, 8993.657 6673.983 872.73, 8975.041 6705.801 872.008, 8944.821 6756.883 871.244, 8914.648 6806.7 870.575, 8887.903 6849.743 871.179, 8860.139 6897.336 871.673, 8831.264 6938.558 870.713, 8788.486 6995.057 869.369, 8748.295 7041.511 867.775, 8707.62 7086.713 868.378, 8656.813 7138.757 869.151, 8605.461 7184.896 869.127, 8556.926 7226.477 869.476, 8515.197 7259.4 870.817, 8460.286 7299.619 870.581, 8404.516 7341.463 868.758, 8372.141 7365.475 867.904, 8315.705 7404.394 867.056, 8267.854 7438.469 869.095, 8214.962 7474.604 872.171, 8156.483 7511.498 870.713, 8097.564 7548.968 868.659, 8041.689 7581.692 868.309, 7991.087 7609.663 871.335, 7934.875 7636.562 870.784, 7880.845 7663.58 869.893, 7825.811 7691.05 870.417, 7769.709 7718.347 869.982, 7712.079 7746.436 869.612, 7655.918 7772.341 870.414, 7597.82 7796.601 870.184, 7561.226 7812.163 870.311, 7525.264 7827.159 870.28, 7489.765 7840.947 869.776, 7455.587 7854.224 869.284, 7418.532 7868.565 868.841, 7383.136 7881.711 869.073, 7349.121 7893.689 869.595, 7301.918 7909.679 870.382, 7255.149 7923.766 870.327, 7206.469 7936.898 870.924, 7146.552 7951.435 870.184, 7082.746 7966.747 869.615, 7021.981 7981.968 870.267, 6961.894 7995.751 870.54, 6927.499 8002.306 870.588, 6895.867 8007.236 870.401, 6848.303 8014.354 871.06, 6803.779 8020.047 871.025, 6746.002 8022.499 871.269, 6709.868 8022.875 871.525, 6675.232 8022.192 871.019, 6633.966 8020.467 869.911, 6578.871 8017.018 869.842, 6520.46 8011.433 869.997, 6464.366 8003.151 869.652, 6426.612 7996.631 869.548, 6388.998 7989.781 869.408, 6349.287 7981.837 869.59, 6292.708 7967.695 869.414, 6259.818 7958.695 869.264, 6204.849 7943.74 869.423, 6152.31 7928.757 869.132, 6090.283 7910.047 867.978, 6053.597 7900.128 867.681, 6014.565 7888.969 868.511, 5944.958 7868.401 869.296, 5902.269 7855.314 869.031, 5871.061 7845.604 868.886, 5820.66 7829.756 869.596, 5779.151 7816.072 869.595, 5746.289 7804.134 868.993, 5692.786 7782.988 867.866, 5638.843 7759.035 867.655, 5581.337 7729.742 867.451, 5534.784 7704.111 867.08, 5482.233 7670.3 868.996, 5422.741 7625.178 869.502, 5383.687 7594.325 868.592, 5340.75 7558.143 868.184, 5289.758 7514.299 869.352, 5253.792 7483.771 869.341, 5214.843 7450.834 868.614, 5173.926 7416.14 866.99, 5122.514 7371.533 866.932, 5086.297 7340.163 867.153, 5042.172 7300.645 867.033, 4997.844 7261.725 868.343, 4943.917 7211.248 869.994, 4903.413 7165.727 869.391, 4862.787 7114.265 868.127, 4836.848 7078.352 867.835, 4802.644 7030.717 868.495, 4767.03 6971.717 869.337, 4748.099 6934.952 869.327, 4729.933 6898.44 868.828, 4702.014 6843.189 867.967, 4675.382 6788.183 870.738, 4662.191 6754.108 870.984, 4648.689 6716.946 870.016, 4637.049 6682.327 869.188, 4618.793 6621.402 870.869, 4623.544 6570.379 871.357</trace>
</ink>
</file>

<file path=ppt/ink/ink60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7009.79 7528.669 533.15, 7009.79 7571.631 797.855, 7018.022 7620.191 846.724, 7057.609 7643.196 871.602, 7117.802 7604.697 869.281, 7155.774 7575.802 867.334, 7208.597 7535.335 864.863, 7246.619 7506.348 863.332, 7298.806 7468.818 861.468, 7368.232 7420.312 857.674, 7454.22 7359.511 851.203, 7540.398 7294.125 843.451, 7602.975 7246.011 835.754, 7643.632 7214.751 826.206, 7695.983 7175.655 800.973, 7727.096 7156.04 522.901</trace>
</ink>
</file>

<file path=ppt/ink/ink61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24642.436 3314.406 533.15, 24627.529 3280.263 798.479, 24600.996 3245.16 841.287, 24551 3215.53 868.805, 24497.08 3196.161 867.923, 24461.025 3189.351 868.732, 24405.426 3186.568 868.576, 24356.486 3186.703 867.492, 24282.607 3194.418 865.352, 24223.715 3208.54 864.243, 24165.451 3231.257 864.065, 24125.844 3251.098 864.655, 24069.631 3289.094 865.799, 24023.627 3329.076 866.224, 23990.486 3362.414 866.254, 23945.818 3421.436 865.743, 23924.203 3462.064 865.306, 23900.711 3529.58 864.795, 23888.541 3605.624 864.546, 23887.826 3655.354 864.374, 23890.41 3686.836 864.215, 23896.299 3722.493 863.989, 23903.754 3756.41 863.775, 23919.869 3813.061 863.425, 23941.023 3864.071 863.335, 23959.709 3897.071 863.15, 23992.488 3947.163 862.648, 24032.561 3994.146 862.122, 24080.328 4037.582 861.748, 24135.811 4073.574 861.571, 24188.094 4098.711 861.667, 24222.738 4109.354 861.619, 24284.031 4122.513 861.474, 24315.08 4125.735 861.419, 24382.793 4124.307 861.237, 24441.311 4116.502 861.177, 24474.904 4107.976 861.168, 24530.305 4089.15 861.342, 24581.643 4065.528 861.823, 24627.021 4037.504 862.493, 24670.371 4002.104 863.296, 24705.055 3967.595 863.938, 24737.346 3929.689 864.392, 24765.154 3885.602 864.549, 24787.557 3833.905 864.453, 24801.336 3786.525 864.27, 24809.012 3737.145 864.135, 24810.355 3706.22 864.015, 24808.617 3670.173 863.915, 24803.824 3632.543 863.808, 24790.596 3570.68 863.417, 24779.5 3538.6 863.039, 24750.041 3473.751 861.992, 24716.459 3416.812 860.873, 24690.646 3384.368 860.396, 24641.219 3331.842 859.529, 24609.152 3305.197 859.155, 24531.236 3256.058 858.186, 24494.863 3237.5 857.576, 24443.092 3216.963 856.607, 24363.723 3192.505 852.496, 24312.258 3176.777 847.716, 24249.252 3156.917 834.36, 24216.635 3146.531 804.811</trace>
</ink>
</file>

<file path=ppt/ink/ink61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11515.831 6427.024 533.15, 11486.325 6475.162 835.847, 11455.041 6523.235 870.616, 11428.625 6582.344 870.449, 11409.527 6633.349 870.432, 11394.666 6679.584 871.589, 11374.768 6727.511 871.234, 11350.703 6778.051 870.861, 11335.238 6811.353 870.656, 11308.38 6864.797 869.836, 11289.798 6897.73 868.566, 11264.504 6942.415 866.765, 11234.853 6993.372 867.835, 11205.26 7042.866 869.059, 11169.747 7100.356 869.184, 11134.002 7152.656 868.087, 11098.89 7201.205 866.887, 11055.845 7256.316 866.9, 11014.804 7308.051 869.31, 10965.004 7364.244 868.452, 10915.646 7417.334 866.762, 10877.323 7456.856 868.128, 10835.979 7497.744 869.168, 10783.518 7545.788 868.755, 10730.46 7595.668 868.534, 10684.189 7638.267 869.682, 10639.047 7678.656 869.307, 10590.294 7719.08 868.32, 10533.52 7764.237 868.986, 10486.09 7801.297 868.788, 10437.029 7839.857 868.459, 10383.416 7881.117 867.738, 10334.296 7920.03 866.768, 10301.941 7943.536 867.249, 10265.004 7968.913 867.948, 10222.333 7998.628 868.113, 10184.242 8025.48 867.674, 10146.604 8051.005 867.37, 10105.841 8077.542 866.806, 10042.955 8117.163 865.411, 9981.61 8155.221 864.577, 9921.178 8192.508 865.122, 9884.209 8213.166 865.314, 9823.939 8245.372 865.881, 9764.017 8276.176 866.092, 9727.194 8293.917 866.03, 9676.253 8318.127 866.076, 9632.836 8339.469 866.158, 9570.025 8368.832 867.78, 9531.539 8385.093 868.105, 9472.857 8409.227 867.315, 9428.891 8425.433 867.007, 9387.265 8441.202 866.832, 9319.003 8467.769 866.61, 9277.259 8483.666 866.499, 9222.118 8504.775 866.727, 9170.436 8523.734 866.83, 9123.58 8540.519 866.329, 9054.573 8566.947 865.248, 8986.306 8592.51 864.808, 8945.279 8607.661 864.975, 8878.278 8631.305 865.37, 8815.797 8651.705 867.19, 8767.814 8667.118 867.519, 8725.854 8680.6 867.006, 8655.584 8700.924 865.55, 8613.199 8712.519 865.139, 8548.557 8732.794 865.185, 8484.677 8750.44 865.838, 8446.571 8761.691 866.422, 8384.364 8780.033 866.66, 8319.847 8798.348 866.449, 8281.341 8810.309 866.29, 8232.045 8825.318 866.722, 8175.647 8842.11 869.432, 8135.642 8853.822 870.628, 8063.853 8873.506 869.056, 8016.484 8885.979 866.786, 7956.365 8901.054 865.805, 7905.228 8912.493 867.464, 7838.155 8926.187 868.468, 7805.67 8932.313 868.005, 7745.368 8943.42 866.385, 7698.271 8951.112 866.068, 7648.568 8958.704 867.318, 7595.861 8965.907 867.83, 7531.06 8972.018 866.461, 7481.905 8975.785 864.69, 7422.69 8977.018 864.453, 7364.779 8976.111 864.197, 7330.77 8974.428 864.206, 7284.889 8971.579 865.231, 7241.083 8966.852 866.513, 7209.251 8962.246 868.07, 7177.688 8955.975 869.482, 7144.664 8948.257 869.457, 7084.478 8932.938 868.363, 7026.339 8916.906 866.307, 6988.273 8906.112 864.817, 6929.509 8888.507 861.932, 6896.816 8877.798 861.147, 6844.779 8859.582 860.592, 6798.502 8841.529 861.43, 6727.395 8812.299 863.774, 6655.19 8781.907 865.292, 6608.786 8761.453 865.328, 6558.667 8739.587 864.934, 6504.817 8715.255 864.526, 6455.424 8692.994 864.11, 6404.908 8669.888 863.678, 6371.868 8653.832 863.405, 6333.521 8634.974 863.112, 6294.906 8615.771 862.834, 6233.889 8585.051 862.265, 6202.892 8568.994 862.083, 6143.056 8536.331 861.796, 6090.035 8507.025 861.779, 6058.225 8489.281 861.891, 6006.142 8459.861 862.136, 5952.601 8429.56 862.422, 5920.587 8410.776 862.492, 5869.528 8380.054 862.605, 5837.79 8361.175 862.57, 5783.907 8328.807 862.42, 5727.549 8295.151 862.075, 5694.7 8273.96 861.844, 5641.315 8238.476 861.471, 5608.883 8215.814 861.353, 5557.874 8179.89 861.252, 5506.288 8142.594 861.637, 5474.839 8118.024 861.799, 5438.804 8089.683 861.85, 5401.119 8059.457 861.756, 5345.619 8012.581 861.462, 5294.552 7965.106 861.067, 5242.515 7913.782 860.764, 5196.665 7860.954 860.992, 5155.548 7809.275 861.53, 5115.537 7754.076 861.67, 5092.337 7721.1 861.615, 5056.032 7667.903 861.439, 5034.471 7632.721 861.333, 5001.47 7577.788 860.956, 4970.528 7521.242 861.21, 4952.5 7486.346 861.357, 4924.498 7428.351 861.5, 4907.778 7392.295 861.519, 4889.337 7351.743 861.56, 4872.977 7314.525 861.625, 4845.5 7249.246 861.763, 4821.564 7191.172 861.942, 4806.902 7156.406 862.163, 4784.73 7102.813 862.539, 4773.352 7071.469 862.703, 4755.562 7013.897 862.919, 4741.726 6957.953 863.009, 4734.721 6923.587 863.059, 4725.078 6870.879 863.166, 4715.961 6818.479 863.432, 4705.874 6768.083 863.986, 4695.588 6722.053 865.939, 4686.565 6690.822 867.769, 4677.798 6659.939 871.306, 4671.018 6626.193 872.108, 4669.873 6591.971 871.104, 4682.899 6558.361 870.522, 4700.825 6525.71 762.092</trace>
</ink>
</file>

<file path=ppt/ink/ink61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8872.647 8268.513 533.15, 8846.248 8303.306 766.532, 8806.097 8349.546 823.498, 8778.265 8380.875 837.028, 8745.209 8418.057 844.737, 8700.186 8466.889 863.509, 8649.731 8520.604 862.278, 8608.014 8565.596 861.361, 8566.121 8610.546 861.011, 8524.708 8653.247 861.417, 8487.562 8689.884 862.697, 8444.553 8729.785 866.922, 8403.677 8764.513 871.69, 8367.561 8807.561 872.893, 8421.115 8831.388 871.036, 8453.981 8838.742 869.399, 8521.561 8855.609 866.539, 8569.023 8866.821 864.838, 8625.596 8880.574 863.435, 8694.526 8897.412 862.175, 8757.858 8913.382 861.233, 8799.07 8923.855 860.697, 8830.466 8931.788 860.247, 8876.648 8941.771 859.564, 8920.798 8949.668 858.888, 8963.886 8956.207 858.11, 9027.33 8959.715 857.062, 9073.343 8961.849 855.624, 9141.24 8954.994 852.442, 9230.909 8933.233 846.107, 9292.667 8917.593 839.669, 9332.574 8907.369 831.685, 9381.327 8896.004 811.66</trace>
</ink>
</file>

<file path=ppt/ink/ink61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17334.441 4832.657 533.15, 17384.344 4818.945 763.94, 17431.178 4805.626 809.45, 17472.762 4794.345 819.683, 17543.924 4775.864 831.52, 17597 4763.265 834.142, 17633.791 4754.579 835.83, 17685.84 4743.201 852.962, 17735.205 4732.446 851.043, 17777.951 4723.158 849.595, 17830.242 4713.736 848.856, 17871.383 4706.64 849.04, 17940.152 4694.962 854.747, 17984.578 4687.857 860.87, 18048.613 4677.392 868.344, 18081.855 4672.855 818.396</trace>
</ink>
</file>

<file path=ppt/ink/ink61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17247.84 4957.487 533.15, 17289.6 4942.209 796.485, 17330.947 4926.315 824.452, 17374.436 4909.788 837.205, 17431.939 4889.048 844.144, 17479.84 4872.136 862.574, 17515.939 4859.509 861.057, 17561.408 4844.019 859.233, 17614.055 4827.218 856.201, 17650.943 4815.534 853.862, 17700.01 4800.271 851.972, 17744.537 4787.041 851.573, 17783.963 4775.724 851.318, 17830.625 4762.098 851.398, 17864.418 4752.217 852.37, 17901.219 4741.62 853.545, 17966.494 4724.763 859.757, 18023.047 4717.318 866.562, 18054.24 4726.826 863.309</trace>
</ink>
</file>

<file path=ppt/ink/ink61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19827.877 4249.104 533.15, 19805.395 4210.783 872.07, 19771.951 4176.678 871.438, 19723.922 4147.589 870.482, 19678.33 4117.442 870.635, 19624.584 4095.254 870.574, 19574.371 4086.77 871.086, 19523.988 4086.725 870.63, 19472.248 4095.452 870.142, 19414.004 4116.633 869.595, 19367.824 4137.951 870.454, 19321.498 4172.561 871.448, 19282.369 4216.535 869.637, 19247.732 4267.191 868.297, 19225.238 4316.059 867.824, 19214.277 4368.932 868.017, 19211.572 4408.168 867.437, 19218.734 4473.579 866.239, 19229.52 4511.3 865.495, 19253.891 4566.402 865.522, 19273.344 4598.271 865.896, 19311.92 4643.079 866.611, 19359.879 4686.024 866.744, 19414.471 4723.294 866.107, 19458.246 4745.94 867.586, 19507.967 4761.277 868.548, 19570.709 4771.625 868.226, 19645.129 4774.925 866.166, 19703.967 4766.953 865.1, 19749.797 4755.618 864.699, 19811.381 4730.906 865.188, 19860.068 4696.466 866.127, 19908.014 4643.777 867.029, 19929.768 4608.955 867.165, 19947.107 4576.995 867.136, 19961.18 4544.153 867.088, 19971.396 4507.96 867.04, 19977.299 4468.251 867.006, 19980.393 4432.028 866.968, 19978.719 4379.701 866.844, 19975.023 4337.034 866.718, 19960.967 4272.039 866.365, 19930.234 4209.891 865.903, 19902.994 4173.075 865.489, 19840.41 4118.262 864.365, 19782.777 4088.055 863.221, 19739.145 4072.027 862.211, 19686.119 4051.667 859.574, 19653.385 4038.727 804.047</trace>
</ink>
</file>

<file path=ppt/ink/ink61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61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5702.632 5949.019 533.15, 5662.147 5936.755 797.103, 5605.701 5922.567 839.501, 5574.781 5919.634 847.848, 5536.855 5920.918 867.579, 5499.829 5925.29 867.339, 5467.96 5931.517 867.228, 5435.236 5941.508 867.166, 5395.881 5959.397 867.087, 5349.721 5988.273 868.578, 5306.394 6038.195 869.672, 5279.27 6091.968 869.593, 5263.107 6143.614 869.032, 5258.233 6191.097 868.533, 5259.323 6233.11 867.612, 5269.417 6286.989 867.04, 5301.47 6339.41 869.346, 5338.933 6373.184 869.367, 5372.864 6396.956 869.154, 5426.066 6423.376 869.214, 5494.5 6439.147 868.446, 5570.825 6442.749 866.937, 5602.966 6439.254 866.474, 5650.995 6431.288 865.823, 5721.322 6409.305 864.681, 5759.03 6392.487 864.784, 5810.174 6359.251 865.832, 5865.683 6306.621 866.627, 5890.505 6271.781 866.815, 5908.474 6240.972 866.767, 5922.674 6205.778 866.722, 5932.495 6169.078 866.698, 5937.74 6128.564 866.709, 5938.092 6093.563 866.808, 5933.519 6058.062 866.878, 5922.095 6020.077 866.833, 5903.642 5981.978 866.717, 5881.809 5950.905 866.542, 5826.245 5908.944 865.751, 5780.385 5890.476 864.844, 5742.893 5884.303 864.088, 5680.781 5880.207 862.39, 5640.978 5882.997 861.387, 5609.973 5885.895 860.495, 5567.525 5893.603 859.551, 5513.83 5902.772 856.889</trace>
</ink>
</file>

<file path=ppt/ink/ink61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17919.008 4834.687 533.15, 17874.76 4804.938 765.957, 17843.086 4785.996 812.826, 17784.027 4761.581 838.159, 17729.461 4747.661 866.332, 17672.99 4745.68 867.519, 17625.516 4750.875 867.261, 17576.191 4761.941 866.289, 17518.619 4786.36 864.799, 17458.896 4821.474 862.714, 17424.623 4849.22 861.838, 17371.256 4900.438 860.734, 17327.988 4957.912 860.112, 17297.75 5018.428 860.242, 17280.797 5071.168 860.871, 17274.373 5124.373 861.605, 17278.26 5178.259 862.325, 17293.406 5230.417 862.99, 17314.621 5274.385 863.374, 17345.812 5318.323 863.449, 17392.451 5362.242 863.02, 17448.258 5397.74 862.184, 17503.51 5421.773 861.419, 17542.994 5431.433 860.995, 17589.045 5438.291 860.544, 17629.09 5442.973 860.219, 17663.416 5443.465 859.955, 17703.459 5440.206 859.789, 17765.459 5431.16 859.922, 17799.82 5421.209 860.2, 17853.711 5399.949 860.726, 17899.732 5372.849 861.61, 17942.434 5337.94 862.418, 17981.15 5295.64 863.138, 18011.84 5253.138 863.58, 18037.705 5208.016 863.844, 18055.957 5156.691 863.769, 18064.336 5098.917 863.788, 18062.166 5047.621 863.597, 18049.184 4994.749 863.176, 18033.727 4961.155 862.759, 18009.875 4924.11 862.229, 17979.695 4887.809 861.649, 17925.953 4835.045 860.408, 17865.473 4792.325 859.421, 17823.389 4771.633 858.874, 17787.711 4755.139 858.371, 17749.57 4741.556 857.878, 17702.889 4730.449 857.437, 17669.49 4723.067 857.083, 17622.689 4718.437 856.698, 17578.129 4717.32 856.443, 17536.371 4718.478 856.159, 17481.832 4726.868 855.74, 17441.721 4734.514 855.461, 17396.109 4748.439 855.18, 17344.172 4770.675 854.814, 17310.615 4785.168 854.553, 17267.027 4803.285 853.739</trace>
</ink>
</file>

<file path=ppt/ink/ink61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19541.004 4820.478 533.15, 19529.027 4786.73 816.098, 19495.484 4747.361 870.66, 19441.754 4725.102 870.132, 19408.191 4721.493 870.142, 19376.068 4726.586 870.396, 19343.275 4740.41 870.388, 19296.924 4772.461 869.447, 19256.188 4834.011 869.002, 19243.002 4871.484 868.479, 19234.301 4906.122 867.806, 19226.951 4944.387 867.485, 19223.316 4981.094 867.415, 19224.256 5046.794 866.918, 19236.992 5115.612 865.609, 19258.809 5169.27 865.003, 19281.527 5211.286 864.981, 19325.4 5261.606 865.303, 19377.5 5301.999 865.465, 19410.994 5321.757 865.586, 19469.832 5342.228 865.755, 19524.016 5351.613 867.389, 19562.248 5349.796 868.06, 19595.062 5344.021 868.235, 19626.164 5333.41 868.218, 19676.809 5296.71 868.578, 19703.338 5253.611 868.699, 19713.943 5201.084 868.58, 19714.031 5147.295 867.545, 19709.26 5100.348 866.293, 19694.762 5031.278 865.001, 19682.898 4991.936 864.716, 19657.178 4931.603 865.111, 19636.342 4897.141 865.737, 19594.232 4847.051 866.178, 19540.584 4803.443 865.908, 19501.488 4781.552 865.594, 19428.578 4756.383 864.649, 19380.865 4748.048 864.316, 19326.916 4746.696 864.105, 19275.406 4751.885 864.842, 19243.318 4762.63 866.683, 19212.08 4770.553 815.645</trace>
</ink>
</file>

<file path=ppt/ink/ink62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21212.613 4645.413 533.15, 21173.459 4636.852 796.962, 21116.852 4631.938 840.305, 21052.572 4641.531 868.24, 21019.148 4654.233 867.836, 20968.344 4684.585 869.037, 20920.672 4727.714 869.187, 20884.941 4769.311 868.187, 20856.027 4822.288 868.276, 20838.852 4888.339 867.224, 20835.844 4957.704 865.658, 20838.877 4998.819 865.079, 20854.896 5064.682 864.742, 20881.555 5129.029 865.282, 20903.514 5167.424 865.583, 20947.379 5222.093 865.531, 20980.52 5251.726 865.279, 21040.322 5290.723 864.817, 21091.273 5314.593 865.163, 21142.406 5326.442 867.251, 21181.465 5328.549 867.919, 21248.346 5320.256 867.226, 21310.154 5297.938 865.491, 21343.537 5278.233 865.133, 21385.77 5241.079 866.755, 21410.402 5203.824 867.606, 21434.424 5146.995 867.251, 21449.211 5099.519 866.182, 21459.33 5052.31 864.894, 21463.756 5002.843 864.112, 21458.744 4950.398 864.299, 21449.982 4904.988 864.772, 21438.434 4863.223 865.311, 21404.338 4791.312 865.043, 21369.588 4745.087 864.052, 21310.816 4696.916 862.475, 21236.439 4657.733 860.364, 21204.684 4644.113 859.442, 21153.408 4629.317 858.228, 21087.438 4614.124 855.062, 21044.682 4604.42 851.617, 20989.604 4591.787 842.157</trace>
</ink>
</file>

<file path=ppt/ink/ink62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6943.936 6455.948 533.15, 6896.017 6456.322 873.628, 6944.093 6468.085 871.844, 6992.483 6473.084 870.635, 7043.341 6479.746 869.823, 7102.513 6489.614 869.382, 7156.484 6497.46 869.58, 7208.784 6502.814 870.382, 7245.391 6504.245 870.361, 7284.009 6504.605 869.813, 7340.255 6503.77 869.648, 7374.104 6501.324 869.5, 7406.623 6499.611 868.984, 7455.043 6496.31 867.958, 7501.788 6492.295 867.252, 7556.498 6487.958 867.171, 7612.548 6483.514 866.946, 7659.657 6480.237 866.781, 7710.684 6477.487 866.002, 7777.261 6472.949 865.73, 7822.941 6469.496 866.169, 7866.592 6465.682 866.839, 7906.217 6462.507 867.689, 7963.457 6457.819 868.872, 8030.746 6453.899 869.385, 8098.631 6452.006 867.91, 8131.334 6450.708 867.668, 8201.246 6449.916 869.705, 8244.714 6449.859 869.89, 8288.128 6449.859 869.183, 8345.452 6449.859 867.235, 8398.829 6449.859 865.618, 8433.603 6449.859 864.848, 8487.643 6449.859 863.513, 8537.487 6449.859 863.138, 8588.514 6449.859 863.41, 8637.358 6449.139 864.256, 8679.492 6447.768 865.076, 8745.008 6446.138 866.438, 8789.67 6445.019 867.388, 8832.195 6445.222 868.216, 8872.416 6445.838 868.686, 8933.288 6446.229 869.66, 8974.812 6446.83 869.586, 9031.223 6446.779 869.436, 9066.205 6444.921 871.344, 9112.321 6433.09 874.367</trace>
</ink>
</file>

<file path=ppt/ink/ink62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8279.059 6211.871 533.15, 8329.59 6240.479 871.947, 8369.395 6261.27 869.665, 8408.948 6279.771 867.284, 8481.874 6310.214 864.052, 8528.069 6329.643 863.02, 8595.263 6359.77 863.419, 8645.39 6385.186 865.567, 8695.897 6425.842 871.304, 8702.9 6472.176 870.13, 8662.537 6511.16 868.333, 8619.019 6538.526 865.61, 8584.053 6558.097 864.024, 8541.784 6581.213 862.439, 8467.066 6622.334 860.819, 8415.571 6651.413 861.609, 8361.098 6684.24 868.346, 8316.293 6716.888 872.554, 8274.57 6752.703 872.559, 8240.186 6784.582 872.405, 8197.301 6811.029 873.606, 8194.793 6843.141 820.031</trace>
</ink>
</file>

<file path=ppt/ink/ink62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9181.169 6438.188 533.15, 9129.257 6450.824 872.427, 9083.681 6460.681 873.171, 9040.549 6437.39 872.251, 9004.726 6396.158 871.241, 8974.077 6350.987 870.505, 8944.624 6300.549 871.806, 8920.728 6248.598 870.798, 8893.957 6192.2 872.925, 8872.282 6142.058 872.375, 8856.61 6095.548 872.606, 8844.048 6037.582 871.39, 8828.838 5978.029 870.082, 8816.045 5927.015 870.076, 8803.213 5866.389 870.248, 8795.647 5830.125 869.677, 8784.042 5759.774 869.327, 8777.06 5709.454 869.765, 8770.812 5649.095 869.802, 8768.544 5600.779 869.075, 8767.633 5560.8 867.751, 8767.269 5524.97 867.277, 8767.77 5482.351 867.865, 8770.836 5438.869 868.857, 8775.352 5401.516 869.624, 8782.178 5362.544 869.946, 8794.544 5305.888 869.045, 8803.085 5272.829 868.599, 8816.501 5229.044 869.054, 8831.412 5190.277 869.234, 8853.769 5142.867 870.609, 8887.547 5093.752 870.457, 8934.247 5043.471 869.188, 8975.594 5006.6 868.778, 9022.382 4972.229 868.84, 9065.516 4945.893 871.146, 9124.952 4922.037 870.607, 9176.127 4910.052 869.942, 9233.269 4907.452 870.302, 9268.471 4910.35 870.077, 9334.481 4928.644 868.851, 9365.459 4942.578 869.036, 9418.177 4977.584 869.56, 9460.054 5014.379 870.408, 9489.787 5065.424 871.155, 9500.584 5100.792 870.673, 9511.903 5153.05 868.995, 9517.642 5206.335 868.167, 9520.479 5252.427 867.468, 9520.691 5300.327 866.965, 9519.374 5350.662 866.128, 9514.468 5402.098 865.381, 9509.95 5442.877 865.164, 9504.731 5483.847 865.61, 9498.888 5524.332 866.608, 9486.425 5591.6 867.371, 9469.386 5658.934 866.684, 9455.97 5701.895 866.484, 9438.626 5755.444 867.441, 9426.619 5792.956 868.41, 9410.556 5837.266 868.785, 9396.938 5876.342 868.33, 9372.534 5937.796 866.434, 9350.865 5988.127 867.027, 9322.08 6056.217 868.781, 9306.435 6089.194 868.341, 9290.261 6121.132 867.719, 9272.636 6153.168 867.146, 9240.379 6207.654 867.509, 9210.912 6255.559 868.841, 9185.294 6295.304 869.778, 9156.588 6339.712 870.52, 9127.145 6381.845 871.124, 9095.575 6421.985 871.765, 9062.689 6459.528 872.463, 9025.104 6469.648 876.308</trace>
</ink>
</file>

<file path=ppt/ink/ink62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9110.805 5940.392 533.15, 9107.192 5983.949 766.503, 9103.534 6017.818 812.992, 9094.585 6074.471 838.514, 9086.054 6123.338 866.958, 9079.206 6172.213 868.29, 9072.216 6222.72 870.36, 9064.941 6275.214 871.884, 9062.277 6325.659 872.657, 9063.384 6356.71 871.315, 9082.222 6401.258 871.545, 9137.138 6420.884 870.411, 9190.304 6422.039 869.105, 9224.378 6417.474 868.982, 9256.351 6412.34 869.041, 9311.383 6399.688 870.467, 9343.617 6389.43 870.565, 9394.344 6366.002 870.051, 9426.515 6353.495 762.555</trace>
</ink>
</file>

<file path=ppt/ink/ink62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17618.607 6092.623 533.15, 17674.445 6081.275 764.837, 17717.15 6069.994 809.859, 17750.871 6061.373 820.205, 17782.205 6053.638 827.133, 17829.705 6042.416 831.757, 17866.932 6033.675 835.274, 17912.613 6024.164 837.534, 17969.475 6013.961 855.545, 18007.77 6007.143 854.248, 18082.334 5995.268 856.775, 18119.805 5991.754 858.735, 18183.711 5991.999 864.918, 18215.199 6000.641 820.415</trace>
</ink>
</file>

<file path=ppt/ink/ink62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17494.115 6373.743 533.15, 17526.73 6353.354 815.593, 17593.396 6330.386 838.312, 17636.699 6317.315 841.418, 17719.744 6293.972 861.396, 17782.422 6275.954 856.83, 17832.84 6261.276 851.354, 17865.525 6251.774 845.188, 17915.229 6237.449 825.669</trace>
</ink>
</file>

<file path=ppt/ink/ink62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18627.168 6180.409 533.15, 18658.361 6180.411 872.437, 18701.936 6179.15 870.275, 18759.736 6173.569 867.106, 18809.756 6166.371 864.802, 18846.348 6161.023 862.644, 18902.406 6151.245 858.782, 18959.156 6141.745 854.067, 19010.488 6133.314 849.118, 19084.719 6121.534 842.994, 19142.727 6112.363 837.833, 19213.238 6101.631 832.383, 19280.486 6091.507 827.478, 19345.637 6082.731 824.663, 19429.244 6072.761 822.308, 19504.059 6064.592 820.571, 19564.371 6058.364 820.157, 19617.74 6053.59 824.489, 19661.48 6050.025 829.569, 19718.596 6045.497 848.369, 19769.434 6043.792 866.866, 19711.658 6049.042 869.551, 19647.695 6053.191 865.823, 19595.984 6056.979 862.372, 19560.197 6059.603 859.192, 19506.562 6064.009 854.365, 19449.232 6068.322 849.443, 19403.838 6071.65 845.383, 19345.633 6077.223 841.978, 19280.057 6083.537 840.303, 19211.439 6090.331 839.818, 19165.645 6094.875 841.33, 19112.799 6100.015 843.507, 19071.609 6104.428 846.37, 19029.674 6109.613 848.871, 18982.98 6116.369 851.861, 18950.393 6121.384 854.71, 18915.539 6128.132 857.124, 18883.725 6134.487 859.499, 18841.113 6143.428 862.887, 18809.621 6150.485 865.29, 18885.959 6141.126 866.575, 18932.279 6134.283 864.62, 18965.811 6129.392 862.605, 19015.533 6122.69 859.728, 19070.141 6115.499 856.189, 19117.178 6109.36 852.56, 19187.004 6101.244 847.477, 19249.209 6094.242 842.364, 19312.887 6087.322 836.958, 19390.047 6079.414 831.559, 19444.137 6073.925 828.192, 19506.477 6067.906 825.945, 19568.5 6062.433 826.483, 19614.094 6058.51 828.096, 19685.066 6053.665 837.152, 19729.842 6051.484 842.792, 19786.709 6048.482 868.469, 19736.049 6072.066 866.997, 19686.604 6079.465 863.079, 19648.617 6085.245 857.757, 19596.348 6093.791 851.632, 19528.354 6105.528 846.246, 19476.639 6114.511 841.044, 19392.592 6129.326 833.991, 19317.652 6142.878 826.874, 19235.43 6158.162 819.332, 19133.83 6176.892 811.238, 19024.756 6198.218 803.867, 18924.713 6218.278 799.884, 18854.42 6232.436 797.868, 18783.176 6247.873 798.719, 18728.977 6259.941 805.84, 18685.875 6269.79 812.897, 18648.617 6278.232 821.322, 18592.344 6292.042 845.895, 18642.102 6284.07 865.916, 18683.879 6274.767 864.416, 18715.789 6267.657 862.717, 18774 6255.463 859.286, 18839.492 6242.32 852.755, 18903.027 6229.812 845.03, 19006.379 6211.965 833.723, 19139.113 6191.548 816.006, 19283.471 6169.324 793.73, 19378.576 6154.684 773.751, 19438.873 6145.417 738.768, 19497.633 6136.334 682.83, 19540.369 6129.992 646.854</trace>
</ink>
</file>

<file path=ppt/ink/ink62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62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6859.137 6467.619 533.15, 6836.623 6418.223 871.69, 6854.469 6360.626 869.68, 6865.652 6327.16 868.726, 6876.227 6295.449 867.956, 6892.327 6245.824 867.116, 6908.364 6199.808 866.341, 6930.033 6141.717 865.579, 6942.151 6108.321 865.229, 6961.608 6055.965 864.61, 6980.876 6003.977 864.091, 6993.403 5973.11 863.835, 7016.495 5919.992 863.33, 7031.84 5886.121 863.027, 7057.404 5830.881 862.452, 7084.029 5773.918 861.945, 7098.468 5742.875 861.801, 7117.675 5701.644 863.772, 7147.995 5641.274 865.809, 7164.992 5608.982 866.292, 7191.931 5561.222 866.105, 7213.335 5523.48 865.107, 7237.332 5481.565 863.847, 7265.391 5433.333 860.136, 7283.884 5401.553 856.702, 7309.024 5361.632 853.096, 7333.747 5323.6 851.459, 7378.516 5257.182 850.954, 7407.004 5218.036 851.808, 7436.504 5179.092 853.008, 7479.534 5123.739 855.776, 7521.379 5072.603 859.735, 7564.462 5021.778 862.41, 7612.048 4969.488 863.073, 7651.437 4926.919 862.952, 7693.473 4884.342 862.83, 7738.198 4841.486 862.87, 7783.345 4800.478 863.108, 7818.607 4769.521 863.824, 7872.683 4722.914 865.366, 7922.184 4680.162 866.015, 7960.844 4648.067 866.059, 7999.798 4617.86 865.828, 8057.61 4575.536 865.615, 8116.896 4534.98 865.387, 8175.065 4497.653 865.667, 8212.109 4475.29 865.821, 8269.381 4443.375 867.536, 8310.567 4422.375 868.038, 8361.665 4398.725 868.009, 8413.541 4374.661 867.341, 8462.755 4353.257 866.928, 8529.637 4330.758 867.392, 8587.908 4313.59 867.283, 8642.094 4299.054 866.271, 8678.904 4289.388 865.341, 8728.121 4276.489 864.312, 8786.187 4266.011 864.623, 8850.549 4256.857 865.701, 8902.18 4253.201 866.305, 8942.388 4252.376 866.409, 8988.365 4252.56 866.456, 9037.134 4253.939 866.342, 9083.287 4255.473 866.096, 9116.268 4256.628 865.754, 9154.35 4259.54 865.306, 9215.368 4264.44 864.597, 9266.458 4269.801 865.234, 9303.657 4275.689 865.714, 9334.963 4280.918 866.176, 9365.908 4286.31 866.405, 9398.728 4292.077 867.017, 9452.563 4303.536 867.146, 9506.776 4316.287 866.877, 9557.729 4328.791 866.764, 9609.153 4341.474 865.718, 9640.038 4350.058 865.091, 9690.54 4365.213 864.157, 9735.119 4380.233 863.499, 9799.199 4405.658 864.128, 9861.673 4433.247 865.667, 9918.201 4461.799 867.69, 9961.912 4487.29 867.859, 10004.181 4513.876 867.108, 10046.547 4542.552 865.631, 10090.22 4573.789 864.38, 10134.777 4609.679 863.776, 10174.108 4642.334 863.582, 10212.877 4673.874 863.735, 10252.59 4707.714 864.207, 10294.677 4746.083 864.558, 10332.076 4780.463 864.727, 10367.43 4814.045 865.006, 10406.105 4851.447 864.999, 10450.61 4895.047 864.56, 10493.699 4936.503 863.858, 10538.489 4978.674 862.824, 10585.481 5024.514 861.933, 10630.619 5069.371 861.594, 10674.415 5110.938 862.044, 10714.216 5148.581 862.716, 10755.416 5185.82 863.415, 10799.769 5224.562 864.106, 10837.5 5259.49 864.429, 10873.693 5295.057 864.707, 10912.971 5336.074 864.627, 10954.485 5379.456 864.421, 10990.573 5417.31 864.092, 11025.749 5457.245 863.818, 11068.713 5510.602 863.7, 11108.891 5559.819 864.194, 11144.448 5604.349 864.665, 11180.143 5655.068 864.721, 11209.428 5697.182 864.49, 11239.946 5742.295 863.985, 11282.006 5806.606 866.296, 11312.95 5854.908 867.581, 11340 5898.223 867.509, 11372.828 5952.557 865.831, 11398.385 5997.085 865.326, 11426.47 6047.486 865.427, 11449.08 6091.791 865.956, 11474.045 6142.519 866.709, 11494.76 6186.158 867.417, 11514.478 6230.137 868.51, 11533.778 6276.803 871.619, 11551.192 6336.199 872.334, 11553.192 6368.316 851.164</trace>
</ink>
</file>

<file path=ppt/ink/ink63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10141.015 4914.862 533.15, 10183.054 4943.078 871.679, 10216.188 4966.214 869.502, 10249.972 4990.755 867.15, 10282.654 5014.384 865.54, 10326.368 5043.171 865.177, 10382.393 5074.459 869.146, 10428.686 5094.091 872.252, 10482.549 5093.249 871.049, 10515.033 5071.538 869.731, 10544.422 5040.2 867.856, 10575.002 4995.146 865.484, 10592.447 4960.403 864.015, 10610.414 4920.807 862.49, 10625.57 4885.836 860.985, 10644.675 4836.121 859.297, 10659.972 4795.478 857.827, 10677.068 4748.606 855.637, 10698.298 4688.032 852.911, 10712.109 4648.519 850.646, 10734.091 4589.738 848.178, 10760.506 4524.369 845.675, 10783.018 4469.931 843.07, 10823.805 4388.508 838.291, 10860.614 4321.593 832.284, 10908.636 4245.41 824.948, 10979.817 4151.717 815.41, 11025.983 4091.095 796.489, 11064.791 4035.75 763.703, 11106.272 3987.774 735.927</trace>
</ink>
</file>

<file path=ppt/ink/ink63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20453.939 6104.802 533.15, 20410.879 6097.349 766.596, 20350.5 6086.967 833.059, 20318.729 6079.622 844.204, 20268.672 6073.477 870.067, 20218.74 6072.578 871.641, 20260.338 6059.017 869.746, 20304.379 6052.326 867.697, 20368.494 6043.522 862.829, 20413.512 6037.376 857.703, 20492.715 6027.08 849.492, 20606.959 6014.268 838.296, 20752.557 6002.356 820.921, 20862.352 5994.22 801.276, 20989.619 5987.403 777.606, 21137.064 5981.074 750.796, 21240.459 5976.75 727.478, 21372.293 5971.288 705.583, 21487.6 5966.775 696.371, 21590.666 5962.89 693.013, 21708.828 5959.729 698.338, 21794.799 5957.757 706.927, 21881.316 5956.524 718.696, 21971.273 5955.729 733.69, 22055.234 5954.511 755.298, 22108.936 5953.747 778.347, 22143.738 5953.252 799.507, 22187.756 5952.698 844.81, 22239.711 5953.759 865.757, 22181.746 5948.367 868.35, 22148.93 5943.398 866.586, 22117.129 5935.33 806.8</trace>
</ink>
</file>

<file path=ppt/ink/ink63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20059.717 6149.963 533.15, 20124.928 6137.646 792.445, 20168.52 6130.279 807.473, 20245.777 6116.59 820.786, 20306.896 6107.014 821.158, 20359.451 6099.15 820.314, 20448.977 6088.733 816.32, 20522.734 6080.357 827.383, 20620.021 6070.736 816.899, 20746.256 6060.352 800.199, 20828.492 6053.613 785.024, 20943.277 6045.896 766.846, 21054.293 6039.167 753.301, 21146.873 6033.895 744.387, 21260.742 6028.178 741.124, 21344.723 6024.046 744.388, 21439.615 6021.153 750.161, 21549.941 6020.005 757.606, 21621.438 6019.322 764.86, 21711.549 6021.274 775.678, 21796.678 6025.072 786.157, 21866.225 6029.017 797.497, 21949.34 6037.908 807.672, 22015.848 6045.79 816.802, 22078.238 6056.415 824.994, 22146.174 6071.607 831.37, 22190.346 6081.656 836.872, 22242.156 6096.29 841.48, 22295.461 6111.047 845.944, 22335.482 6122.205 849.262, 22381.996 6135.509 859.037</trace>
</ink>
</file>

<file path=ppt/ink/ink63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9924.509 6327.059 533.15, 9961.436 6352.154 872.5, 10002.641 6375.534 869.443, 10059.578 6397.05 868.38, 10115.756 6415.658 869.524, 10162.672 6435.42 873.406, 10202.208 6458.745 872.388, 10177.17 6495.489 871.13, 10134.952 6530.896 869.044, 10073.468 6585.978 866.323, 10028.941 6629.926 864.619, 9997.707 6661.023 863.081</trace>
</ink>
</file>

<file path=ppt/ink/ink63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7.611 9749.214 533.15, 51.467 9749.213 796.154, 84.002 9749.214 824.859, 147.456 9749.214 842.678, 226.829 9751.464 865.058, 267.058 9754.277 864.437, 312.926 9758.264 863.651, 358.681 9761.862 862.789, 392.475 9764.455 862.029, 434.424 9768.304 861.323, 471.404 9771.853 860.743, 506.017 9774.371 860.284, 550.658 9778.691 859.997, 621.737 9786.028 859.488, 672.455 9792.536 859.282, 727.878 9800.878 859.098, 771.722 9807.571 858.915, 813.574 9814.056 858.742, 889.041 9826.211 861.032, 938.439 9835.254 863.921, 969.705 9841.308 866.819, 1014.18 9849.62 869.265, 1065.786 9847.149 873.583</trace>
</ink>
</file>

<file path=ppt/ink/ink63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272.831 9555.88 533.15, 319.244 9571.528 871.186, 352.207 9584.439 869.51, 385.261 9600.015 867.886, 418.645 9617.107 866.644, 476.39 9648.365 865.484, 511.397 9668.381 865.609, 554.529 9696.501 869.769, 588.346 9736.904 872.315, 582.99 9792.478 870.647, 539.55 9846.028 868.612, 493.608 9890.827 866.61, 450.749 9928.807 868.661, 414.457 9959.504 870.618, 378.349 9989.845 870.549</trace>
</ink>
</file>

<file path=ppt/ink/ink63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713.963 9546.238 533.15, 758.545 9570.329 871.87, 818.23 9599.349 868.844, 851.048 9615.055 867.38, 883.746 9629.728 866.506, 917.369 9644.914 867.765, 949.111 9659.346 868.94, 982.887 9673.881 870.505, 1014.248 9689.136 871.911, 1051.168 9722.438 871.554, 1048.279 9778.049 869.712, 1009.956 9836.994 866.822, 963.732 9891.016 865.085, 915.786 9944.635 864.436, 869.133 9995.278 864.543, 816.136 10049.668 866.168, 776.724 10085.348 871.46</trace>
</ink>
</file>

<file path=ppt/ink/ink63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1189.375 9599.521 533.15, 1230.549 9600.989 872.062, 1285.168 9637.268 869.392, 1348.95 9681.051 867.298, 1388.091 9707.792 869.579, 1441.111 9745.53 872.691, 1465.183 9798.639 871.604, 1443.594 9861.891 868.332, 1417.774 9902.746 866.31, 1384.462 9948.924 864.674, 1348.911 9993.611 863.297, 1306.41 10043.139 862.023, 1256.559 10097.953 860.64, 1197.988 10155.367 859.519, 1146.752 10203.799 858.885, 1096.021 10248.689 859.022, 1061.032 10279.234 861.308</trace>
</ink>
</file>

<file path=ppt/ink/ink63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63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2647.185 9780.675 533.15, 2664.233 9816.651 871.322, 2696.721 9863.238 870.096, 2705.217 9909.335 869.438, 2695.054 9962.931 868.71, 2676.373 10010.605 869.387, 2651.619 10055.196 872.841, 2669.923 10086.159 871.914, 2727.997 10062.885 869.305, 2762.879 10042.314 867.338, 2825.419 9997.937 864.568, 2862.882 9969.491 863.281, 2903.376 9937.004 867.59, 2935.638 9908.06 870.702, 2974.538 9868.973 871.392, 3008.257 9826.787 870.705, 2977.311 9883.54 868.387, 2965.304 9914.958 867.291, 2956.994 9946.725 866.59, 2952.363 10001.669 866.371, 2959.969 10063.979 868.313, 2980.299 10111.633 872.536, 3015.993 10084.811 871.385, 3035.172 10035.931 870.405, 3071.366 10008.773 871.535, 3121.403 10019.111 871.82, 3145.568 10060.899 871.25, 3157.049 10123.434 869.63, 3161.354 10159.774 868.928, 3165.385 10193.798 869.239, 3170.713 10231.317 869.229, 3184.192 10290.972 870.475, 3198.027 10324.35 816.242</trace>
</ink>
</file>

<file path=ppt/ink/ink64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3549.295 9829.389 533.15, 3553.719 9869.174 767.051, 3557.508 9931 832.981, 3554.142 9989.069 847.008, 3537.74 10054.644 866.423, 3519.259 10108.379 867.009, 3509.611 10141.544 868.812, 3511.181 10195.372 871.532, 3567.703 10190.9 869.972, 3600.573 10169.131 867.622, 3641.193 10136.385 865.181, 3697.825 10085.324 862.416, 3754.658 10030.535 859.695, 3803.943 9979.618 857.949, 3852.144 9927.499 857.569, 3879.888 9896.305 859.549, 3908.713 9861.765 864.698, 3943.452 9815.084 871.408, 3933.437 9847.474 868.864, 3905.849 9916.475 865.479, 3888.986 9971.581 863.523, 3879.549 10011.203 862.295, 3872.947 10043.419 861.229, 3867.606 10079.16 860.41, 3865.683 10122.341 859.684, 3867.419 10189.709 858.751, 3872.262 10226.377 858.503, 3887.328 10294.392 858.412, 3907.06 10350.496 859.485, 3940.835 10402.127 861.906, 3970.086 10437.92 867.58</trace>
</ink>
</file>

<file path=ppt/ink/ink64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4104.093 10219.607 533.15, 4152.218 10219.607 871.844, 4194.596 10220.31 869.808, 4232.007 10223.073 867.648, 4287.059 10233.693 866.207, 4343.802 10272.889 868.753, 4378.216 10334.173 867.682, 4378.237 10367.196 866.966, 4363.347 10403.961 866.148, 4337.995 10437.334 865.294, 4304.951 10468.124 864.487, 4238.324 10516.394 863.237, 4184.725 10548.521 862.266, 4152.79 10566.126 861.791, 4104.979 10593.646 863.496, 4049.574 10637.104 866.979, 4029.259 10685.331 869.851, 4071.519 10726.964 869.07, 4106.474 10743.138 867.169, 4173.992 10765.737 864.827, 4223.349 10780.6 863.787, 4260.836 10790.798 863.987, 4312.728 10803.825 869.151, 4347.929 10810.154 870.62, 4379.889 10810.782 870.769, 4411.968 10798.908 870.193, 4443.007 10788.774 814.161</trace>
</ink>
</file>

<file path=ppt/ink/ink64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4682.346 9903.476 533.15, 4719.553 9942.18 871.769, 4742.292 9979.352 869.704, 4761.153 10021.279 867.433, 4773.227 10067.756 865.091, 4776.595 10145.285 862.902, 4761.998 10225.256 862.289, 4747.606 10271.513 862.676, 4727.778 10323.976 864.942, 4709.701 10382.597 872.02, 4760.396 10381.396 870.568, 4800.405 10358.852 868.12, 4838.809 10332.457 865.601, 4879.369 10300.547 863.97, 4931.144 10257.312 862.314, 4988.552 10204.61 860.641, 5037.771 10156.26 859.61, 5085.425 10105.764 860.227, 5116.109 10069.259 862.729, 5148.068 10029.331 867.625, 5177.827 9986.054 871.153, 5172.845 10019.509 870.643, 5160.663 10057.845 868.489, 5149.982 10100.046 866.521, 5137.781 10179.43 863.757, 5135.74 10230.832 862.845, 5137.984 10262.463 862.696, 5145.147 10314.509 862.642, 5169.56 10388.009 862.992, 5187.527 10428.165 865.839</trace>
</ink>
</file>

<file path=ppt/ink/ink64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5380.579 10366.258 533.15, 5440.315 10334.322 871.163, 5475.617 10319.02 868.629, 5538.64 10303.729 865.275, 5602.139 10301.561 864.492, 5637.723 10306.367 864.823, 5670.391 10317.005 867.032, 5705.18 10359.267 868.803, 5697.179 10415.542 868.175, 5657.671 10467.679 866.529, 5605.419 10520.521 866.031, 5572.636 10567.937 868.221, 5574.019 10620.271 869.474, 5586.056 10651.216 869.091, 5601.663 10682.711 868.166, 5628.205 10735.734 866.623, 5642.811 10770.187 866.173, 5652.951 10812.619 866.107, 5647.17 10869.209 866.743, 5605.17 10925.028 866.933, 5558.036 10955.496 866.976, 5523.795 10967.224 867.96, 5491.521 10971.873 868.411, 5460.701 10969.674 868.383, 5429.842 10952.863 761.387</trace>
</ink>
</file>

<file path=ppt/ink/ink64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5909.216 10044.034 533.15, 5951.514 10080.303 871.124, 5982.427 10116.239 868.746, 6008.749 10155.831 866.17, 6029.24 10199.773 863.968, 6042.396 10252.436 862.611, 6047.421 10311.212 862.09, 6045.945 10365.072 861.972, 6040.657 10415.07 862.544, 6026.591 10483.595 865.679, 6008.331 10534.551 870.138, 6056.657 10543.257 869.616, 6109.387 10501.353 866.534, 6160.901 10458.632 864.096, 6220.058 10405.731 861.228, 6272.786 10357.67 859.105, 6323.929 10307.877 858.052, 6373.427 10255.791 858.136, 6420.755 10200.934 859.166, 6458.208 10154.566 860.427, 6494.627 10107.229 864.856, 6517.68 10061.029 869.687, 6486.831 10059.276 870.413, 6459.374 10103.713 867.859, 6443.239 10140.229 866.224, 6428.842 10185.18 864.688, 6417.359 10238.409 863.459, 6409.842 10302.024 862.717, 6408.016 10358.819 862.179, 6410.219 10390.72 861.955, 6419.469 10449.25 861.73, 6433.143 10494.939 862.237, 6462.697 10540.328 863.236, 6492.881 10576.844 868.789</trace>
</ink>
</file>

<file path=ppt/ink/ink64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6980.922 10422.583 533.15, 6930.113 10430.893 795.075, 6866.437 10445.337 830.889, 6819.935 10459.524 840.933, 6771.228 10477.135 864.102, 6740.119 10491.011 864.767, 6688.412 10534.579 867.269, 6671.551 10566.076 867.755, 6671.349 10602.732 867.699, 6680.771 10634.58 867.184, 6699.934 10666.991 866.185, 6741.011 10712.766 864.956, 6784.854 10743.692 866.675, 6817.595 10754.797 845.484</trace>
</ink>
</file>

<file path=ppt/ink/ink64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6955.663 10412.941 533.15, 6952.397 10468.323 871.251, 6944.218 10504.587 869.754, 6935.078 10542.831 868.021, 6924.256 10591.586 866.112, 6917.005 10623.742 865.12, 6904.711 10683.974 863.21, 6897.931 10725.753 862.166, 6888.706 10791.07 860.589, 6884.717 10825.071 860.103, 6880.953 10877.732 861.005, 6883.431 10934.14 865.008, 6892.104 10967.504 846.645</trace>
</ink>
</file>

<file path=ppt/ink/ink64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7288.542 10141.463 533.15, 7312.928 10185.76 871.295, 7323.523 10256.67 868.462, 7326.598 10298.164 866.879, 7324.144 10376.435 864.475, 7317.736 10427.862 863.309, 7311.515 10459.479 862.88, 7304.812 10493.021 863.071, 7289.243 10545.992 868.52, 7278.035 10581.5 871.678, 7284.516 10632.238 870.639, 7332.289 10605.881 868.255, 7383.792 10553.849 865.182, 7420.91 10511.295 863.262, 7446.781 10479.933 862.11, 7490.237 10426.342 860.125, 7534.484 10371.477 858.867, 7560.336 10338.262 858.463, 7600.114 10285.621 858.565, 7622.681 10254.375 858.917, 7655.686 10208.378 860.022, 7687.858 10161.732 865.598, 7678.678 10195.611 869.116, 7654.057 10269 865.516, 7639.482 10326.621 863.321, 7632.481 10364.199 862.283, 7623.249 10427.284 860.813, 7621.329 10467.094 860.289, 7621.437 10528.439 859.836, 7624.17 10559.634 860.012, 7634.665 10616.247 860.77, 7649.049 10658.381 862.338, 7676.208 10702.644 865.436</trace>
</ink>
</file>

<file path=ppt/ink/ink64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8144.645 10530.159 533.15, 8094.131 10517.587 827.048, 8035.967 10505.978 848.059, 7984.568 10493.646 866.843, 7924.941 10480.197 870.905, 7872.777 10476.765 871.574, 7847.327 10516.52 871.194, 7837.479 10566.459 871.941, 7850.596 10616.284 870.382, 7897.551 10666.537 867.718, 7944.022 10701.156 866.516, 7978.541 10723.752 865.962, 8036.411 10762.811 865.276, 8070.872 10786.537 865.046, 8106.377 10813.138 868.806, 8142.393 10861.375 871.141, 8151.963 10892.467 869.944, 8147.15 10945.591 868.03, 8102.752 10991.74 867.027, 8069.901 11009.378 866.633, 8030.775 11023.868 865.962, 7965.207 11036.92 864.833, 7927.136 11041.14 864.346, 7895.532 11044.109 863.753, 7854.294 11044.709 863.062, 7789.699 11042.861 861.826, 7750.592 11038.196 861.209, 7701.798 11032.935 859.926</trace>
</ink>
</file>

<file path=ppt/ink/ink64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2215.976 6540.182 533.15, 2256.129 6540.183 815.828, 2289.971 6540.182 841.395, 2340.704 6540.183 869.231, 2391.738 6541.932 869.097, 2429.247 6542.157 869.677, 2490.189 6544.132 869.334, 2556.661 6548.283 868.968, 2618.096 6553.813 868.58, 2665.605 6558.197 867.753, 2713.12 6562.571 867.127, 2759.353 6566.782 866.739, 2821.884 6572.679 867.32, 2872.363 6577.036 867.498, 2937.276 6582.423 867.559, 2975.242 6584.998 867.738, 3015.173 6587.285 868.974, 3081.43 6588.979 868.752, 3139.928 6590.211 868.73, 3179.816 6590.385 869.263, 3222.153 6590.418 869.683, 3261.52 6590.418 869.536, 3307.293 6589.878 868.994, 3363.606 6589.299 868.214, 3397.551 6588.431 868.02, 3429.772 6587.4 867.927, 3481.071 6585.517 867.628, 3522.233 6585.08 867.718, 3555.366 6583.715 868.5, 3610.509 6581.013 870.176, 3669.815 6578.176 870.178, 3732.673 6575.286 869.711, 3772.705 6573.456 868.942, 3821.147 6571.326 868.504, 3885.656 6567.696 869.337, 3919.821 6566.103 869.278, 3955.196 6563.893 868.815, 3999.575 6562.062 868.181, 4045.58 6560.881 868.205, 4089.514 6559.835 867.885, 4137.271 6559.505 869.052, 4168.718 6560.186 869.884, 4208.976 6561.185 869.996, 4250.575 6561.972 870.121, 4291.326 6562.604 869.542, 4347.657 6564.286 868.208, 4398.798 6566.442 868.324, 4433.804 6568.028 868.913, 4482.668 6568.857 868.555, 4520.513 6569.924 868.117, 4584.199 6570.471 868.177, 4619.483 6570.574 868.681, 4671.04 6570.619 868.976, 4723.313 6570.628 868.32, 4757.457 6569.737 867.897, 4795.104 6569.362 867.651, 4840.53 6568.441 868.36, 4891.989 6566.696 868.444, 4950.469 6565.295 868.708, 4989.669 6565.12 868.365, 5043.478 6565.061 867.543, 5101.177 6565.046 865.712, 5153.659 6565.046 864.483, 5201.813 6565.046 864.703, 5247.848 6565.046 866.076, 5294.076 6564.326 867.498, 5330.682 6563.554 868.961, 5373.396 6563.228 869.76, 5429.254 6561.479 869.529, 5463.739 6560.273 869.105, 5534.478 6557.958 868.317, 5593.856 6554.595 867.884, 5643.843 6552.182 869.836, 5702.269 6548.332 870.629, 5754.342 6544.891 869.927, 5823.12 6540.577 868.433, 5860.096 6538.093 867.708, 5904.979 6535.091 867.466, 5962.447 6531.287 868.16, 6008.055 6527.301 869.199, 6041.468 6524.373 869.588, 6074.165 6521.427 870.095, 6143.587 6517.091 869.262, 6176.328 6515.389 868.768, 6209.362 6513.438 868.791, 6261.186 6510.673 868.686, 6310.986 6508.603 868.062, 6344.74 6506.635 867.742, 6391.537 6504.067 867.934, 6436.153 6501.912 868.252, 6471.862 6499.888 868.674, 6537.329 6496.961 870.139, 6589.281 6497.746 870.24, 6653.355 6501.566 872.348, 6700.994 6503.957 871.899, 6755.187 6504.122 872.5, 6805.184 6488.165 872.889, 6838.748 6455.991 871.478, 6872.115 6402.587 870.043, 6901.832 6343.199 868.804, 6915.844 6311.561 868.041, 6930.097 6279.384 868.518, 6955.472 6214.416 869.611, 6967.918 6178.689 869.157, 6977.785 6146.715 868.6, 6994.156 6092.773 868.12, 7010.619 6038.034 868.099, 7023.044 5997.429 867.689, 7043.267 5930.268 866.176, 7063.055 5867.369 865.065, 7074.733 5831.299 865.459, 7087.545 5795.445 867.29, 7109.472 5733.645 869.959, 7132.133 5671.201 869.051, 7147.703 5632.239 867.785, 7170.598 5582.733 867.303, 7197.318 5525.084 867.802, 7223.484 5470.483 868.348, 7253.802 5412.057 867.566, 7287.615 5353.373 866.909, 7318.534 5301.205 867.985, 7350.314 5249.108 869.416, 7387.557 5194.473 869.132, 7410.534 5161.223 868.21, 7449.061 5109.082 867.625, 7472.839 5077.776 867.591, 7513.751 5025.366 866.549, 7553.607 4975.913 865.692, 7597.735 4923.564 868.259, 7638.643 4876.671 868.855, 7689.891 4820.43 867.034, 7730.665 4778.981 866.361, 7771.491 4738.55 866.589, 7825.372 4689.311 867.513, 7874.176 4648.862 867.583, 7924.776 4611.851 867.564, 7971.633 4579.254 867.659, 8033.454 4541.727 867.433, 8067.44 4523.619 867.271, 8102.488 4505.043 867.212, 8146.999 4482.266 868.309, 8179.743 4465.723 868.791, 8232.236 4442.278 869.063, 8267.731 4427.979 868.647, 8305.359 4415.148 868.168, 8355.248 4398.68 867.774, 8406.177 4383.49 868.393, 8451.492 4371.368 868.052, 8524.039 4353.114 867.131, 8587.787 4339.859 867.233, 8623.626 4334.769 867.874, 8655.707 4331.006 867.881, 8712.444 4324.387 867.336, 8747.661 4320.284 866.184, 8822.557 4313.607 865.063, 8877.407 4309.716 865.396, 8928.202 4308.08 866.018, 8967.419 4307.182 867.429, 9020.867 4306.108 868.391, 9055.156 4305.685 867.985, 9106.271 4306.875 867.024, 9162.716 4308.793 865.659, 9212.927 4312.326 865.691, 9270.136 4316.913 865.402, 9321.4 4321.942 864.773, 9391.685 4330.723 864.578, 9448.519 4339.384 865.988, 9489.26 4345.99 867.428, 9529.838 4353.865 868.73, 9580.517 4364.76 869.096, 9626.33 4375.948 868.326, 9699.378 4396.666 865.892, 9743.539 4411.09 864.985, 9783.961 4424.914 865.545, 9855.215 4453.219 866.426, 9901.714 4473.154 866.092, 9947.918 4493.911 865.453, 9992.104 4515.599 864.844, 10042.508 4541.098 865.766, 10088.507 4566.762 866.606, 10136.969 4596.372 866.988, 10190.083 4629.991 867.503, 10251.695 4673.632 866.967, 10317.524 4722.619 865.504, 10355.316 4752.289 864.65, 10411.52 4798.944 864.661, 10468.15 4847.757 864.795, 10521.854 4896.851 865.08, 10572.604 4946.66 865.357, 10619.17 4993.04 865.561, 10653.876 5027.155 865.777, 10685.592 5058.862 865.774, 10734.135 5109.662 865.643, 10781.932 5161.141 865.728, 10812.09 5193.364 865.904, 10861.516 5246.294 865.568, 10907.688 5300 865.144, 10934.89 5332.73 865.258, 10969.774 5374.724 865.684, 11015.78 5430.736 866.639, 11047.712 5470.859 868.606, 11074.139 5510.113 868.979, 11098.093 5545.565 868.618, 11119.922 5577.116 867.882, 11150.442 5620.854 867.815, 11182.658 5673.025 869.177, 11202.956 5707.917 869.312, 11230.404 5755.229 868.295, 11257.043 5801.423 868.044, 11277.555 5838.051 867.684, 11307.311 5896.65 867.313, 11326.001 5935.533 866.846, 11343.01 5969.956 866.857, 11371.377 6028.227 867.646, 11398.457 6083.196 869.076, 11415.098 6115.306 869.376, 11440.547 6166.83 869.688, 11463.438 6218.456 869.667, 11482.198 6262.875 870.683, 11501.858 6308.148 871.577, 11526.019 6361.99 871.616, 11541.508 6405.928 872.293, 11561.757 6449.287 871.604</trace>
</ink>
</file>

<file path=ppt/ink/ink65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3724.305 6161.127 533.15, 3767.367 6141.829 842.556, 3813.771 6158.077 869.383, 3845.258 6174.455 868.169, 3884.216 6197.364 866.85, 3923.787 6220.979 865.678, 3983.205 6255.835 864.559, 4030.8 6282.955 863.854, 4077.645 6308.439 863.573, 4142.337 6342.202 864.603, 4184.163 6363.845 868.018, 4231.79 6403.139 872.701, 4226.597 6438.341 871.682, 4183.989 6484.784 869.002, 4141.996 6517.668 866.042, 4108.271 6541.331 864.282, 4048.432 6580.782 861.143, 4014.118 6602.74 859.814, 3982.994 6622.614 858.967, 3943.023 6648.588 858.123, 3908.335 6671.048 857.397, 3874.228 6693.048 856.918, 3832.956 6719.704 856.614, 3771.139 6760.842 856.708, 3736.78 6784.172 857.045, 3683.384 6821.1 858.083, 3634.387 6855.439 862.454, 3596.658 6884.045 869.664, 3563.718 6907.409 688.429</trace>
</ink>
</file>

<file path=ppt/ink/ink65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4915.993 6263.122 533.15, 4971.102 6267.909 871.524, 5015.463 6275.1 869.237, 5060.917 6285.542 866.492, 5097.565 6297.678 865.001, 5140.532 6312.407 863.551, 5178.802 6326.125 862.37, 5214.037 6339.169 861.291, 5251.556 6353.305 860.574, 5320.92 6380.122 859.718, 5362.281 6396.571 859.438, 5393.862 6409.167 859.217, 5434.045 6424.855 858.958, 5468.228 6438.483 858.808, 5500.104 6451.457 858.763, 5537.005 6467.213 858.804, 5592.722 6491.849 859.37, 5660.626 6523.357 864.804, 5695.722 6540.662 867.922, 5735.129 6578.137 872.208, 5698.881 6625.69 870.144, 5652.717 6659.127 867.446, 5613.44 6685.417 865.901, 5574.442 6711.041 864.714, 5508.488 6754.454 863.621, 5463.889 6782.998 863.371, 5420.647 6812.667 866.637, 5387.632 6831.721 683.548</trace>
</ink>
</file>

<file path=ppt/ink/ink65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8246.583 4048.159 533.15, 8289.413 4070.709 765.224, 8322.563 4087.819 811.159, 8385.612 4124.563 836.438, 8428.264 4149.536 844.562, 8461.012 4168.782 863.938, 8513.708 4199.738 863.163, 8546.043 4218.53 862.725, 8599.132 4249.089 861.859, 8651.893 4279.291 863.002, 8697.264 4305.381 869.838, 8738.825 4329.114 872.534, 8772.991 4367 872.328, 8752.671 4429.022 869.476, 8711.632 4478.005 866.91, 8644.826 4536.016 864.123, 8568.675 4595.663 861.035, 8508.799 4644.637 855.001, 8469.898 4676.439 848.13, 8419.566 4716.376 829.468, 8386.729 4737.839 540.994</trace>
</ink>
</file>

<file path=ppt/ink/ink65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2314.306 6523.944 533.15, 2324.727 6478.656 871.213, 2362.201 6446.287 869.977, 2419.128 6441.12 870.37, 2452.162 6444.641 870.182, 2495.233 6451.976 869.571, 2546.426 6461.388 868.971, 2597.596 6470.737 868.615, 2630.234 6476.306 868.143, 2683.276 6484.864 866.992, 2738.1 6492.553 865.064, 2771.139 6497.727 864.084, 2829.678 6505.734 862.708, 2889.92 6512.648 862.348, 2921.447 6515.207 862.563, 2991.679 6519.155 863.068, 3058.117 6521.238 863.271, 3099.426 6521.727 863.07, 3165.49 6522.22 862.291, 3228.148 6521.504 861.512, 3266.796 6521.12 861.192, 3328.436 6519.873 861.517, 3367.599 6519.325 861.702, 3427.052 6518.737 862.064, 3468.1 6517.866 862.193, 3513.082 6517.301 862.199, 3548.974 6516.936 862.13, 3583.323 6516.706 862.035, 3648.338 6516.407 863.56, 3704.336 6515.415 864.981, 3743.508 6514.467 865.13, 3775.689 6513.604 865.054, 3808.906 6512.578 864.888, 3845.633 6510.77 864.457, 3909.896 6508.339 862.871, 3943.821 6507.716 862.151, 4011.972 6507.773 861.233, 4071.656 6507.426 861.233, 4107.355 6507.143 861.394, 4157.92 6505.577 861.811, 4203.498 6503.217 863.652, 4261.312 6498.265 866.227, 4311.992 6493.874 867.646, 4365.983 6488.899 868.438, 4426.899 6482.844 867.971, 4464.325 6478.796 867.138, 4523.221 6472.846 864.929, 4557.359 6469.615 863.511, 4607.3 6464.494 863.266, 4662.619 6459.178 865.107, 4715.326 6456.702 867.096, 4766.528 6454.748 867.547, 4825.747 6452.6 867.201, 4885.042 6449.403 866.241, 4947.213 6446.818 865.114, 5006.462 6445.269 863.621, 5041.882 6444.159 863.002, 5093.566 6442.979 862.091, 5163.546 6442.32 865.404, 5198.781 6442.262 867.333, 5231.523 6443.027 868.723, 5283.953 6444.828 868.747, 5318.919 6445.905 867.916, 5378.14 6447.973 865.545, 5427.314 6450.562 864.325, 5460.863 6452.352 864.182, 5522.99 6455.329 865.041, 5580.956 6457.367 865.919, 5633.724 6459.233 866.388, 5695.25 6463.358 866.403, 5765.097 6467.28 865.325, 5820.188 6470.309 864.781, 5852.933 6471.888 864.296, 5919.767 6475.38 863.095, 5951.786 6477.463 862.569, 6017.395 6481.973 862.476, 6074.906 6485.032 863.707, 6130.983 6488.305 865.86, 6188.284 6490.643 866.872, 6233.977 6492.44 867.079, 6301.242 6494.395 867.365, 6363.92 6495.691 866.561, 6414.891 6496.349 865.805, 6484.997 6496.489 865.165, 6549.937 6496.536 864.695, 6614.825 6496.543 864.273, 6683.07 6495.823 864.316, 6743.537 6493.382 864.533, 6775.184 6491.941 865.11, 6835.501 6489.682 866.032, 6894.01 6486.565 866.467, 6960.667 6484.024 866.189, 7026.417 6481.765 865.269, 7093.111 6479.874 864.629, 7150.287 6478.87 864.882, 7210.384 6476.715 864.782, 7272.224 6474.915 864.702, 7305.563 6474.112 864.611, 7336.991 6473.224 864.318, 7375.664 6472.646 863.733, 7437.077 6471.181 862.434, 7471.1 6470.607 862.035, 7524.106 6470.009 861.631, 7572.568 6468.79 862.448, 7644.368 6469.39 864.655, 7717.905 6469.575 866.192, 7767.551 6470.354 867.186, 7829.154 6471.339 867.735, 7903.84 6472.452 867.782, 7940.658 6472.911 867.189, 7990.051 6473.52 865.821, 8052.694 6473.677 866.14, 8102.747 6473.576 867.586, 8156.653 6472.015 867.785, 8219.657 6469.897 866.677, 8287.62 6467.463 864.815, 8318.83 6466.317 864.671, 8350.909 6465.303 866, 8385.632 6464.12 866.567, 8419.52 6462.811 866.365, 8485.03 6460.115 865.063, 8550.755 6458.113 863.697, 8586.598 6457.85 863.729, 8646.495 6458.479 864.475, 8680.581 6459.685 864.424, 8731.052 6461.78 864.667, 8804.492 6465.036 866.306, 8852.086 6467.234 866.993, 8898.662 6469.417 866.965, 8950.667 6470.789 866.001, 9005.464 6473.261 865.066, 9055.678 6476.56 865.069, 9088.103 6479.401 866.292, 9140.115 6483.809 868.743, 9190.956 6487.596 868.731, 9240.707 6490.49 867.314, 9272.858 6491.437 866.798, 9307.081 6492.426 866.742, 9353.613 6492.827 867.028, 9408.879 6494.548 867.037, 9457.048 6495.742 866.7, 9503.899 6497.155 866.013, 9577.109 6500.792 865.508, 9637.007 6503.493 868.158, 9685.227 6505.232 870.213, 9739.691 6507.055 869.661, 9800.639 6508.319 867.881, 9833.085 6508.586 866.956, 9869.691 6508.695 867.021, 9909.021 6508.714 866.631, 9942.912 6508.722 865.973, 9976.479 6508.722 865.2, 10044.094 6507.856 864.01, 10077.114 6507.439 863.835, 10130.28 6506.272 863.311, 10183.795 6504.538 863.43, 10254.347 6500.496 866.423, 10314.857 6495.957 869.451, 10386.818 6493.434 870.317, 10437.825 6492.349 869.659, 10485.577 6490.778 868.501, 10517.925 6489.669 867.279, 10571.537 6487.604 866.316, 10643.016 6484.895 866.329, 10693.809 6484.27 866.954, 10754.028 6486.077 867.087, 10816.671 6490.867 867.983, 10856.922 6493.762 869.264, 10894.714 6497.45 869.952, 10948.887 6502.682 869.494, 10981.187 6505.862 870.45, 11016.059 6509.479 871.041, 11070.545 6513.528 871.12, 11123.797 6514.09 871.336, 11182.504 6512.142 871.109, 11231.996 6509.601 872.298, 11284.372 6506.903 871.848, 11332.128 6505.016 871.678, 11366.473 6504.195 871.708, 11400.022 6502.674 871.853, 11434.622 6499.771 871.153, 11480.413 6493.146 870.511, 11512.819 6478.308 871.468, 11545.278 6462.274 765.356</trace>
</ink>
</file>

<file path=ppt/ink/ink65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2314.306 6569.106 533.15, 2369.566 6564.951 794.842, 2431.129 6561.329 831.898, 2497.706 6555.56 845.915, 2572.577 6547.649 865.37, 2623.424 6543.532 865.02, 2655.431 6541.363 864.705, 2711.336 6538.21 864.153, 2749.23 6536.568 863.766, 2812.106 6534.727 862.849, 2846.937 6534.685 862.29, 2916.694 6535.167 861.285, 2961.18 6536.023 861.07, 3009.719 6537.491 860.87, 3060.423 6538.449 860.712, 3104.618 6539.48 860.739, 3142.142 6540.476 860.795, 3187.628 6541.665 860.8, 3221.307 6542.592 860.778, 3259.158 6543.755 860.74, 3304.133 6545.227 860.693, 3354.232 6546.903 860.655, 3397.311 6547.985 860.625, 3435.075 6548.674 860.619, 3480.165 6549.122 860.742, 3549.019 6549.59 860.962, 3589.568 6549.701 861.131, 3621.253 6549.77 861.218, 3662.755 6549.088 861.241, 3700.02 6548.274 861.083, 3734.515 6547.376 860.858, 3777.917 6546.072 860.556, 3809.837 6544.992 860.255, 3847.263 6543.262 860.014, 3891.671 6541.255 859.925, 3961.701 6538.354 859.697, 3996.583 6537.047 859.818, 4031.818 6535.769 860.095, 4076.981 6534.4 860.23, 4110.303 6533.517 860.348, 4149.014 6532.953 860.521, 4194.888 6532.589 860.596, 4264.725 6532.234 860.498, 4310.28 6532.147 860.418, 4358.793 6532.101 860.342, 4394.846 6532.074 860.297, 4433.959 6532.063 860.264, 4478.284 6531.343 860.396, 4546.669 6530.558 860.644, 4581.156 6530.364 860.971, 4614.351 6530.239 861.274, 4654.858 6530.156 861.396, 4687.124 6530.104 861.514, 4721.158 6530.069 861.586, 4755.511 6530.524 861.779, 4820.013 6531.422 862.095, 4852.808 6531.657 862.186, 4919.396 6531.908 862.262, 4978.248 6531.129 862.276, 5013.937 6530.026 862.305, 5069.108 6528.099 862.297, 5100.356 6527.326 862.458, 5159.696 6525.775 863.039, 5217.204 6524.655 863.29, 5252.525 6524.37 863.352, 5307.662 6524.086 863.319, 5345.192 6524.018 863.312, 5385.69 6523.982 863.312, 5418.383 6523.96 863.297, 5449.688 6523.405 863.252, 5485.804 6523.054 863.26, 5538.514 6522.677 863.522, 5589.847 6521.487 864.075, 5644.965 6520.827 864.523, 5702.028 6519.828 864.765, 5750.243 6518.949 864.743, 5802.947 6517.513 864.584, 5859.28 6515.383 864.331, 5916.574 6513.1 864.146, 5966.36 6510.914 864.054, 6017.523 6508.504 864.133, 6070.752 6507.099 864.326, 6120.908 6505.213 865.683, 6167.13 6503.398 866.985, 6215.926 6501.124 867.51, 6249.021 6499.471 867.435, 6284.115 6497.705 867.446, 6331.737 6495.421 867.327, 6376.715 6493.562 868.271, 6411.457 6490.641 869.056, 6457.768 6487.833 870.307, 6490.839 6484.994 871.082, 6523.388 6481.042 872.221, 6580.485 6467.739 872.326, 6634.756 6450.793 873.184, 6682.719 6431.151 871.671, 6724.007 6406.152 871.437, 6768.533 6371.149 871.337, 6810.137 6332.841 870.6, 6858.013 6282.273 869.551, 6899.069 6234.266 869.611, 6925.261 6200.476 868.951, 6962.432 6149.708 868.085, 6985.595 6116.226 867.344, 7022.21 6060.634 866.333, 7042.404 6028.209 866.04, 7075.344 5972.897 866.258, 7109.264 5914.317 866.069, 7139.418 5861.071 865.841, 7161.654 5819.28 865.785, 7195.041 5755.152 865.647, 7215.28 5714.685 865.602, 7244.941 5649.276 865.586, 7277.348 5582.083 865.477, 7297.273 5541.069 865.388, 7331.281 5474.317 865.151, 7353.322 5431.804 864.977, 7377.224 5386.508 864.845, 7402.02 5339.349 864.787, 7422.027 5300.049 864.845, 7455.597 5237.337 865.118, 7477.607 5198.424 865.444, 7506.15 5147.904 865.759, 7529.861 5103.738 865.97, 7565.079 5044.864 866.177, 7600.562 4990.763 866.436, 7637.415 4938.708 866.589, 7673.578 4890.206 866.767, 7720.491 4831.964 868.021, 7764.746 4782.034 870.013, 7809.646 4735.312 869.246, 7856.919 4689.905 867.978, 7903.383 4647.104 868.485, 7952.254 4605.062 868.735, 8006.664 4561.751 867.78, 8040.154 4538.138 866.595, 8092.593 4504.046 865.818, 8135.819 4478.238 866.416, 8179.096 4455.465 868.124, 8220.809 4435.204 869.879, 8266.064 4417.69 869.413, 8324.457 4396.106 867.78, 8395.194 4372.357 866.744, 8442.382 4358.415 866.524, 8500.01 4342.958 867.682, 8558.144 4331.124 868.081, 8607.894 4322.479 867.896, 8639.698 4317.762 868.449, 8676.646 4313.259 868.035, 8745.811 4306.809 866.39, 8801.015 4304.158 864.851, 8836.703 4303.877 864.069, 8897.616 4304.311 862.419, 8928.561 4305.057 861.959, 8988.274 4308.621 861.485, 9022.361 4312.545 861.474, 9055.994 4316.92 862.107, 9110.528 4324.373 864.943, 9152.857 4331.288 867.057, 9196.183 4339.166 868.017, 9267.017 4353.116 867.582, 9321.897 4365.544 866.176, 9371.022 4376.912 867.428, 9426.915 4391.013 869.029, 9464.387 4401.06 869.979, 9498.182 4410.855 869.789, 9543.085 4424.508 869.054, 9589.391 4439.166 868.183, 9642.119 4456.668 867.294, 9685.241 4472.385 867.015, 9734.092 4490.986 866.325, 9789.375 4510.932 866.56, 9838.005 4531.106 868.308, 9877.073 4547.487 868.239, 9931.288 4569.435 866.83, 9980.49 4591.099 867.092, 10018.565 4607.276 867.067, 10078.247 4636.211 866.672, 10130.763 4663.472 867.371, 10169.189 4684.566 867.827, 10202.903 4703.79 867.552, 10245.465 4730.507 866.965, 10285.276 4757.288 867.035, 10320.908 4781.401 867.398, 10379.672 4823.361 867.127, 10413.829 4850.004 866.619, 10468.788 4896.142 865.601, 10524.796 4943.879 865.083, 10558.492 4974.975 864.904, 10610.245 5026.296 865.071, 10644.873 5060.368 865.173, 10681.438 5097.971 864.963, 10716.3 5136.708 864.819, 10745.792 5171.132 864.829, 10792.813 5228.802 865.016, 10820.675 5266.333 865.152, 10863.474 5326.381 865.166, 10906.485 5386.914 865.217, 10931.406 5424.78 865.304, 10964.759 5475.886 865.315, 10994.971 5523.459 865.29, 11023.066 5569.874 865.224, 11049.704 5615.616 865.203, 11072.388 5655.197 865.212, 11097.017 5697.284 865.235, 11122.081 5741.11 865.133, 11146.888 5788.301 865.529, 11166.997 5828.927 865.736, 11200.379 5898.263 865.281, 11221.562 5941.129 864.886, 11253.047 6000.32 864.433, 11281.217 6054.56 864.289, 11305.875 6110.586 863.851, 11329.339 6164.214 863.477, 11350.468 6211.378 863.511, 11372.062 6259.092 863.965, 11400.17 6328.178 864.873, 11427.367 6402.759 865.346, 11448.951 6472.144 866.336, 11457.837 6503.572 867.446</trace>
</ink>
</file>

<file path=ppt/ink/ink65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65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65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65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65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66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66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7716.143 5958.659 533.15, 7683.885 5958.659 705.831, 7632.246 5958.659 790.821, 7599.384 5957.052 808.495</trace>
</ink>
</file>

<file path=ppt/ink/ink66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17676.328 4547.193 533.15, 17704.6 4586.692 766.472, 17752.252 4637.026 832.302, 17802.17 4675.302 846.624, 17856.473 4710.446 869.859, 17888.773 4746.649 872.474, 17870.01 4783.102 871.116, 17804.457 4826.54 868.122, 17761.385 4850.642 866.472, 17708.1 4882.873 864.393, 17672.004 4904.784 862.423, 17624.662 4936.849 860.203, 17549.045 4994.056 858.057, 17500.393 5032.013 855.684, 17466.121 5060.258 851.498</trace>
</ink>
</file>

<file path=ppt/ink/ink66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6996.964 6648.814 533.15, 7012.066 6702.212 795.536, 7033.779 6757.674 832.314, 7053.918 6804.463 847.112, 7092.918 6859.501 868.87, 7127.824 6880.09 868.933, 7164.894 6887.831 868.485, 7245.223 6863.795 866.661, 7285.783 6846.33 865.055, 7334.653 6821.832 862.976, 7410.379 6781.946 857.312, 7461.224 6755.092 851.424, 7552.721 6703.881 842.037, 7671.295 6629.643 824.339, 7748.355 6581.385 793.718, 7812.795 6542.586 740.695, 7847.66 6520.723 718.488, 7881.703 6497.207 685.281</trace>
</ink>
</file>

<file path=ppt/ink/ink66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66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20157.697 7527.693 533.15, 20111.775 7523.576 796.405, 20057.637 7513.427 840.769, 20023.557 7504 796.323</trace>
</ink>
</file>

<file path=ppt/ink/ink66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17716.365 1807.835 533.15, 17758.27 1799.923 871.926, 17810.1 1832.795 869.868</trace>
</ink>
</file>

<file path=ppt/ink/ink66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20288.555 7605.145 533.15, 20242.795 7623.276 870.236, 20239.42 7659.703 869.829, 20264.709 7695.376 870.438</trace>
</ink>
</file>

<file path=ppt/ink/ink66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20290.506 7740.272 533.15, 20325.387 7787.876 870.197, 20369.672 7796.936 872.964, 20345.34 7759.044 870.697</trace>
</ink>
</file>

<file path=ppt/ink/ink66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67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16001.574 6614.757 533.15, 16076.379 6617.97 867.567, 16162.079 6604.352 864.486, 16225.027 6593.132 863.162, 16262.95 6586.44 863.449, 16317.512 6576.056 864.796, 16369.809 6572.417 867.382, 16425.301 6570.138 872.469</trace>
</ink>
</file>

<file path=ppt/ink/ink67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17241.771 6052.824 533.15, 17186.779 6059.982 871.364, 17133.492 6088.229 868.667, 17095.012 6112.435 866.923, 17046.762 6146.628 865.01, 16989.953 6195.715 863.039, 16934.287 6252.151 861.238, 16887.914 6307.625 860.073, 16861.674 6346.955 859.526, 16825.184 6411.788 858.949, 16810.525 6447.211 858.863, 16790.654 6517.677 859.241, 16784.193 6579.982 860.157, 16787.748 6616.982 860.586, 16796.816 6653.444 861.109, 16818.543 6706.766 862.215, 16866.848 6761.988 863.929, 16932.842 6789.868 864.574, 17001.699 6792.098 864.572, 17041.381 6783.639 864.768, 17095.148 6755.554 865.239, 17130.025 6701.467 866.473, 17114.91 6646.515 867.186, 17055.268 6608.949 867.667, 17003.227 6593.755 869.688, 17028.064 6550.909 870.547, 17089.133 6530.617 867.334, 17131.18 6521.575 866.051, 17165.32 6517.916 866.609, 17200.482 6518.32 868.462, 17243.527 6548.481 870.476, 17261.443 6628.12 868.169, 17262.756 6677.396 866.184, 17261.881 6733.232 864.942, 17261.951 6786.286 867.595, 17276.021 6846.9 869.945, 17287.188 6881.464 847.963</trace>
</ink>
</file>

<file path=ppt/ink/ink67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17515.201 6553.785 533.15, 17565.598 6553.785 847.331, 17603.93 6554.564 869.591, 17675.645 6563.563 866.208, 17716.072 6578.732 864.587, 17760.639 6621.204 864.274, 17771.854 6657.215 864.56, 17755.17 6726.255 864.384, 17704.818 6797.175 863.172, 17675.148 6832.451 862.292, 17621.795 6892.347 860.097, 17558.191 6956.86 863.812, 17515.297 7006.158 867.536, 17538.422 7052.051 870.096, 17572.02 7066.357 868.553, 17606.598 7082.817 867.058, 17670.092 7124.191 865.247, 17709.898 7154.982 864.228, 17767.154 7205.43 863.836, 17820.68 7249.929 864.694, 17854.355 7269.077 865.769, 17897.967 7270.268 866.838, 17951.91 7245.216 867.662</trace>
</ink>
</file>

<file path=ppt/ink/ink67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18170.455 5881.991 533.15, 18175.68 5948.781 794.185, 18178.232 5983.72 810.299, 18182.654 6051.168 827.927, 18185.422 6090.579 833.146, 18188.447 6130.092 836.829, 18191.072 6185.307 839.267, 18193.086 6231.978 857.659, 18195.189 6282.499 856.636, 18197.252 6345.91 854.969, 18198.578 6386.975 854.316, 18200.113 6444.124 853.781, 18201.105 6499.286 853.563, 18201.73 6544.972 853.495, 18202.814 6601.58 853.649, 18203.67 6644.643 854.224, 18204.047 6686.812 856.502, 18203.408 6722.826 859.134, 18194.018 6788.225 865.629</trace>
</ink>
</file>

<file path=ppt/ink/ink67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18168.5 6334.065 533.15, 18219.693 6327.883 871.702, 18262.564 6329.279 869.64, 18323.164 6327.797 866.811, 18358.033 6325.364 865.268, 18404.592 6321.638 863.589, 18479.369 6314.682 860.779, 18523.998 6308.706 859.585, 18560.268 6303.374 858.624, 18605.867 6293.866 857.944, 18642.26 6284.761 857.65, 18677.891 6273.595 857.664, 18713.775 6255.823 858.017, 18760.156 6234.749 860.899</trace>
</ink>
</file>

<file path=ppt/ink/ink67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18844.26 5521.102 533.15, 18829.852 5570.02 871.784, 18829.096 5620.021 869.583, 18828.791 5683.394 866.65, 18829.125 5720.512 864.828, 18829.98 5761.543 862.967, 18831.232 5815.869 861.028, 18832.084 5852.856 859.44, 18833.303 5904.991 857.888, 18835.143 5962.106 856.52, 18836.676 6006.593 855.399, 18837.672 6066.693 854.684, 18838.375 6108.175 854.549, 18839.471 6164.472 854.481, 18841.141 6230.646 854.393, 18842.291 6275.858 854.361, 18844.418 6335.666 854.278, 18846.713 6393.253 854.136, 18848.668 6440.02 854.179, 18850.617 6496.415 854.348, 18852.137 6542.68 854.704, 18855.934 6602.71 859.032, 18867.115 6661.887 862.841, 18902.287 6671.19 871.245</trace>
</ink>
</file>

<file path=ppt/ink/ink67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19272.959 6040.739 533.15, 19283.773 6089.724 871.081, 19287.998 6143.602 868.834, 19287.646 6234.381 865.301, 19286.637 6284.52 862.293, 19283.219 6371.391 855.252, 19279.602 6522.934 841.45, 19277.014 6636.668 813.424, 19277.604 6810.511 768.797, 19283.527 7036.724 711.668, 19287.357 7183.541 630.073, 19287.422 7241.549 541.652, 19289.043 7310.915 450.184, 19291.256 7373.646 391.353, 19294.445 7438.707 327.25</trace>
</ink>
</file>

<file path=ppt/ink/ink67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15773.065 8454.362 533.15, 15822.68 8456.594 765.131, 15884.32 8458.007 809.171, 15947.572 8458.462 827.16, 15990.374 8458.569 832.671, 16065.183 8457.12 840.076, 16105.093 8455.404 859.359, 16141.781 8452.886 859.133, 16186.312 8449.684 858.898, 16253.957 8444.693 859.607, 16290.537 8442.367 860.312, 16348.345 8439.613 861.704, 16381.812 8438.908 862.631, 16431.297 8437.883 867.795</trace>
</ink>
</file>

<file path=ppt/ink/ink67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17254.465 7861.118 533.15, 17206.422 7878.031 871.764, 17159.043 7906.382 869.731, 17120.156 7936.642 867.664, 17073.895 7977.762 865.119, 17020.303 8032.658 862.44, 16968.262 8098.697 860.266, 16925.295 8168.951 858.891, 16894.518 8239.261 858.601, 16881.416 8285.78 858.623, 16867.297 8359.364 858.846, 16866.152 8401.016 859.006, 16872.453 8469.487 859.385, 16888.383 8523.125 860.323, 16933.602 8582.718 862.123, 16997.096 8618.449 863.457, 17038.141 8629.375 864.193, 17090.754 8628.429 864.662, 17155.959 8609.596 865.569, 17203.215 8575.481 867.104, 17224.209 8515.325 868.711, 17215.26 8481.418 870.044, 17173.537 8444.646 871.773, 17144.869 8400.035 870.976, 17182.629 8357.17 869.382, 17246.699 8317.854 869.041, 17311.979 8314.224 871.091, 17349.186 8356.968 869.359, 17361.861 8396.912 867.692, 17372.215 8451.499 865.865, 17380.791 8503.009 864.39, 17391.467 8557.636 863.279, 17416.561 8628.801 865.105, 17435.152 8664.521 860.786</trace>
</ink>
</file>

<file path=ppt/ink/ink67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17701.717 8406.023 533.15, 17754.324 8403.186 871.034, 17787.791 8400.509 869.275, 17825.395 8397.758 867.602, 17869.062 8397.375 866.362, 17904.607 8403.322 865.913, 17942.43 8445.932 866.79, 17938.695 8491.472 866.304, 17923.23 8544.048 864.911, 17903.924 8587.166 863.81, 17879.613 8633.298 862.689, 17836.916 8706.895 860.406, 17812.814 8744.059 859.505, 17777.602 8796.753 858.309, 17746.611 8842.837 864.348, 17721.619 8883.167 870.077, 17713.258 8918.599 871.135, 17725.535 8952.469 870.022, 17794.621 8982.657 867.808, 17834.381 8994.289 866.363, 17913.127 9014.69 865.114, 17968.059 9028.49 863.849, 18002.641 9034.915 863.286, 18056.633 9042.621 862.826, 18113.51 9041.837 863.016, 18168.48 9030.935 863.962, 18204.406 9023.237 859.221</trace>
</ink>
</file>

<file path=ppt/ink/ink68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18812.035 7787.512 533.15, 18766.506 7818.332 765.142, 18732.822 7848.525 810.294, 18693.148 7894.861 828.533, 18669.053 7932.109 833.589, 18632.9 7996.902 840.457, 18614.975 8040.37 859.441, 18602.014 8073.949 858.794, 18589.939 8119.427 858.118, 18582.109 8161.346 857.661, 18577.197 8199.409 857.364, 18577.914 8246.427 857.2, 18584.445 8318.865 857.855, 18594.691 8358.875 858.42, 18620.998 8426.142 859.278, 18654.689 8483.002 860.097, 18697.369 8528.18 860.886, 18741.229 8557.052 862.021, 18780.309 8571.855 863.159, 18818.342 8576.391 864.524, 18855.16 8570.872 865.59, 18888.84 8549.907 866.293, 18924.346 8494.731 866.494, 18927.008 8460.146 866.362, 18914.705 8421.553 866.187, 18868.41 8364.628 865.923, 18819.865 8328.159 869.797, 18794.334 8279.913 871.101, 18847.41 8226.721 868.576, 18904.93 8194.956 866.645, 18971.959 8165.002 865.221, 19029.223 8145.75 865.849, 19083.67 8150.931 869.811, 19119.146 8199.195 869.611, 19135.408 8242.772 868.474, 19148.35 8297.823 866.414, 19154.414 8359.746 864.322, 19159.447 8414.139 862.927, 19167.209 8469.715 862.348, 19188.861 8539.051 865.4, 19202.193 8574.592 816.25</trace>
</ink>
</file>

<file path=ppt/ink/ink68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19421.393 8347.248 533.15, 19474.238 8329.704 765.265, 19516.195 8317.656 811.467, 19558.926 8307.174 831.099, 19614.801 8298.963 846.193, 19654.684 8305.691 868.585, 19696.418 8355.56 869.04, 19699.508 8399.849 868.083, 19693.455 8448.87 866.339, 19682.947 8497.599 864.583, 19672.549 8544.736 863.959, 19666.291 8618.255 865.291, 19674.84 8677.423 867.793, 19701.625 8715.215 868.268, 19772.709 8773.706 866.252, 19829.877 8819.066 865.962, 19861.605 8882.368 866.709, 19848.887 8957.256 866.197, 19822.666 9009.782 864.864, 19786.465 9064.464 862.868, 19750.367 9110.551 864.234, 19702.217 9149.318 866.97, 19666.383 9145.721 816.13</trace>
</ink>
</file>

<file path=ppt/ink/ink68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20332.498 7780.92 533.15, 20355.566 7829.301 846.771, 20372.521 7885.018 867.797, 20380.359 7924.218 865.872, 20387.166 7967.021 863.8, 20392.285 8027.778 860.162, 20395.799 8076.125 855.628, 20397.844 8130.77 851.165, 20399.166 8190.968 848.051, 20399.971 8235.289 845.665, 20399.719 8290.965 844.932, 20399.541 8327.132 845.744, 20399.225 8388.905 849.321, 20398.973 8447.153 859.268, 20401.201 8482.685 866.889</trace>
</ink>
</file>

<file path=ppt/ink/ink68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20394.996 8218.163 533.15, 20439.922 8223.408 846.625, 20478.557 8218.68 868.801, 20536.422 8209.723 866.683, 20601 8198.224 864.449, 20637.537 8191.056 863.142, 20672.346 8184.142 861.913, 20715.67 8174.978 860.791, 20783.209 8159.396 859.376, 20823.695 8147.293 859.03, 20883.418 8126.27 859.219, 20932.842 8102.515 860.932, 20979.793 8070.268 864.277, 21015.025 8047.413 813.298</trace>
</ink>
</file>

<file path=ppt/ink/ink68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20916.465 7611.737 533.15, 20929.137 7665.53 871.685, 20950.475 7741.125 868.576, 20957.273 7776.82 867.259, 20967.734 7846.912 864.332, 20972.512 7888.563 862.973, 20976.742 7929.382 861.68, 20980.828 7984.242 860.229, 20983.955 8038.746 858.462, 20986.158 8082.815 856.419, 20988.26 8137.646 855.003, 20989.668 8175.833 854.428, 20991.164 8222.467 854.296, 20996.908 8307.615 857.374, 21004.354 8368.122 869.442</trace>
</ink>
</file>

<file path=ppt/ink/ink68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21287.547 8236.84 533.15, 21336.773 8236.84 841.868, 21404.855 8237.966 867.839, 21468.303 8247.812 866.084, 21518.494 8283.104 865.692, 21537.75 8355.556 865.069, 21529.119 8421.257 863.536, 21512.582 8475.925 862.005, 21501.102 8512.79 860.23, 21479.256 8567.426 856.39, 21454.346 8624.622 851.846, 21433.209 8671.526 847.68, 21404.205 8733.248 843.567, 21381.508 8781.8 841.621, 21357.814 8833.043 840.586, 21334.479 8891.786 840.783, 21315.578 8950.748 842.101, 21303.957 9000.516 844.357, 21296.604 9037.369 846.668, 21295.826 9072.213 849.923, 21324.043 9135.892 859.864, 21364.746 9152.691 862.885, 21403.148 9150.882 862.964, 21487.535 9132.259 860.935, 21534.273 9114.602 857.572, 21583.342 9091.732 853.007, 21649.164 9049.718 846.666, 21691.85 9022.37 839.071, 21745.561 8989.564 816.127, 21779.941 8968.545 636.87</trace>
</ink>
</file>

<file path=ppt/ink/ink68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17739.803 1951.752 533.15, 17789.619 1951.752 872.491, 17853.414 1951.752 869.029, 17896.561 1951.752 867.551, 17942.291 1950.972 866.492, 17986.754 1949.309 865.824, 18068.369 1946.269 865.21, 18103.756 1945.07 864.956, 18144.963 1943.706 864.637, 18214.07 1941.33 863.756, 18255.223 1939.862 863.266, 18327.061 1937.101 862.373, 18366.078 1936.023 861.942, 18399.924 1935.323 861.494, 18441.803 1934.089 861.04, 18489.936 1932.713 860.669, 18540.707 1931.06 860.468, 18617.25 1929.278 860.469, 18659.129 1928.833 860.624, 18694.127 1928.545 860.739, 18738.059 1927.592 860.903, 18771.676 1926.973 861.048, 18809.664 1926.569 861.128, 18853.49 1926.319 861.19, 18920.574 1926.073 861.336, 18959.963 1925.492 861.391, 19034.539 1924.444 861.419, 19069.607 1923.671 861.388, 19105.209 1922.32 861.336, 19149.758 1919.882 861.25, 19218.166 1915.674 861.475, 19264.969 1913.419 861.545, 19317.283 1910.394 861.565, 19358.279 1908.174 861.519, 19399.129 1906.216 861.419, 19441.562 1903.846 861.385, 19514.338 1900.106 861.354, 19553.59 1898.868 861.35, 19628.816 1896.781 861.265, 19663.402 1895.584 861.366, 19697.596 1894.224 861.439, 19739.119 1892.564 861.558, 19804.076 1890.81 861.599, 19838.895 1890.37 861.808, 19906.57 1889.331 862.483, 19948.076 1888.835 862.821, 19988.631 1888.522 863.211, 20046.262 1888.136 865.188, 20079.914 1889.028 867.361, 20155.713 1891.527 870.445, 20205.965 1892.734 870.585, 20261.375 1894.898 869.444, 20316.334 1895.58 868.185, 20367.375 1894.911 867.907, 20411.844 1893.529 867.829, 20471.334 1890.802 868.017, 20530.49 1888.195 868.744, 20581.547 1885.786 868.65, 20635.064 1881.797 869.286, 20706.857 1871.102 870.026, 20764.662 1859.051 869.673, 20801.041 1849.402 869.844, 20851.924 1833.843 871.914, 20897.301 1806.006 872.129, 20930.744 1760.865 871.324, 20943.357 1702.454 870.37, 20942.244 1660.79 869.405, 20936.041 1616.559 868.1, 20928.283 1575.064 866.712, 20912.053 1508.46 865.436, 20889.506 1447.871 865.205, 20866.346 1395.85 865.024, 20824.756 1323.42 864.688, 20793.809 1275.399 864.173, 20758.557 1225.785 863.714, 20720.16 1173.927 863.41, 20684.645 1129.006 863.349, 20641.715 1079.334 863.216, 20593.439 1027.55 862.908, 20536.148 971.669 862.201, 20486.902 925.713 861.615, 20435.621 879.273 861.437, 20367.52 821.887 861.425, 20328.154 790.233 861.447, 20268.154 744.404 861.718, 20209.471 704.739 862.03, 20173.732 682.304 862.121, 20116.309 647.386 862.182, 20076.523 624.526 862.001, 20014.033 590.759 861.434, 19978.42 572.727 861.179, 19911.564 541.509 860.85, 19847.799 514.742 860.956, 19807.539 498.566 860.933, 19744.314 473.816 861.245, 19707.422 459.919 861.35, 19639.438 435.971 861.496, 19572.965 413.958 861.707, 19531.146 400.768 861.727, 19484.033 385.436 861.698, 19438.307 371.479 861.599, 19404.215 361.245 861.461, 19361.52 349.424 861.376, 19326.365 339.887 861.378, 19291.773 331.153 861.451, 19249.639 321.516 861.631, 19181.996 307.765 861.794, 19141.506 300.821 861.791, 19067.537 289.302 861.689, 19030.881 284.64 861.483, 18995.662 280.915 861.297, 18951.398 277.74 861.091, 18880.924 273.593 860.873, 18842.076 272.293 860.931, 18766.422 271.78 861.175, 18716.781 274.122 861.588, 18664.027 278.607 861.94, 18608.727 284.648 862.09, 18555.006 292.451 861.945, 18517.523 298.15 861.741, 18471.377 306.338 861.635, 18399.92 321.768 861.466, 18356.002 334.043 861.264, 18322.178 343.893 861.246, 18278.311 358.452 860.935, 18234.996 373.787 860.634, 18199.342 386.766 860.354, 18154.232 404.31 860.084, 18114.811 420.865 859.537, 18077.795 437.513 858.93, 18031.217 459.638 858.295, 17997.537 476.014 858.011, 17958.098 496.579 857.866, 17910.365 522.589 857.625, 17857.471 553.61 857.546, 17811.66 581.44 857.632, 17771.094 606.749 857.549, 17723.205 638.082 857.548, 17688.166 661.156 857.636, 17648.803 688.302 857.919, 17607.307 717.902 858.258, 17536.734 769.689 858.802, 17474.029 817.206 859.617, 17433.029 850.108 859.796, 17367.074 905.138 859.743, 17324.143 943.797 859.416, 17278.793 986.104 859.012, 17239.582 1022.661 858.708, 17168.863 1089.179 858.072, 17111.178 1145.002 858.638, 17056.357 1198.966 859.613, 17000.953 1254.425 860.904, 16951.951 1305.125 862.037, 16909.098 1350.898 863.047, 16862.93 1401.807 863.445, 16827.969 1430.938 570.958</trace>
</ink>
</file>

<file path=ppt/ink/ink68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15748.653 10435.687 533.15, 15796.571 10435.686 766.59, 15832.973 10435.687 812.473, 15900.585 10432.89 838.164, 15947.993 10429.432 847.061, 16007.021 10423.687 866.931, 16049.24 10419.12 866.515, 16113.747 10411.685 865.277, 16181.479 10403.562 863.714, 16249.407 10397.26 867.317, 16284.986 10395.63 873.122, 16320.72 10398.895 867.081</trace>
</ink>
</file>

<file path=ppt/ink/ink68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17271.066 9966.584 533.15, 17218.916 10000.606 841.76, 17164.027 10039.137 868.605, 17123.818 10076.264 867.178, 17085.482 10117.48 865.497, 17046.934 10165.046 863.923, 17022.84 10201.335 863.005, 16986.486 10263.043 861.472, 16969.443 10298.168 860.929, 16954.178 10332.957 860.412, 16939.162 10380.206 859.815, 16928.793 10419.187 859.216, 16920.775 10462.324 858.619, 16916.305 10515.051 858.011, 16913.568 10549.419 857.637, 16915.012 10593.638 857.283, 16920.545 10635.414 857.164, 16939.049 10704.727 857.524, 16966.998 10759.901 858.903, 17024.988 10814.919 861.376, 17094.248 10839.294 863.297, 17137.773 10843.274 864.272, 17195.436 10835.928 865.189, 17257.379 10797.517 867.335, 17290.736 10741.686 867.23, 17295.066 10707.067 867.126, 17268.748 10644.967 866.407, 17218.779 10610.535 866.561, 17167.691 10577.756 871.565, 17209.535 10521.723 869.899, 17243.393 10493.188 867.685, 17281.441 10464.692 865.778, 17335.154 10425.567 864.187, 17401.258 10391.27 869.761, 17451.648 10412.839 870.611, 17457.537 10448.051 869.48, 17458.559 10506.663 867.052, 17458.004 10575.42 864.23, 17457.92 10618.22 862.632, 17458.154 10658.736 861.035, 17460.502 10707.48 859.601, 17462.236 10741.383 858.458, 17465.445 10784.088 857.748, 17474.287 10856.78 859.523, 17487.162 10896.869 862.57, 17506.82 10932.467 811.552</trace>
</ink>
</file>

<file path=ppt/ink/ink68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17842.338 10560.377 533.15, 17854.658 10612.339 765.784, 17866.924 10690.682 822.737, 17872.309 10754.008 835.818, 17874.162 10808.17 838.931, 17875.348 10843.812 841.281, 17876.268 10896.03 859.555, 17876.814 10929.77 858.561, 17877.316 10965.518 858.381, 17877.467 11008.563 861.42, 17877.494 11067.382 874.458</trace>
</ink>
</file>

<file path=ppt/ink/ink69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18784.691 9749.062 533.15, 18739.965 9782.894 834.843, 18694.451 9824.43 847.584, 18659.037 9864.815 865.824, 18633.928 9899.763 864.535, 18587.344 9970.611 861.989, 18561.504 10014.712 860.352, 18538.08 10056.544 858.362, 18510.109 10114.265 855.448, 18489.99 10158.078 853.222, 18469.355 10210.831 850.797, 18450.773 10272.336 849.092, 18438.143 10315.662 848.045, 18427.33 10373.38 847.757, 18420.334 10427.544 848.149, 18415.998 10474.336 848.795, 18416.752 10530.069 849.613, 18419.297 10572.479 850.754, 18426.086 10615.686 852.289, 18438.566 10659.685 853.858, 18464.182 10722.593 857.083, 18495.178 10767.626 859.946, 18548.197 10801.37 863.126, 18583.936 10804.763 864.561, 18618.826 10791.31 865.308, 18671.18 10727.709 865.13, 18690.828 10668.989 864.199, 18694.859 10633.5 864.755, 18680.656 10571.785 865.609, 18653.17 10536.123 866.054, 18600.795 10506.989 867.544, 18583.76 10470.702 871.058, 18643.359 10416.393 868.75, 18682.93 10387.532 866.587, 18757.277 10341.938 864.306, 18813.375 10312.868 867.135, 18850.615 10300.389 869.002, 18891.234 10294.006 869.514, 18927.281 10300.368 869.144, 18967.977 10360.376 866.876, 18972.988 10414.638 864.748, 18972.645 10457.193 863.459, 18971.811 10495.84 862.162, 18969.979 10537.599 860.814, 18967.375 10593.155 859.315, 18965.494 10632.062 858.078, 18963.666 10681.42 856.867, 18961.951 10731.604 855.991, 18960.658 10769.873 855.353, 18960.521 10816.369 855.168, 18960.379 10878.132 859.139, 18963.213 10936.32 874.274</trace>
</ink>
</file>

<file path=ppt/ink/ink69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19351.082 10501.603 533.15, 19401.658 10497.261 795.419, 19467.416 10500.252 839.765, 19520.539 10530.769 868.344, 19536.238 10614.205 866.996, 19521.287 10675.513 865.056, 19507.748 10711.937 863.682, 19491.932 10749.683 862.171, 19466.713 10800.462 860.404, 19449.377 10834.942 858.856, 19423.057 10882.553 856.389, 19391.518 10935.383 853.677, 19368.141 10973.956 851.481, 19337.406 11022.801 849.929, 19309.646 11066.48 849.741, 19268.43 11132.498 857.737, 19237.061 11198.425 865.872, 19245.229 11246.943 870.198, 19303.746 11279.199 868.281, 19344.023 11297.632 866.896, 19425.059 11344.425 864.295, 19481.945 11385.514 862.317, 19538.283 11427.827 860.941, 19596.713 11466.852 860.568, 19640.742 11489.797 861.225, 19677.113 11495.669 863.264, 19712.035 11480.918 859.159</trace>
</ink>
</file>

<file path=ppt/ink/ink69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20148.91 9652.384 533.15, 20148.91 9713.911 832.849, 20149.877 9772.231 840.691, 20151.959 9819.551 842.756, 20153.793 9858.875 860.987, 20155.201 9910.157 858.12, 20155.488 9978.196 853.894, 20155.611 10026.007 850.575, 20153.955 10102.552 845.581, 20151.447 10180.269 840.145, 20148.48 10256.532 834.583, 20143.43 10359.899 827.558, 20139.51 10436.49 820.842, 20134.799 10518.057 815.453, 20131.73 10570.967 815.01, 20129.734 10605.012 816.442, 20126.709 10661.361 821.68, 20124.746 10697.942 826.621, 20121.568 10757.027 858.305</trace>
</ink>
</file>

<file path=ppt/ink/ink69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20119.611 10095.67 533.15, 20165.32 10113.505 871.349, 20200.723 10120.962 869.685, 20245.51 10127.718 868.067, 20294.605 10132.889 866.59, 20346.363 10137.069 865.157, 20404.027 10139.027 863.897, 20464.787 10138.361 863.061, 20515.307 10133.189 862.982, 20563.936 10125.333 866.602</trace>
</ink>
</file>

<file path=ppt/ink/ink69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20622.527 9552.962 533.15, 20623.146 9608.309 871.961, 20630.285 9682.271 869.03, 20632.795 9717.195 867.75, 20636.346 9785.299 864.907, 20638.084 9840.967 863.133, 20639.238 9877.821 861.41, 20640.65 9930.942 859.266, 20641.564 9986.38 856.737, 20642.139 10031.326 854.455, 20643.545 10091.003 852.226, 20644.453 10140.486 851.312, 20645.023 10191.597 850.922, 20644.352 10253.792 850.794, 20643.908 10294.916 851.21, 20643.613 10347.335 851.895, 20643.42 10381.396 853.112, 20642.506 10443.304 856.899, 20641.48 10496.923 866.438</trace>
</ink>
</file>

<file path=ppt/ink/ink69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21185.988 9913.852 533.15, 21208.992 9972.346 840.854, 21215.18 10012.574 847.716, 21218.816 10055.973 866.357, 21223.434 10135.897 863.048, 21223.131 10193.989 860.848, 21222.178 10242.735 858.147, 21216.68 10320.125 852.734, 21211.301 10387.356 846.477, 21202.99 10470.053 838.894, 21192.377 10582.984 829.347, 21185.477 10656.215 816.347, 21179.221 10719.783 788.203, 21173.291 10782.295 770.49</trace>
</ink>
</file>

<file path=ppt/ink/ink69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15564.088 2014.372 533.15, 15609.52 1977.385 871.65, 15667.272 1944.952 869.272, 15701.742 1933.378 868.9, 15781.898 1914.535 868.492, 15822.211 1906.578 868.105, 15860.279 1899.38 867.977, 15901.487 1892.35 868.074, 15981.04 1879.925 867.378, 16017.478 1874.494 866.852, 16059.165 1868.823 866.015, 16126.796 1859.23 864.411, 16168.468 1853.788 863.56, 16236.686 1845.378 862.151, 16272.925 1841.066 861.685, 16344.045 1834.076 861.104, 16405.324 1829.187 861.274, 16443.014 1826.774 861.558, 16500.109 1824.215 862.356, 16556.109 1823.185 863.14, 16614.184 1822.812 863.917, 16674.51 1822.684 864.563, 16729.918 1823.446 865.014, 16784.059 1825.308 865.078, 16842.246 1827.512 864.933, 16901.764 1830.987 864.784, 16937.641 1833.577 865.1, 16995.881 1836.532 865.966, 17052.809 1839.057 866.478, 17091.191 1841.471 866.224, 17150.238 1844.057 865.392, 17183.865 1845.201 864.629, 17246.664 1846.879 863.192, 17299.141 1847.563 862.475, 17375.234 1848.464 863.532, 17446.152 1849.306 865.643, 17489.324 1849.478 866.953, 17565.42 1849.57 866.884, 17628.771 1851.19 866.288, 17680.434 1851.869 865.889, 17756.35 1853.009 865.853, 17823.586 1854.158 866.125, 17858.627 1855.674 867.375, 17934.139 1856.585 869.864, 17975.311 1856.643 869.731, 18017.219 1857.255 869.092, 18090.482 1858.835 867.124, 18130.299 1860.036 865.67, 18197.896 1862.439 862.744, 18255.459 1864.9 861.421, 18301.645 1867.071 863.233, 18338.424 1868.702 866.28, 18387.197 1870.46 870.196, 18449.258 1874.133 870.844, 18506.311 1877.953 869.259, 18568.934 1882.028 866.943, 18628.697 1889.379 865.559, 18685.826 1901.26 866.81, 18742.941 1917.034 870.979, 18800.598 1946.152 872.385, 18846.83 1996.556 870.193, 18862.379 2072.541 868.401, 18858.707 2117.195 867.484, 18850.711 2158.066 866.611, 18827.566 2224.643 865.743, 18810.248 2264.327 865.751, 18770.986 2335.504 865.234, 18742.547 2383.297 864.681, 18708.781 2436.045 864, 18671.027 2489.64 863.229, 18643.566 2525.951 862.885, 18614.248 2563.409 862.54, 18565.18 2623.032 861.879, 18517.773 2677.987 861.218, 18467.564 2731.875 860.884, 18416.5 2786.163 861.006, 18368.133 2836.142 861.375, 18317.898 2884.79 861.557, 18271.373 2930.252 862.177, 18216.891 2979.198 862.631, 18163.213 3025.168 862.924, 18112.199 3068.245 862.919, 18046.707 3119.647 862.661, 17990.236 3162.092 862.523, 17937.807 3198.679 863.07, 17887.148 3232.097 863.884, 17839.889 3261.014 864.527, 17781.621 3293.067 865.533, 17730.436 3318.39 868.652, 17690.85 3335.082 869.596, 17644.652 3352.44 869.637, 17592.129 3370 868.724, 17532.342 3388.729 867.029, 17486.904 3400.888 866.159, 17420.309 3415.129 866.797, 17359.061 3422.141 868.564, 17303.287 3427.471 869.781, 17246.547 3431.347 868.31, 17187.811 3435.66 866.498, 17133.385 3440.781 866.146, 17080.375 3445.128 866.525, 17021.986 3449.011 866.817, 16964.141 3452.526 866.191, 16930.484 3454.306 865.769, 16895.096 3456.244 865.229, 16858.838 3458.262 864.76, 16806.18 3461.191 865.121, 16740.168 3463.136 868.873, 16694.648 3462.74 870.747, 16641.225 3460.479 870.094, 16579.982 3456.03 868.241, 16523.367 3449.008 866.601, 16465.656 3439.355 865.35, 16398.227 3424.753 865.518, 16345.277 3409.123 865.76, 16311.122 3397.23 865.609, 16253.113 3376.707 864.977, 16202.743 3358.343 863.841, 16144.793 3334.99 866.26, 16082.024 3302.846 869.475, 16024.851 3273.02 869.275, 15974.347 3245.158 867.554, 15928.555 3218.234 865.897, 15885.546 3192.441 865.169, 15835.799 3163.25 867.175, 15777.268 3125.833 868.597, 15728.797 3094.032 867.763, 15684.52 3065.041 867.727, 15646.085 3038.168 867.89, 15612.027 3012.783 867.992, 15553.678 2966.328 867.445, 15519.599 2936.871 866.908, 15471.233 2889.164 866.105, 15431.62 2848.506 865.873, 15382.453 2794.767 866.292, 15340.317 2745.886 866.741, 15291.46 2682.776 867.343, 15251.277 2632.636 868.757, 15202.404 2564.789 868.821, 15167.055 2506.474 867.96, 15141.114 2460.706 866.666, 15104.594 2391.573 865.404, 15084.101 2350.092 864.908, 15059.729 2296.978 865.769, 15037.968 2246.218 867.701, 15023.121 2207.704 868.274, 15001.645 2154.548 868.066, 14978.648 2089.553 868.04, 14957.923 2029.524 868.801, 14942.311 1980.591 869.366, 14935.42 1946.47 813.98</trace>
</ink>
</file>

<file path=ppt/ink/ink69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20715.297 3081.112 533.15, 20668.934 3119.731 763.444, 20628.023 3146.394 811.669, 20593.576 3162.631 729.797</trace>
</ink>
</file>

<file path=ppt/ink/ink69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7636.593 5861.118 533.15, 7593.794 5815.106 814.769, 7543.035 5773.482 844.747, 7476.98 5736.216 867.85, 7407.866 5711.98 866.821, 7356.772 5699.274 865.828, 7323.281 5693.479 865.202, 7278.355 5687.598 864.46, 7228.311 5683.016 863.628, 7192.193 5679.914 862.855, 7143.211 5676.378 861.964, 7084.874 5674.138 860.947, 7018.902 5673.465 859.902, 6972.542 5673.179 859.055, 6917.123 5672.917 858.163, 6851.736 5673.541 857.232, 6780.723 5675.536 856.483, 6717 5677.809 855.968, 6664.292 5679.909 855.594, 6600.285 5683.418 855.3, 6529.578 5688.061 855.275, 6469.251 5692.247 855.467, 6412.23 5696.711 857.796, 6333.987 5703.313 859.95, 6239.222 5712.02 861.312, 6167.531 5718.712 862.024, 6053.762 5728.888 861.335, 5946.696 5739.159 854.285, 5848.601 5748.978 838.685, 5736.391 5761.178 816.412, 5657.149 5770.059 800.84, 5571.314 5780.874 786.954, 5482.16 5793.143 788.852, 5396.356 5806.328 794.367, 5327.828 5817.805 800.67, 5270.447 5828.132 806.885, 5210.847 5841.002 813.526, 5169.797 5849.98 821.644, 5125.127 5860.179 832.104, 5080.032 5872.199 844.272, 5009.367 5892.891 862.13, 4975.11 5904.256 864.282, 4910.338 5928.956 865.133, 4860.41 5951.556 865.134, 4806.341 5981.426 865.698, 4748.459 6018.748 868.365, 4698.888 6073.229 870.732, 4679.144 6135.389 871.312, 4687.477 6198.684 870.164, 4722.944 6255.49 868.47, 4784.063 6306.036 866.964, 4828.712 6330.72 866.66, 4871.685 6349.456 866.492, 4912.321 6364.866 866.352, 4985.673 6384.337 865.98, 5037.005 6394.243 865.402, 5097.125 6403.012 864.587, 5162.183 6409.483 863.789, 5223.17 6412.491 863.261, 5256.601 6413.591 863.131, 5332.749 6415.397 862.592, 5382.541 6415.842 862.091, 5435.927 6416.099 861.575, 5471.811 6416.26 861.154, 5517.157 6416.347 860.752, 5561.297 6415.481 860.435, 5597.254 6414.47 860.181, 5641.81 6413.033 860.117, 5713.757 6409.539 860.352, 5760 6407.515 860.434, 5831.772 6405.286 860.707, 5871.241 6404.232 860.831, 5904.7 6403.252 860.987, 5946.341 6402.624 861.111, 6014.612 6401.041 861.363, 6057.189 6399.649 861.445, 6103.325 6397.401 861.589, 6145.513 6395.396 861.794, 6218.41 6392.09 862.197, 6285.324 6388.299 862.623, 6326.696 6386.339 862.768, 6390.261 6384.245 862.916, 6427.041 6382.639 862.93, 6494.156 6379.394 862.859, 6557.458 6375.808 862.75, 6596.095 6373.025 862.715, 6655.899 6368.298 862.865, 6690.271 6365.491 862.981, 6755.069 6359.425 863.185, 6816.812 6352.697 863.247, 6853.791 6348.905 863.267, 6892.765 6345.213 863.726, 6954.025 6338.741 864.829, 7013.679 6331.893 865.952, 7053.626 6326.492 866.166, 7116.125 6318.372 865.752, 7154.605 6313.657 865.132, 7218.626 6305.107 863.707, 7276.896 6297.074 862.89, 7310.399 6292.893 862.769, 7359.632 6286.286 863.205, 7428.575 6275.609 866.88, 7477.61 6267.787 868.346, 7541.497 6256.227 868.939, 7597.338 6239.096 869.491, 7634.05 6224.379 869.113, 7668.283 6208.21 868.502, 7726.35 6167.712 868.01, 7762.267 6122.303 868.291, 7779.218 6064.886 868.832, 7779.434 6023.2 868.721, 7775.521 5987.357 868.39, 7765.15 5951.779 867.914, 7732.808 5894.576 867.007, 7672.12 5830.486 865.407, 7612.833 5785.459 863.227, 7570.312 5758.958 861.846, 7536.531 5738.48 860.506, 7489.532 5709.868 855.364</trace>
</ink>
</file>

<file path=ppt/ink/ink69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9101.394 5988.006 533.15, 9051.934 6020.517 794.666, 8992.894 6056.99 831.35, 8922.966 6095.287 845.027, 8875.673 6122.057 864.515, 8816.764 6157.317 866.971, 8767.422 6196.755 872.577, 8753.097 6253.247 871.308, 8813.736 6293.972 868.551, 8875.708 6307.935 866.309, 8935.868 6316.998 864.518, 8975.412 6321.962 863.714, 9038.789 6328.527 862.438, 9077.363 6332.513 861.805, 9155.356 6341.665 861.775, 9213.46 6349.321 865.397, 9262.998 6356.378 867.628, 9316.588 6363.836 872.038, 9359.684 6346.229 872.011, 9329.569 6297.582 870.262, 9283.802 6245.806 868.09, 9236.3 6198.638 867.248, 9186.65 6151.006 868.116, 9144.002 6109.642 868.683, 9103.062 6069.331 869.819, 9060.203 6038.549 872.059</trace>
</ink>
</file>

<file path=ppt/ink/ink70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9573.058 6319.234 533.15, 9574.671 6368.111 870.229, 9573.438 6426.619 868.437, 9571.968 6486.88 868.585, 9570.184 6539.487 869.549, 9564.836 6598.089 870.85, 9566.058 6632.668 865.439</trace>
</ink>
</file>

<file path=ppt/ink/ink70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9802.543 6179.712 533.15, 9846.728 6200.192 871.777, 9911.588 6206.901 869.438, 9965.115 6210.446 867.802, 10012.887 6212.131 868.39, 10070.388 6215.882 871.352, 10105.323 6223.58 849.149</trace>
</ink>
</file>

<file path=ppt/ink/ink70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9783.989 6346.699 533.15, 9839.371 6346.699 871.716, 9896.211 6347.632 869.586, 9929.847 6349.646 868.52, 9993.502 6355.372 868.243, 10056.878 6359.974 872.934, 10094.654 6360.066 867.025</trace>
</ink>
</file>

<file path=ppt/ink/ink70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10440.219 5996.246 533.15, 10440.218 6045.646 871.857, 10440.218 6106.537 869.611, 10440.218 6174.541 867.762, 10440.218 6210.713 867.962, 10441.933 6245.475 868.797, 10443.043 6298.59 871.112, 10444.964 6343.719 871.43, 10446.744 6382.563 872.109, 10450.177 6419.858 872.021, 10457.805 6453.723 864.302</trace>
</ink>
</file>

<file path=ppt/ink/ink70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10652.127 6279.685 533.15, 10717.102 6280.142 871.166, 10775.36 6284.447 869.05, 10813.25 6287.937 868.154, 10869.229 6291.215 867.707, 10919.629 6293.385 872.055, 10977.355 6291.675 872.911</trace>
</ink>
</file>

<file path=ppt/ink/ink70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11741.938 6055.021 533.15, 11703.519 6030.79 872.081, 11645.235 6026.573 870.185, 11590.601 6030.69 868.941, 11534.881 6043.333 868.826, 11484.645 6067.83 869.25, 11444.845 6107.717 870.617, 11413.438 6165.555 869.983, 11398.984 6223.071 869.818, 11398.099 6262.249 869.572, 11407.528 6330.944 868.933, 11428.848 6399.732 867.208, 11463.202 6460.16 867.294, 11499.065 6494.818 869.75, 11562.604 6529.221 871.053, 11600.198 6540.69 870.786, 11637.776 6545.523 870.277, 11674.438 6543.894 869.666, 11734.016 6529.047 869.724, 11787.585 6489.748 869.786, 11828.076 6434.744 869.306, 11857.189 6370.088 868.004, 11874.53 6314.652 868.109, 11872.856 6261.124 869.296, 11855.649 6199.775 869.731, 11840.438 6165.253 869.801, 11812.537 6120.372 870.114, 11774.005 6083.493 870.839, 11719.402 6052.698 869.669, 11670.15 6025.298 867.867, 11636.141 6000.93 680.424</trace>
</ink>
</file>

<file path=ppt/ink/ink70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2821.309 3311.269 533.15, 2881.408 3317.059 765.372, 2926.244 3320.054 811.232, 2962.573 3321.571 821.909, 3029.654 3324.083 834.579, 3065.938 3325 838.56, 3102.833 3325.586 841.568, 3150.847 3326.031 860.554, 3184.821 3326.297 860.049, 3227.94 3327.231 859.419, 3274.126 3328.294 859.025, 3308.958 3329.103 858.732, 3352.121 3330.4 858.716, 3388.88 3331.57 858.954, 3437.317 3333.124 862.479, 3472.555 3334.328 867.804, 3507.065 3337.76 850.258</trace>
</ink>
</file>

<file path=ppt/ink/ink70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3184.579 3347.522 533.15, 3169.946 3388.373 872.361, 3169.931 3448.441 869.79, 3169.931 3482.581 868.483, 3169.931 3549.176 866.724, 3171.767 3613.289 865.74, 3173.779 3666.278 865.206, 3177.753 3747.063 864.87, 3179.818 3795.223 865.338, 3181.344 3846.988 869.623, 3185.707 3884.116 864.164</trace>
</ink>
</file>

<file path=ppt/ink/ink70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3657.221 3244.254 533.15, 3659.014 3294.265 871.493, 3664.991 3361.842 869.234, 3667.691 3401.602 867.761, 3668.684 3473.268 865.896, 3666.175 3554.083 864.755, 3664.927 3609.046 864.108, 3662.914 3671.979 865.126, 3662.194 3706.711 869.194, 3669.561 3763.656 871.566</trace>
</ink>
</file>

<file path=ppt/ink/ink70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3562.497 3330.494 533.15, 3624.05 3323.322 871.148, 3676.49 3316.34 868.87, 3738.118 3308.67 866.011, 3798.653 3301.686 863.781, 3836.3 3297.456 862.927, 3874.335 3293.74 865.832, 3935.03 3292.138 870.291, 3984.521 3303.625 872.752</trace>
</ink>
</file>

<file path=ppt/ink/ink71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3689.447 3539.777 533.15, 3748.619 3564.741 870.656, 3816.205 3564.21 867.534, 3887.186 3559.939 865.792, 3937.996 3557.545 867.023, 3992.376 3551.544 874.057</trace>
</ink>
</file>

<file path=ppt/ink/ink71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4075.177 3526.594 533.15, 4137.227 3526.594 870.728, 4204.236 3526.01 868.065, 4243.129 3522.833 867.077, 4282.624 3519.792 866.584, 4336.866 3516.689 868.6, 4371.17 3525.574 817.244</trace>
</ink>
</file>

<file path=ppt/ink/ink71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4041.975 3691.384 533.15, 4093.883 3705.326 871.152, 4132.028 3706.24 869.167, 4212.884 3705.9 865.575, 4267.807 3704.12 863.845, 4329.646 3701.837 862.837, 4364.903 3704.045 808.576</trace>
</ink>
</file>

<file path=ppt/ink/ink71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5338.811 2669.686 533.15, 5295.8 2669.686 797.952, 5246.211 2670.481 841.436, 5178.106 2681.399 869.097, 5137.576 2698.693 868.23, 5102.802 2719.787 867.422, 5066.544 2757.695 867.212, 5041.147 2800.386 866.984, 5028.622 2837.594 866.72, 5027.275 2875.402 866.511, 5036.558 2910.298 866.478, 5079.885 2960.65 866.575, 5123.755 2974.568 866.441, 5161.982 2977.327 866.412, 5199.844 2970.354 866.306, 5237.323 2950.866 866.166, 5271.534 2926.773 865.941, 5319.99 2878.446 865.74, 5350.986 2832.681 865.797, 5371.633 2794.614 865.972, 5396.88 2730.296 867.127, 5414.721 2775.447 872.18, 5415.44 2815.083 871.077, 5415.753 2863.38 868.855, 5416.924 2910.831 866.862, 5421.166 2997.631 864.061, 5426.039 3054.648 862.983, 5430.133 3089.185 862.731, 5436.716 3142.506 862.852, 5446.575 3211.851 863.813, 5448.843 3246.529 865.667, 5442.245 3319.784 869.285, 5428.045 3354.677 870.094, 5384.201 3404.934 869.797, 5344.049 3432.725 868.53, 5288.524 3460.168 866.147, 5249.744 3474.034 868.361, 5201.971 3480.323 869.227, 5166.639 3478.108 868.883, 5128.872 3475.686 866.878, 5068.881 3450.956 865.116, 5025.512 3420.089 864.224, 4995.928 3371.607 863.88, 5007.712 3301.491 865.547, 5031.741 3263.081 865.373, 5060.398 3226.1 864.914, 5117.167 3166.271 863.825, 5156.905 3129.464 863.336, 5199.565 3094.312 863.295, 5245.682 3061.605 863.726, 5296.556 3029.692 864.536, 5338.499 3005.611 865.558, 5393.781 2968.106 868.588</trace>
</ink>
</file>

<file path=ppt/ink/ink71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5760.673 3047.604 533.15, 5765.667 3091.403 767.598, 5770.646 3146.991 825.312, 5772.296 3183.003 839.117, 5773.833 3223.986 868.2, 5776.475 3278.765 870.722, 5784.89 3337.398 870.931, 5823.227 3389.458 869.844, 5857.022 3419.973 574.966</trace>
</ink>
</file>

<file path=ppt/ink/ink71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71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6417.88 2549.39 533.15, 6368.35 2541.669 871.464, 6321.257 2575.42 869.042, 6271.696 2629.595 866.559, 6219.275 2692.039 864.604, 6169.69 2752.671 862.697, 6142.335 2789.191 861.815, 6104.431 2839.972 861.739, 6072.824 2892.223 864.811, 6055.953 2929.212 867.307, 6046.785 2966.468 869.121, 6059.648 3023.829 870.667, 6109.855 3053.022 869.186, 6192.848 3072.065 866.698, 6229.221 3076.335 865.708, 6290.381 3082.4 863.801, 6329.295 3085.038 862.959, 6401.974 3089.12 861.978, 6460.967 3091.014 864.084, 6518.963 3091.462 866.972, 6556.571 3090.958 869.847, 6600.754 3087.48 870.852, 6665.189 3075.34 870.317, 6713.862 3027.905 868.697, 6716.16 2972.18 867.568, 6682.11 2902.794 866.644, 6644.042 2850.763 865.924, 6612.962 2812.95 865.449, 6582.542 2777.343 865.126, 6534.062 2721.415 864.978, 6485.504 2669.708 865.418, 6431.769 2615.979 866.94, 6381.734 2562.933 868.741, 6347.166 2529.475 871.765</trace>
</ink>
</file>

<file path=ppt/ink/ink71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7011.612 2813.054 533.15, 7001.5 2867.981 871.961, 6995.889 2907.128 870.164, 6991.282 2948.599 867.776, 6986.713 3021.259 865.353, 6983.468 3097.636 864.655, 6980.712 3155.268 866.859, 6976.6 3212.713 871.031, 6979.472 3270.088 870.668, 6986.356 3306.218 847.219</trace>
</ink>
</file>

<file path=ppt/ink/ink71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7507.69 2462.6 533.15, 7516.48 2516.809 870.827, 7516.48 2557.384 868.996, 7516.48 2607.351 867.119, 7516.48 2655.587 865.578, 7514.965 2711.223 864.346, 7513.07 2745.291 863.839, 7510.164 2807.908 863.01, 7508.563 2848.187 862.576, 7506.407 2901.852 863.23, 7504.4 2954.888 866.356, 7504.002 2993.189 868.952, 7503.784 3049.378 873.489</trace>
</ink>
</file>

<file path=ppt/ink/ink71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7188.364 2762.518 533.15, 7237.185 2762.518 871.493, 7275.422 2762.518 869.615, 7366.329 2762.518 865.729, 7401.479 2762.518 864.31, 7439.373 2762.518 862.895, 7486.822 2762.518 861.48, 7560.839 2762.518 859.468, 7638.894 2762.518 859.784, 7673.659 2762.518 862.545, 7713.098 2764.077 868.358, 7755.441 2765.749 870.377, 7790.915 2769.55 849.51</trace>
</ink>
</file>

<file path=ppt/ink/ink72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8576.019 2531.812 533.15, 8534.371 2507.26 851.004, 8473.645 2487.608 869.2, 8435.379 2483.271 868.062, 8391.807 2483.934 866.804, 8318.448 2499.487 865.237, 8250.369 2536.336 864.436, 8214.288 2568.695 864.185, 8180.935 2627.38 864.324, 8176.131 2663.859 864.808, 8189.574 2699.102 865.245, 8251.415 2744.217 865.226, 8327.045 2756.955 864.141, 8377.954 2753.893 863.363, 8454.062 2733.584 862.895, 8516.735 2698.512 863.471, 8572.215 2635.116 865.555, 8594.488 2582.18 867.013, 8600.726 2524.394 869.331, 8573.52 2591.615 868.961, 8573.979 2630.844 867.575, 8577.646 2698.983 865.848, 8580.248 2733.545 865.03, 8585.488 2798.468 863.649, 8590.239 2859.766 862.809, 8592.542 2899.468 862.524, 8595.015 2958.996 862.216, 8595.037 3012.925 862.49, 8587.456 3083.749 864.227, 8566.146 3141.092 866.389, 8515.336 3196.508 867.614, 8475.045 3217.917 867.423, 8420.33 3233.184 866.722, 8369.063 3240.996 865.927, 8320.363 3244.587 865.306, 8240.747 3241.446 864.636, 8164.959 3231.304 864.536, 8107.563 3214.576 867.736, 8053.002 3169.041 869.586, 8044.521 3109.339 868.801, 8079.167 3057.113 866.859, 8135.948 3008.017 864.787, 8181.282 2972.097 863.277, 8236.796 2930.037 867.058, 8274.768 2903.74 869.251, 8331.029 2862.146 869.234, 8374.401 2827.789 868.441, 8410.195 2805.362 680.747</trace>
</ink>
</file>

<file path=ppt/ink/ink72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8736.169 2976.196 533.15, 8785.948 2967.767 765.945, 8848.238 2958.975 833.513, 8900.091 2963.431 869.624, 8915.512 3013.498 870.34, 8875.606 3066.496 868.253, 8829.593 3108.761 866.063, 8794.608 3136.377 864.687, 8728.676 3184.102 861.621, 8683.617 3215.636 860.266, 8627.542 3250.73 865.981, 8586.086 3280.515 868.859, 8573.131 3331.018 871.171, 8606.778 3340.479 870.145, 8646.806 3349.319 868.129, 8711.825 3364.241 865.914, 8764.944 3378.049 864.54, 8832.203 3399.28 863.292, 8866.309 3411.975 864.304, 8904.568 3425.801 867.665, 8974.212 3442.258 868.872, 9007.677 3451.99 814.953</trace>
</ink>
</file>

<file path=ppt/ink/ink72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9464.662 2490.065 533.15, 9396.081 2522.422 871.183, 9351.015 2548.216 868.268, 9296.172 2583.727 864.825, 9239.629 2627.317 862.024, 9194.139 2669.999 860.83, 9155.538 2716.056 864.557, 9150.823 2755.218 866.776, 9160.843 2792.11 867.776, 9197.805 2837.639 867.437, 9237.216 2862.442 866.077, 9286.741 2882.7 864.417, 9348.034 2898.025 862.881, 9381.918 2904.855 862.228, 9416.666 2910.676 861.72, 9480.167 2919.708 861.76, 9540.743 2927.253 864.009, 9600.537 2928.228 868.039, 9639.13 2922.902 870.072, 9686.113 2892.258 870.428, 9690.643 2855.136 869.626, 9657.769 2787.149 867.25, 9632.043 2749.582 866.019, 9588.112 2687.955 864.194, 9559.208 2651.088 863.834, 9509.035 2594.642 864.16, 9456.201 2543.451 865.061, 9403.582 2500.749 866.153, 9353.495 2463.591 867.703, 9316.72 2426.608 871.767</trace>
</ink>
</file>

<file path=ppt/ink/ink72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72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9712.702 2929.505 533.15, 9747.41 2881.591 871.274, 9810.526 2823.68 867.045, 9876.743 2787.322 864.718, 9948.49 2767.292 864.198, 10008.81 2761.856 866.351, 10066.844 2792.514 869.098, 10085.323 2833.186 869.1, 10086.156 2871.672 868.558, 10053.059 2931.895 866.821, 9985.281 2989.736 864.796, 9942.18 3021.464 863.291, 9907.136 3046.587 861.845, 9860.81 3077.792 860.152, 9811.212 3111.057 857.689, 9777.162 3133.629 857.25, 9731.801 3163.589 860.714, 9686.86 3199.466 865.488, 9688.095 3253.192 870.155, 9733.523 3261.531 869.042, 9779.168 3263.248 867.016, 9861.326 3263.121 861.229, 9914.712 3261.922 857.899, 9961.047 3260.776 854.748, 10022.263 3258.634 850.726, 10074.003 3256.9 847.838, 10124.201 3255.297 845.585, 10183.405 3254.253 844.909, 10222.414 3253.569 845.398, 10270.921 3253.132 847.422, 10335.274 3252.585 857.523, 10404.747 3250.005 868.293, 10438.321 3250.287 852.523</trace>
</ink>
</file>

<file path=ppt/ink/ink72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4474.579 3902.864 533.15, 4527.659 3893.018 765.574, 4571.858 3883.625 811.064, 4611.924 3874.897 821.239, 4677.828 3862.375 833.505, 4723.112 3854.904 837.228, 4761.045 3848.729 840.027, 4818.072 3840.004 858.495, 4866.147 3832.751 857.31, 4920.631 3825.215 855.713, 4993.39 3815.85 852.925, 5041.494 3809.679 850.905, 5117.185 3799.818 847.894, 5204.205 3789.339 843.437, 5278.731 3780.605 838.562, 5388.923 3768.344 831.026, 5519.671 3753.572 821.821, 5662.092 3738.185 812.114, 5758.531 3727.758 803.575, 5873.01 3715.23 795.817, 5984.154 3704.173 791.046, 6075.274 3695.478 787.773, 6190.024 3685.619 785.534, 6322.653 3674.59 786.736, 6469.246 3663.744 787.634, 6567.565 3656.558 789.559, 6690.552 3648.501 791.625, 6838.657 3638.862 792.527, 7009.359 3628.704 790.604, 7149.443 3621.014 783.576, 7285.002 3614.297 773.484, 7443.189 3607.808 762.763, 7611.774 3602.088 754.302, 7767.669 3597.295 750.113, 7885.521 3593.809 747.439, 8024.434 3590.962 747.911, 8136.375 3588.85 751.458, 8242.571 3587.066 757.105, 8366.723 3585.179 763.958, 8451.961 3583.969 772.346, 8557.942 3583.206 781.518, 8667.523 3582.739 790.291, 8751.992 3582.456 797.61, 8863.083 3583.068 802.799, 8954.799 3583.944 806.47, 9050.651 3585.412 809.131, 9169.819 3587.93 809.664, 9301.553 3593.274 809.115, 9425.84 3598.419 808.168, 9518.073 3602.247 807.202, 9622.723 3606.49 806.639, 9712.745 3610.118 807.2, 9791.466 3613.165 810.439, 9877.903 3615.719 814.553, 9938.463 3617.605 820.037, 10003.868 3620.145 825.854, 10068.296 3623.037 832.089, 10114.814 3625.164 837.768, 10171.889 3627.11 843.277, 10220.146 3629.056 848.183, 10265.224 3631.168 852.523, 10316.05 3633.309 856.984, 10383.083 3636.157 865.718, 10417.574 3636.864 868.541, 10481.417 3629.442 871.329, 10516.694 3622.55 864.84</trace>
</ink>
</file>

<file path=ppt/ink/ink72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7474.488 3829.258 533.15, 7405.559 3870.087 791.567, 7365.18 3891.955 807.08, 7288.569 3934.585 822.107, 7242.887 3960.102 825.612, 7199.318 3984.21 827.99, 7143.812 4016.153 830.691, 7103.635 4039.317 849.534, 7056.625 4067.385 849.052, 6994.08 4104.764 853.13, 6939.311 4143.539 864.562, 6902.126 4181.552 868.164, 6879.875 4216.001 869.27, 6896.104 4279.259 867.81, 6969.633 4312.87 865.294, 7037.413 4327.002 862.993, 7091.104 4333.385 861.514, 7133.148 4337.919 860.014, 7182.395 4342.125 857.496, 7239.536 4345.436 854.922, 7280.732 4347.628 852.97, 7335.77 4350.375 851.1, 7385.451 4352.143 850.939, 7429.833 4353.242 851.024, 7502.281 4355.152 853.396, 7583.47 4356.694 860.976, 7620.434 4356.997 865.649, 7659.521 4356.339 870.628, 7726.22 4346.38 870.95, 7774.4 4311.863 868.974, 7775.501 4258.465 867.863, 7761.068 4224.673 867.122, 7729.294 4172.324 866.523, 7706.406 4137.49 866.096, 7671.517 4086.434 865.543, 7642.921 4047.618 865.4, 7596.361 3988.146 865.336, 7551.626 3936.666 865.832, 7498.673 3883.842 866.854, 7453.666 3838.893 868.441, 7407.984 3801.865 874.377</trace>
</ink>
</file>

<file path=ppt/ink/ink72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5518.493 6519.728 533.15, 5482.556 6506.797 798.252, 5436.867 6491.565 841.211, 5376.985 6486.066 869.183, 5317.054 6498.862 868.612, 5250.595 6540.963 867.79, 5214.425 6579.771 867.043, 5185.209 6621.23 866.329, 5164.551 6659.516 865.824, 5148.579 6718.437 865.361, 5144.788 6769.101 865.159, 5156.428 6830.197 865.01, 5177.766 6881.761 864.89, 5216.001 6934.325 864.612, 5264.014 6976.801 864.281, 5318.49 7006.338 863.926, 5373.599 7024.058 863.541, 5428.03 7032.583 863.296, 5462.492 7033.238 863.184, 5498.243 7030.596 863.186, 5553.214 7021.484 863.479, 5618.356 6989.348 866.167, 5660.107 6940.824 867.059, 5679.568 6900 866.763, 5691.665 6856.806 865.921, 5693.212 6787.667 864.914, 5683.157 6746.011 864.947, 5646.065 6682.793 865.177, 5579.346 6627.54 864.483, 5545.483 6610.733 863.908, 5474.375 6586.215 862.294, 5418.748 6577.809 861.207, 5356.712 6574.057 859.996, 5304.083 6572.412 858.797, 5261.541 6573.623 857.816, 5208.088 6574.038 855.13</trace>
</ink>
</file>

<file path=ppt/ink/ink72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8827.964 6893.802 533.15, 8778.487 6899.526 766.409, 8712.347 6914.233 823.379, 8667.909 6926.716 837.327, 8591.13 6948.969 865.396, 8529.141 6970.201 868.844, 8487.579 7003.999 872.138, 8516.834 7057.092 870.684, 8560.399 7083.152 868.59, 8608.19 7104.884 865.985, 8647.333 7119.339 864.548, 8717.805 7143.211 861.875, 8758.85 7156.02 860.506, 8794.184 7166.877 859.351, 8837.849 7179.151 858.349, 8871.945 7188.655 857.853, 8906.792 7198.246 857.696, 8971.136 7216.623 860.94, 9024.615 7231.903 867.661, 9085.791 7240.09 872.659, 9113.943 7196.326 871.361, 9090.991 7140.418 868.842, 9051.87 7079.515 867.045, 9024.396 7045.162 866.771, 8981.899 6997.688 866.614, 8934.097 6950.809 866.818, 8880.419 6906.795 868.015, 8843.822 6870.63 872.385</trace>
</ink>
</file>

<file path=ppt/ink/ink72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9291.816 7318.41 533.15, 9353.517 7290.184 871.233, 9387.464 7280.214 869.385, 9422.236 7273.909 867.71, 9477.199 7282.388 867.588, 9511.851 7340.236 869.085, 9478.937 7394.383 867.837, 9420.951 7434.084 865.742, 9343.232 7461.751 863.947, 9293.974 7471.652 863.358, 9216.283 7477.929 863.365, 9154.093 7474.073 864.607, 9206.455 7488.198 867.762, 9248.422 7507.895 865.889, 9294.609 7533.074 864.296, 9342.493 7564.467 863.217, 9388.971 7597.562 862.861, 9431.042 7631.354 863.494, 9477.509 7668.381 867.161, 9532.92 7696.523 869.8, 9582.241 7705.318 871.667</trace>
</ink>
</file>

<file path=ppt/ink/ink73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9498.842 7022.887 533.15, 9559.952 7022.888 870.995, 9609.316 7022.888 868.71, 9661.787 7022.888 866.022, 9746.051 7022.888 863.629, 9781.753 7022.888 864.206, 9819.12 7022.888 868.369, 9861.928 7021.752 870.437, 9896.968 7023.56 851.099</trace>
</ink>
</file>

<file path=ppt/ink/ink73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9598.448 7151.423 533.15, 9641.617 7159.632 871.881, 9698.33 7159.663 869.518, 9740.679 7159.663 867.646, 9809.613 7159.663 865.362, 9853.646 7159.663 865.646, 9892.494 7159.663 866.519, 9932.177 7159.128 868.135, 9967.669 7157.186 870.436</trace>
</ink>
</file>

<file path=ppt/ink/ink73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10162.884 6787.787 533.15, 10173.561 6840.193 871.664, 10176.946 6901.124 869.18, 10176.216 6935.672 868.203, 10173.755 6975.903 867.559, 10171.258 7017.519 867.035, 10168.948 7056.197 866.736, 10167.613 7097.518 866.667, 10166.942 7147.662 866.86, 10168.054 7183.612 867.542, 10169.044 7231.227 868.522, 10171.138 7287.807 870.773, 10174.015 7322.451 872.417, 10190.129 7376.001 871.427</trace>
</ink>
</file>

<file path=ppt/ink/ink73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10396.275 7077.268 533.15, 10446.159 7088.39 871.599, 10479.644 7093.493 870.275, 10544.686 7102.342 867.851, 10604.082 7107.347 867.755, 10638.272 7110.818 862.512</trace>
</ink>
</file>

<file path=ppt/ink/ink73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11017.351 6769.11 533.15, 11065.275 6784.492 851.551, 11054.636 6823.105 870.465, 11026.405 6876.657 867.837, 10997.582 6923.21 865.744, 10975.155 6960.614 864.537, 10949.85 7005.102 863.311, 10913.814 7075.208 861.219, 10895.202 7123.563 860.326, 10880.33 7178.962 859.552, 10869.952 7221.808 859.132, 10866.177 7267.875 858.763, 10868.96 7325.624 858.266, 10879.912 7392.179 857.689, 10894.658 7457.763 857.049, 10907.306 7508.913 856.444, 10925.923 7573.717 855.128, 10948.875 7649.274 853.04, 10963.877 7698.084 850.662, 10983.835 7761.547 843.052</trace>
</ink>
</file>

<file path=ppt/ink/ink73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11017.351 7198.114 533.15, 11066.988 7198.114 765.634, 11105.361 7198.115 811.977, 11170.193 7198.115 838.1, 11216.955 7198.894 869.096, 11253.039 7199.729 870.817, 11305.519 7195.658 872.698, 11339.914 7186.913 865.838</trace>
</ink>
</file>

<file path=ppt/ink/ink73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11889.395 7041.563 533.15, 11856.855 7005.869 871.822, 11788.986 7002.615 869.039, 11751.898 7008.793 867.718, 11713.972 7022.265 866.784, 11652.697 7061.748 865.471, 11604.711 7123.517 864.717, 11583.854 7171.308 864.028, 11574.529 7251.022 863.164, 11593.351 7331.161 862.854, 11631.678 7395.198 862.626, 11667.572 7440.991 862.702, 11730.671 7491.803 863.201, 11782.784 7516.211 865.082, 11840.479 7510.987 869.054, 11859.789 7455.146 869.35, 11823.274 7397.249 866.816, 11789.989 7362.036 865.639, 11749.359 7321.455 865.85, 11733.971 7278.6 870.927, 11798.317 7273.058 869.351, 11839.764 7272.486 867.485, 11910.781 7270.676 865.027, 11953.76 7267.925 864.553, 12013.487 7262.604 865.449, 12074.332 7253.398 868.116, 12091.628 7302.733 870.825, 12084.177 7355.201 870.044, 12082.262 7391.249 869.672, 12083.676 7447.435 870.288, 12088.587 7484.419 870.901, 12095.283 7519.039 816.878</trace>
</ink>
</file>

<file path=ppt/ink/ink73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12294.655 7413.439 533.15, 12334 7404.388 767.263, 12399.644 7391.827 832.608, 12438.806 7393.41 843.233, 12476.038 7402.125 866.85, 12526.057 7433.125 867.612, 12526.922 7485.027 868.182, 12490.556 7525.572 867.175, 12450.949 7552.144 865.855, 12405.146 7576.36 864.495, 12327.016 7608.743 862.858, 12261.954 7633.634 863.221, 12209.656 7662.187 868.581, 12249.179 7708.828 869.743, 12301.341 7747.362 867.223, 12339.105 7776.027 865.467, 12382.312 7813.069 865.127, 12423.535 7849.441 865.518, 12457.067 7877.782 866.692, 12519.084 7901.398 869.054, 12552.954 7900.957 849.375</trace>
</ink>
</file>

<file path=ppt/ink/ink73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12737.024 7041.563 533.15, 12770.371 7031.952 872.434, 12774.67 7100.668 869.324, 12775.559 7154.051 867.017, 12776.95 7206.589 864.979, 12778.196 7263.765 863.566, 12778.511 7302.02 862.946, 12779.63 7364.312 862.15, 12780.439 7399.556 862.685, 12782.293 7454.611 865.51, 12798.645 7518.242 870.169, 12809.548 7552.517 819.352</trace>
</ink>
</file>

<file path=ppt/ink/ink73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12757.531 7312.368 533.15, 12823.655 7316.738 870.974, 12861.637 7320.598 869.297, 12926.005 7327.25 866.46, 12969.944 7330.863 866.086, 13022.983 7330.792 868.391, 13075.491 7305.028 871.053</trace>
</ink>
</file>

<file path=ppt/ink/ink74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13146.191 7025.084 533.15, 13160.303 7077.717 871.741, 13163.241 7153.447 868.752, 13163.582 7201.555 867.123, 13162.46 7248.736 865.639, 13157.114 7325.367 864.665, 13154.55 7373.614 865.273, 13153.617 7422.894 866.325, 13163.297 7482.154 867.313, 13174.512 7532.088 871.346</trace>
</ink>
</file>

<file path=ppt/ink/ink74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13389.349 7358.509 533.15, 13387.914 7405.645 871.612, 13384.047 7442.269 870.079, 13380.506 7478.807 868.402, 13373.097 7546.716 866.143, 13361.508 7619.203 865.035, 13352.729 7663.987 864.991, 13336.026 7725.545 865.438, 13324.672 7760.105 867.372, 13308.521 7793.896 763.826</trace>
</ink>
</file>

<file path=ppt/ink/ink74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10926.533 8124.783 533.15, 10885.107 8124.783 817.935, 10923.65 8124.783 870.394, 10978.686 8124.783 868.6, 11030.765 8124.068 866.933, 11079.165 8123.195 865.717, 11147.161 8122.67 866.032, 11184.298 8122.001 870.457, 11234.77 8120.969 872.965, 11289.357 8116.303 874.464</trace>
</ink>
</file>

<file path=ppt/ink/ink74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11824.943 7949.556 533.15, 11774.157 7950.336 850.804, 11705.672 7963.578 868.477, 11657.891 7986.447 866.86, 11614.172 8015.811 865.302, 11571.801 8053.777 863.821, 11532.396 8104.105 862.634, 11503.922 8165.185 862.051, 11490.702 8226.536 861.717, 11492.028 8286.488 861.463, 11506.507 8343.504 861.378, 11534.762 8396.371 861.531, 11576.901 8450.4 864.587, 11640.614 8494.287 869.93, 11692.896 8490.726 869.875, 11677.387 8437.167 870.241, 11674.4 8388.277 870.717, 11732.547 8353.505 869.137, 11793.554 8345.21 867.394, 11836.265 8343.068 867.796, 11904.951 8346.822 872.127, 11955.22 8371.585 870.429, 11979.239 8433.728 868.707, 11982.226 8469.812 868.339, 11983.89 8519.081 868.562, 11985.484 8569.459 869.146, 11989.826 8604.42 868.831, 12007.402 8638.546 868.409, 12023.181 8673.409 761.119</trace>
</ink>
</file>

<file path=ppt/ink/ink74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12181.377 8450.518 533.15, 12242.387 8451.296 871.31, 12298.392 8456.378 869.098, 12349.854 8465.665 868.501, 12389.029 8502.71 869.25, 12396.884 8536.524 868.933, 12391.007 8572.728 868.099, 12373.744 8607.309 866.927, 12330.901 8651.688 865.381, 12284.463 8686.6 864.172, 12221.977 8724.382 864.158, 12183.715 8750.447 866.485, 12151.414 8803.666 869.805, 12191.369 8861.496 869.352, 12226.619 8885.821 867.561, 12300.023 8920.401 864.689, 12352.671 8939.506 863.512, 12408.295 8953.288 862.853, 12455.077 8958.427 863.089, 12488.924 8964.908 809.924</trace>
</ink>
</file>

<file path=ppt/ink/ink74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12949.908 8140.163 533.15, 12925.234 8096.582 871.213, 12865.688 8096.978 869.135, 12791.3 8119.377 866.221, 12740.183 8145.092 864.197, 12691.616 8183.541 862.678, 12652.771 8229.855 861.925, 12628.984 8275.365 861.995, 12619.963 8359.591 862.374, 12632.037 8415.218 862.461, 12649.777 8452.074 862.193, 12684.42 8508.987 861.51, 12711.276 8542.328 860.847, 12758.522 8596.125 860.671, 12800.515 8631.171 863.899, 12842.686 8650.966 866.227, 12881.11 8655.395 867.718, 12911.552 8613.626 868.849, 12887.319 8546.569 866.258, 12872.635 8507.877 865.411, 12862.043 8470.94 865.09, 12882.94 8408.53 866.642, 12934.612 8379.79 866.903, 12976.566 8370.209 866.173, 13023.017 8366.83 865.431, 13084.626 8371.511 867.261, 13145.323 8393.565 868.876, 13149.294 8452.473 869.756, 13104.776 8518.354 866.596, 13071.65 8574.527 866.295, 13043.011 8651.454 866.03, 13026.4 8719.205 866.349, 13022.445 8757.271 866.75, 13027.389 8822.49 869.066, 13063.507 8872.491 870.766</trace>
</ink>
</file>

<file path=ppt/ink/ink74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13282.906 8564.771 533.15, 13341.637 8555.472 847.059, 13392.778 8557.275 868.947, 13440.137 8563.981 867.073, 13474.616 8574.565 865.817, 13517.286 8614.426 866.323, 13511.916 8670.426 867.304, 13470.53 8719.979 867.047, 13421.725 8764.26 866.904, 13399.971 8813.167 868.971, 13429.554 8864.877 868.851, 13476.489 8927.494 867.051, 13496.627 8961.373 866.307, 13508.764 9001.873 866.255, 13507.263 9041.755 866.71, 13492.423 9077.366 867.034, 13442.457 9128.576 866.931, 13373.445 9161.354 866.852, 13339.165 9164.169 860.425</trace>
</ink>
</file>

<file path=ppt/ink/ink74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13908.864 8270.896 533.15, 13905.942 8314.928 815.694, 13900.262 8374.718 844.777, 13894.194 8425.886 867.761, 13885.858 8482.241 868.167, 13877.122 8535.968 867.473, 13870.754 8572.625 866.688, 13859.34 8634.829 864.982, 13848.315 8697.363 863.047, 13840.83 8733.188 862.184, 13832.897 8784.359 862.432, 13829.618 8820.108 864.065, 13816.156 8855.347 760.343</trace>
</ink>
</file>

<file path=ppt/ink/ink74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13771.174 8507.095 533.15, 13833.699 8507.094 870.866, 13877.774 8507.873 868.871, 13926.19 8509.625 866.59, 13978.047 8512.744 864.987, 14030.702 8516.877 865.985, 14064.201 8519.476 867.178, 14099.283 8520.758 871.728, 14162.208 8514.129 870.904, 14195.641 8501.019 863.248</trace>
</ink>
</file>

<file path=ppt/ink/ink74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14265.299 8228.6 533.15, 14271.955 8293.302 871.587, 14262.872 8352.305 868.909, 14254.47 8396.614 867.016, 14245.193 8447.839 865.222, 14238.112 8503.89 863.957, 14231.027 8564.176 863.572, 14224.221 8617.428 863.559, 14216.616 8673.516 864.915, 14212.26 8711.419 866.84, 14205.397 8746.576 814.367</trace>
</ink>
</file>

<file path=ppt/ink/ink75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14390.295 8684.519 533.15, 14445.472 8678.515 871.695, 14482.962 8676.366 870.248, 14522.867 8678.396 868.434, 14561.153 8684.409 866.885, 14598.638 8695.958 865.988, 14651.772 8738.296 866.415, 14663.021 8790.429 867.829, 14643.877 8824.113 867.74, 14605.689 8860.914 866.784, 14561.1 8894.21 865.388, 14507.952 8932.793 867.79, 14472.695 8994.161 870.477, 14479.588 9028.882 869.885, 14524.188 9091.622 866.714, 14574.634 9139.664 863.697, 14639.451 9193.464 860.525, 14699.25 9241.862 858.612, 14747.463 9282.536 859.469, 14795.144 9327.716 863.678, 14820.637 9362.272 760.391</trace>
</ink>
</file>

<file path=ppt/ink/ink75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11153.088 9124.508 533.15, 11192.984 9124.508 797.113, 11252.664 9125.316 832.428, 11334.636 9129.048 844.928, 11390.67 9132.448 863.701, 11444.637 9135.142 864.521, 11495.787 9139.037 868.402, 11552.043 9145.874 871.613, 11608.152 9145.381 873.136</trace>
</ink>
</file>

<file path=ppt/ink/ink75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12373.754 9178.889 533.15, 12323.501 9178.889 846.445, 12249.024 9193.153 867.812, 12207.487 9210.038 866.398, 12138.393 9259.388 864.367, 12098.105 9304.202 863.304, 12078.685 9338.263 862.762, 12055.436 9393.548 862.022, 12046.114 9454.158 861.423, 12049.325 9490.171 861.15, 12063.654 9550.827 860.717, 12081.081 9585.647 860.442, 12113.682 9637.049 860.257, 12157.882 9684.63 860.57, 12224.141 9733.217 866.407, 12280.875 9729.166 870.817, 12273.527 9675.946 869.162, 12246.374 9629.26 868.894, 12249.562 9574.735 869.827, 12305.787 9550.575 868.446, 12375.827 9542.619 865.984, 12414.453 9541.055 865.365, 12463.648 9541.719 868.176, 12515.169 9551.017 873.138, 12551.027 9579.956 871.854, 12569.748 9637.771 870.175, 12575.902 9678.047 869.938, 12591.768 9747.782 870.587, 12599.105 9781.203 848.762</trace>
</ink>
</file>

<file path=ppt/ink/ink75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12899.13 9747.414 533.15, 12895.057 9803.534 871.814, 12886.646 9858.403 869.634, 12875.617 9918.973 868.438, 12863.641 9980.357 868.411, 12856.587 10022.957 868.739, 12851.267 10062.217 869.847, 12849.892 10100.651 870.433, 12842.975 10136.186 815.351</trace>
</ink>
</file>

<file path=ppt/ink/ink75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13313.179 9517.258 533.15, 13273.796 9497.88 871.796, 13214.375 9522.674 869.191, 13154.999 9587.936 866.204, 13127.512 9664.298 864.187, 13122.489 9716.161 863.56, 13126.967 9771.938 863.147, 13145.631 9829.16 862.948, 13167.704 9872.919 863.001, 13213.951 9927.642 865.627, 13270.539 9951.003 869.261, 13265.53 9896.573 869.251, 13250.972 9836.172 868.384, 13276.578 9785.173 868.74, 13332.238 9752.87 868.227, 13368.454 9741.882 867.605, 13402.115 9733.861 867.108, 13465.262 9722.693 867.253, 13522.464 9719.223 869.864, 13550.155 9767.5 871.71, 13540.604 9830.783 869.471, 13528.392 9887.586 867.586, 13520.022 9943.537 869.084, 13532.645 9998.821 870.268</trace>
</ink>
</file>

<file path=ppt/ink/ink75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13741.878 9899.57 533.15, 13794.534 9900.263 871.776, 13848.407 9907.399 869.275, 13893.757 9929.197 868.744, 13926.937 9980.214 870.573</trace>
</ink>
</file>

<file path=ppt/ink/ink75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13762.386 10193.445 533.15, 13727.36 10207.688 797.354, 13666.13 10228.949 838.811, 13631.922 10243.026 846.956, 13575.864 10278.166 868.189, 13605.588 10327.767 868.872, 13659.009 10366.67 866.816, 13698.312 10392.595 865.148, 13742.432 10419.977 863.926, 13788.963 10449.047 863.354, 13836.835 10478.85 864.755, 13883.851 10500.271 868.52, 13937.331 10513.109 872.737, 13971.005 10522.243 850.052</trace>
</ink>
</file>

<file path=ppt/ink/ink75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14230.143 9635.356 533.15, 14201.439 9697.101 870.992, 14190.848 9735.146 869.364, 14177.683 9779.708 867.417, 14152.249 9861.589 864.633, 14134.236 9917.537 863.418, 14116.967 9984.704 863.475, 14107.213 10038.586 864.877, 14112.658 10107.476 867.495, 14115.97 10140.812 848.795</trace>
</ink>
</file>

<file path=ppt/ink/ink75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14134.442 9913.852 533.15, 14181.26 9913.852 871.497, 14256.871 9918.205 868.218, 14317.962 9925.167 867.093, 14383.87 9931.32 869.346, 14435.688 9930.088 872.815, 14470.635 9931.648 819.153</trace>
</ink>
</file>

<file path=ppt/ink/ink75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14624.663 9658.427 533.15, 14624.66 9712.607 872.128, 14621.925 9782.161 868.77, 14615.2 9833.048 867.009, 14607.149 9884.952 865.49, 14599.232 9938.572 864.04, 14584.308 10023.289 863.247, 14573.895 10078.037 863.434, 14564.181 10133.663 868.38, 14555.479 10167.953 819.844</trace>
</ink>
</file>

<file path=ppt/ink/ink76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14888.326 10114.895 533.15, 14880.972 10168.31 870.336, 14868.582 10237.566 866.924, 14861.506 10275.006 865.524, 14846.877 10350.142 862.771, 14839.616 10393.752 861.241, 14833.482 10436.828 859.774, 14828.817 10493.2 858.188, 14825.678 10534.563 856.963, 14821.082 10586.594 853.055</trace>
</ink>
</file>

<file path=ppt/ink/ink76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15133.438 9552.962 533.15, 15173.536 9565.79 767.546, 15212.436 9597.558 824.619, 15235.97 9639.964 837.416, 15255.433 9702.341 843.876, 15266.082 9764.646 861.854, 15272.917 9805.707 859.675, 15278.543 9880.456 854.506, 15281.233 9974.304 845.86, 15282.444 10055.214 836.622, 15276.224 10184.064 820.62, 15268.553 10294.519 798.794, 15256.695 10416.476 773.57, 15230.949 10572.844 745.042, 15190.265 10740.812 718.399, 15142.122 10889.843 703.03, 15102.677 11001.901 692.761, 15038.569 11119.107 688.109, 14951.87 11227.617 695.136, 14843.898 11324.772 703.299, 14771.356 11388.176 715.522, 14671.97 11449.572 728.416, 14607.458 11488.8 738.913, 14560.331 11523.031 783.289, 14497.714 11549.117 781.265</trace>
</ink>
</file>

<file path=ppt/ink/ink76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4828.084 9844.091 533.15, 4867.736 9838.515 815.923, 4902.186 9835.17 841.389, 4959.573 9832.804 869.082, 4994.556 9834.644 868.607, 5034.78 9838.995 868.073, 5073.155 9844.554 867.57, 5110.884 9849.923 867.614, 5151.003 9855.57 867.969, 5226.241 9864.462 867.668, 5288.448 9870.947 866.771, 5347.259 9877.461 866.352, 5384 9882.293 866.243, 5443.199 9890.512 866.14, 5488.535 9896.288 866.529, 5572.154 9906.369 867.041, 5622.876 9911.635 867.028, 5695.882 9920.141 867.409, 5748.547 9925.535 867.428, 5800.539 9930.853 866.538, 5864.224 9939.567 865.545, 5922.134 9947.002 864.853, 5999.406 9956.717 865.202, 6069.065 9965.245 867.38, 6112.431 9970.857 868.495, 6179.386 9980.411 868.907, 6224.628 9987.229 868.316, 6296.165 9997.416 866.758, 6331.259 10002.116 865.688, 6398.386 10011.059 863.704, 6452.126 10018.198 862.319, 6529.923 10028.8 863.004, 6575.331 10034.154 864.487, 6636.889 10040.797 866.386, 6695.736 10046.452 868.384, 6733.722 10049.766 868.243, 6778.325 10054.041 867.638, 6847.567 10060.595 865.678, 6886.474 10063.94 864.588, 6950.275 10069.448 862.905, 7007.408 10074.768 862.46, 7065.43 10080.098 862.761, 7127.883 10086.456 863.437, 7183.252 10093.043 864.169, 7240.801 10101.596 864.437, 7275.865 10107.213 864.315, 7317.253 10113.774 864.135, 7365.424 10122.504 863.799, 7438.849 10135.586 862.932, 7479.368 10141.243 862.347, 7515.394 10145.571 861.827, 7564.44 10151.951 860.748</trace>
</ink>
</file>

<file path=ppt/ink/ink76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10246.866 2255.514 533.15, 10200.491 2222.178 795.732, 10140.332 2192.02 831.748, 10057.153 2164.792 844.824, 10022.548 2156.576 863.981, 9987.922 2149.426 863.295, 9941.591 2142.49 862.277, 9907.626 2137.64 861.342, 9865.403 2134.183 860.52, 9817.862 2133.231 859.796, 9782.66 2132.955 859.14, 9735.362 2136.535 858.568, 9680.068 2144.333 858.062, 9619.817 2156.868 857.709, 9576.203 2166.74 857.537, 9528.369 2180.447 857.381, 9475.082 2199.716 857.35, 9420.403 2225.108 857.359, 9376.276 2248.892 857.592, 9339.402 2271.286 857.863, 9300.597 2302.209 858.138, 9262.885 2341.162 858.408, 9229.362 2383.48 858.705, 9180.4 2455.582 859.236, 9154.219 2504.286 859.367, 9128.497 2559.579 859.319, 9110.803 2600.459 859.246, 9094.774 2645.986 859.016, 9082.011 2694.873 858.766, 9073.259 2731.595 858.559, 9069.474 2778.596 858.446, 9068.335 2814.08 858.532, 9071.621 2854.349 858.892, 9082.562 2902.06 859.041, 9103.66 2952.85 859.031, 9130.695 3000.723 858.901, 9150.677 3034.521 858.703, 9181.049 3072.019 858.472, 9238.908 3129.94 858.251, 9281.705 3160.335 858.019, 9357.786 3204.641 857.339, 9411.486 3224.929 856.901, 9452.769 3239.289 856.418, 9511.648 3253.681 855.777, 9566.198 3264.1 854.352, 9619.756 3271.897 852.343, 9689.815 3278.263 849.889, 9740.617 3282.265 848.487, 9802.875 3284.705 846.815, 9872.758 3285.143 845.658, 9923.713 3285.058 845.444, 9992.198 3282.01 844.851, 10055.349 3278.565 844.501, 10120.199 3274.386 844.718, 10208.56 3269.511 843.301, 10278.731 3265.902 841.157, 10358.693 3262.403 837.897, 10455.287 3257.985 835.722, 10551.625 3251.41 834.237, 10613.85 3247.152 831.501, 10676.343 3243.666 822.943, 10710.401 3244.654 771.819</trace>
</ink>
</file>

<file path=ppt/ink/ink76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8806.479 2139.063 533.15, 8749.519 2117.709 795.724, 8697.293 2112.493 833.328, 8662.365 2117.474 795.973</trace>
</ink>
</file>

<file path=ppt/ink/ink76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8282.081 3907.259 533.15, 8251.731 3862.05 841.978, 8217.96 3805.934 869.336, 8158.137 3753.102 867.812, 8112.81 3726.063 866.549, 8066.911 3702.975 865.314, 8032.707 3688.07 864.6, 7990.114 3671.637 863.815, 7952.309 3657.625 863.095, 7918.575 3646.879 862.512, 7876.696 3635.524 861.965, 7829.121 3625.074 861.459, 7780.475 3617.04 861.09, 7745.39 3611.64 860.814, 7699.053 3606.583 860.53, 7657.615 3603.379 860.362, 7617.818 3601.385 860.185, 7569.244 3601.68 860.07, 7491.724 3604.337 859.928, 7448.526 3608.412 859.996, 7412.663 3612.52 860.013, 7366.728 3618.909 859.928, 7326.293 3625.283 859.78, 7289.472 3631.712 859.611, 7244.908 3642.128 859.445, 7174.569 3659.68 859.619, 7132.255 3673.003 859.962, 7060.538 3698.469 860.59, 7014.42 3718.352 860.728, 6965.351 3741.554 860.883, 6894.54 3778.355 861, 6854.683 3802.943 860.926, 6793.32 3845.048 860.764, 6738.871 3890.634 860.942, 6687.181 3942.706 861.001, 6637.733 4001.068 861.219, 6600.359 4053.687 861.629, 6569.378 4111.193 861.977, 6554.773 4145.432 862.04, 6535.716 4202.286 862.378, 6529.395 4236.449 862.58, 6526.807 4274.283 862.831, 6526.774 4308.062 863.167, 6533.575 4368.898 863.744, 6546.725 4421.293 864.25, 6587.674 4502.358 864.401, 6651.682 4570.671 863.735, 6713.896 4622.61 862.371, 6757.205 4651.015 861.539, 6832.274 4693.945 859.72, 6872.058 4712.93 858.934, 6912.534 4730.711 858.085, 6965.374 4751.241 857.11, 7004.086 4765.789 856.598, 7045.888 4780.275 856.363, 7134.012 4806.935 858.277, 7185.317 4818.1 859.142, 7235.177 4828.018 859.467, 7306.239 4839.669 859.024, 7362.745 4847.902 856.516, 7422.208 4854.737 852.848, 7491.286 4859.161 848.738, 7564.714 4859.627 845.666, 7629.913 4857.441 845.999, 7680.806 4854.808 846.539, 7736.314 4847.731 847.495, 7778.579 4841.584 848.594, 7820.117 4831.447 850.198, 7865.776 4816.694 851.915, 7936.596 4788.998 856.806, 8001.743 4756.303 861.442, 8039.383 4732.713 861.973, 8100.578 4690.561 861.984, 8135.684 4661.635 861.744, 8187.745 4614.327 861.284, 8234.421 4563.922 861.201, 8279.304 4505.524 860.991, 8318.662 4439.46 861.309, 8337.303 4398.72 861.49, 8351.592 4361.753 861.852, 8369.781 4296.644 862.284, 8377.004 4243.023 862.888, 8367.322 4157.465 863.967, 8349.37 4102.797 864.708, 8325.988 4061.513 864.437, 8269.401 3986.881 862.788, 8215.611 3937.701 858.767, 8167.386 3896.431 853.945, 8078.226 3831.617 844.336, 8020.271 3789.494 832.74, 7971.625 3752.292 806.422, 7918.81 3717.201 784.936</trace>
</ink>
</file>

<file path=ppt/ink/ink76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5028.273 10936.647 533.15, 5063.235 10952.364 767.764, 5116.089 10981.364 833.785, 5149.518 10997.284 844.422, 5209.233 11020.164 868.139, 5246.665 11033.537 869.185, 5280.31 11043.636 870.197, 5336.367 11060.47 870.854, 5400.792 11077.581 870.544, 5465.836 11093.672 870.3, 5536.656 11106.769 870.362, 5574.514 11110.004 869.894, 5612.875 11112.511 869.292, 5648.563 11113.781 869.76, 5690.065 11114.033 870.754, 5730.971 11114.073 870.589, 5813.114 11116.063 869.314, 5862.104 11118.01 868.359, 5916.989 11121.22 868.959, 5992.88 11128.868 869.743, 6027.146 11132.511 869.317, 6064.257 11137.265 868.349, 6105.115 11142.1 868.53, 6149.079 11147.17 869.303, 6195.443 11153.728 869.214, 6236.674 11160.708 868.745, 6308.807 11174.036 867.412, 6353.006 11182.544 866.875, 6393.151 11189.266 867.107, 6426.933 11194.632 868.07, 6494.207 11201.859 870.079, 6555.306 11205.75 870.651, 6624.548 11208.178 870.138, 6666.552 11209.27 870.447, 6724.936 11212.059 871.779, 6761.973 11213.206 866.242</trace>
</ink>
</file>

<file path=ppt/ink/ink767.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5359.318 10495.011 533.15, 5301.102 10502.005 871.803, 5264.636 10504.854 869.794, 5225.133 10506.565 867.722, 5184.479 10505.847 866.061, 5145.003 10502.677 865.861, 5087.275 10492.172 868.392, 5033.405 10504.915 872.411, 5027.248 10556.637 870.166, 5027.118 10590.161 868.913, 5028.736 10648.227 868.283, 5031.012 10707.388 867.93, 5032.729 10746.254 868.142, 5035.766 10803.169 867.846, 5042.508 10866.809 869.008, 5043.55 10901.957 817.556</trace>
</ink>
</file>

<file path=ppt/ink/ink768.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5090.771 10443.926 533.15, 5138.28 10458.547 871.48, 5188.229 10465.871 869.367, 5252.356 10476.271 866.452, 5324.549 10489.685 863.174, 5375.69 10498.571 861.396, 5409.066 10504.36 859.985, 5454.287 10511.577 858.727, 5499.234 10518.524 857.772, 5534.168 10523.874 857.067, 5576.449 10527.907 856.876, 5630.864 10533.786 857.634</trace>
</ink>
</file>

<file path=ppt/ink/ink769.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690.514 4466.995 533.15, 633.873 4498.805 792.175, 562.439 4539.414 829.235, 528.806 4559.283 834.596, 471.929 4594.962 841.947, 416.599 4632.406 861.291, 364.03 4671.27 861.664, 318.006 4710.059 863.508, 281.352 4752.252 868.617, 274.324 4803.563 870.721, 324.71 4849.077 868.695, 390.49 4866.221 866.473, 449.302 4875.625 864.375, 494.823 4879.213 863.344, 547.277 4882.324 862.189, 588.278 4884.519 861.237, 628.626 4886.418 860.383, 691.051 4889.139 860.205, 739.036 4891.061 863.786, 799.154 4895.121 868.375, 835.65 4895.478 871.437, 869.891 4848.42 870.957, 853.404 4791.841 868.732, 837.04 4751.143 867.486, 819.043 4712.532 866.378, 800.358 4674.571 865.713, 768.892 4612.194 865.446, 737.974 4552.04 865.863, 721.326 4518.599 866.338, 703.078 4481.7 867.088, 679.25 4429.534 870.295</trace>
</ink>
</file>

<file path=ppt/ink/ink770.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983.474 4597.729 533.15, 1053.162 4593.792 850.106, 1098.149 4588.872 868.114, 1152.891 4582.248 867.079, 1216.651 4574.056 867.992, 1276.544 4566.228 870.313, 1312.376 4565.278 817.215</trace>
</ink>
</file>

<file path=ppt/ink/ink771.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961.014 4754.279 533.15, 1008.179 4765.93 871.316, 1085.778 4757.734 868.234, 1130.107 4752.794 866.645, 1176.685 4746.994 865.465, 1239.078 4737.475 866.602, 1297.785 4726.375 869.753, 1354.322 4716.514 871.785, 1407.817 4702.973 872.555</trace>
</ink>
</file>

<file path=ppt/ink/ink772.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1564.511 4317.036 533.15, 1564.511 4368.18 871.862, 1561.535 4432.244 869.304, 1557.867 4466.367 868.256, 1552.309 4506.558 867.307, 1545.183 4570.149 867.62, 1540.941 4619.336 869.158, 1538.067 4674.41 870.121, 1534.543 4741.882 869.972, 1532.834 4781.761 871.126, 1531.782 4816.887 871.547, 1530.893 4855.451 872.051, 1533.654 4888.792 871.6, 1565.849 4924.404 575.021</trace>
</ink>
</file>

<file path=ppt/ink/ink773.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1816.457 4602.672 533.15, 1882.278 4629.936 870.145, 1923.084 4631.679 868.601, 1966.618 4632.779 867.085, 2009.409 4633.226 866.529, 2062.98 4632.837 868.456, 2105.823 4631.282 870.492, 2160.79 4629.738 872.122, 2194.655 4631.375 864.739</trace>
</ink>
</file>

<file path=ppt/ink/ink774.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775.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21247.508 7840.245 533.15, 21196.057 7889.979 765.166, 21162.445 7914.18 392.126</trace>
</ink>
</file>

<file path=ppt/ink/ink776.xml><?xml version="1.0" encoding="utf-8"?>
<ink xmlns="http://www.w3.org/2003/InkML">
  <definitions>
    <brush xml:id="br1">
      <brushProperty name="color" value="#800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16962.482 1854.526 533.15, 16918.152 1881.267 871.449, 16929.799 1844.881 871.405, 16949.641 1804.525 869.982, 16966.381 1770.05 868.809, 16999.828 1709.461 867.221, 17021.869 1669.028 866.323, 17059.307 1602.458 865.327, 17099.674 1532.299 864.678, 17126.193 1488.417 864.517, 17155.338 1441.552 864.479, 17191.789 1390.494 864.483, 17235.035 1331.041 864.368, 17274.887 1279.525 864.18, 17309.473 1235.209 864.054, 17365.637 1167.119 864.076, 17401.91 1126.115 864.263, 17439.469 1084.41 864.486, 17483.316 1041.524 864.642, 17520.92 1005.003 864.71, 17558.672 969.801 864.84, 17600.711 934.19 864.901, 17647.781 897.137 864.932, 17704.072 854.852 864.832, 17752.43 819.919 864.72, 17796.008 790.075 864.742, 17865.293 746.956 864.94, 17934.645 708.076 865.3, 17978.119 685.552 865.546, 18052.041 651.079 865.639, 18100.434 629.305 865.339, 18150.566 608.354 864.995, 18204.312 587.673 864.822, 18249.738 570.973 864.836, 18326.297 546.754 865.259, 18375.254 532.558 865.351, 18458.236 510.798 865.058, 18492.227 502.389 864.919, 18529.023 494.063 864.737, 18586.777 480.599 864.45, 18670.752 463.541 864.481, 18722.635 454.427 864.757, 18777.287 445.631 864.993, 18835.246 436.919 865.249, 18883.543 430.238 865.243, 18964.307 421.102 865.148, 18998.559 417.574 865.18, 19035.512 414.532 865.184, 19090.996 410.701 865.156, 19146.947 408.786 865.04, 19204.076 407.708 864.875, 19262.75 406.323 864.72, 19315.223 405.795 864.627, 19399.043 407.662 864.634, 19433.268 409.808 864.688, 19470.557 412.762 864.755, 19524.84 417.38 864.98, 19606.883 427.81 865.314, 19657.078 436.069 865.335, 19735.113 449.667 865.284, 19810.346 465.662 865.552, 19852.34 475.736 866.07, 19923.443 495.866 866.644, 19993.928 519.022 866.364, 20035.725 534.686 866.02, 20089.609 558.233 865.752, 20158.461 593.14 865.9, 20196.59 613.924 866.241, 20254.209 648.913 866.88, 20287.766 670.89 867.383, 20339.375 705.984 867.717, 20393.525 745.833 867.174, 20445.383 785.183 866.727, 20479.047 810.467 866.679, 20530.986 849.223 867.172, 20581.293 887.517 867.937, 20617.162 917.091 867.837, 20656.061 950.918 868.166, 20694.635 985.505 868.91, 20730.375 1020.816 869.81, 20763.115 1055.315 869.191, 20806.176 1101.295 868.215, 20850.273 1149.561 867.695, 20884.76 1189.013 867.656, 20918.379 1231.407 868.036, 20951.211 1278.51 868.717, 20978.1 1320.546 870.518, 21001.408 1362.816 870.239, 21030.797 1424.154 869.664, 21054.9 1492.197 869.371, 21072.713 1560.11 868.875, 21084.234 1623.677 870.564, 21085.66 1690.167 870.477, 21075.334 1749.592 869.687, 21054.182 1799.778 869.827, 21018.107 1846.961 870.981, 20962.16 1887.901 870.292, 20888.357 1915.992 868.546, 20846.463 1926.076 868.03, 20769.635 1937.457 867.71, 20688.502 1946.572 867.223, 20627.641 1950.026 866.462, 20588.238 1951.227 865.831, 20520.215 1952.645 864.266, 20456.232 1952.387 862.65, 20418.135 1952.185 862.09, 20361.729 1951.876 863.168, 20305.531 1949.732 865.043, 20269.676 1948.313 866.602, 20184.131 1945.102 867.396, 20147.268 1944.311 866.843, 20079.932 1942.878 864.86, 20046.152 1941.93 863.868, 19975.812 1939.462 862.187, 19914.484 1937.922 861.384, 19880.789 1937.534 861.535, 19827.332 1936.157 862.303, 19775.781 1934.951 863.8, 19687.293 1934.273 867.376, 19642.367 1934.225 867.387, 19602.422 1933.81 866.718, 19565.232 1933.145 865.919, 19520.471 1932.726 864.836, 19486.533 1932.453 863.741, 19449.432 1932.276 862.743, 19408.672 1932.161 862.105, 19338.873 1932.037 861.071, 19275.176 1931.985 861.265, 19233.32 1931.977 861.543, 19168.91 1931.977 861.882, 19129.168 1931.977 861.995, 19064.895 1931.977 862.076, 19028.723 1931.977 862.139, 18958.936 1931.977 861.959, 18895.336 1931.977 862.142, 18854.148 1931.977 862.23, 18808.199 1932.756 862.422, 18768.082 1933.263 862.594, 18732.758 1933.592 862.693, 18690.66 1933.807 862.717, 18624.312 1933.256 862.726, 18582.418 1932.809 862.748, 18515.332 1933.108 862.476, 18478.682 1933.492 862.325, 18405.75 1933.885 861.946, 18371.551 1933.987 861.722, 18337.832 1934.052 861.607, 18297.643 1933.345 861.64, 18234.184 1932.555 861.807, 18199.629 1932.02 862.086, 18130.475 1931.013 862.431, 18068.01 1930.588 862.779, 18028.135 1930.479 862.864, 17966.387 1930.372 862.861, 17924.945 1930.349 862.833, 17880.611 1929.555 862.817, 17846.467 1928.802 862.811, 17811.832 1928.557 863.079, 17773.299 1928.397 863.276, 17717.252 1927.447 863.896, 17668.986 1926.538 864.838, 17606.723 1926.014 868.009, 17547.691 1925.934 869.453, 17489.404 1925.934 868.6, 17429.559 1924.965 866.102, 17393.182 1924.524 864.826, 17356.918 1924.239 863.941, 17300.273 1923.932 863.288, 17229.756 1924.718 864.522, 17166.973 1925.614 866.837, 17131.625 1925.816 868.071, 17095.688 1925.902 868.7, 17059.742 1925.934 868.816, 17019.197 1927.797 868.923, 16957.955 1931.551 869.284, 16900.549 1941.365 869.593, 16839.83 1952.382 869.83, 16783.309 1961.493 871.022, 16728.98 1969.037 872.521, 16679.195 1970.428 873.077, 16629.762 1960.932 873.573, 16572.285 1946.994 872.668, 16518.844 1950.642 873.458, 16463.787 1976.079 873.117, 16406.002 1982.578 873.263, 16371.577 1977.772 817.965</trace>
</ink>
</file>

<file path=ppt/ink/ink777.xml><?xml version="1.0" encoding="utf-8"?>
<ink xmlns="http://www.w3.org/2003/InkML">
  <definitions>
    <brush xml:id="br1">
      <brushProperty name="color" value="#008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16968.342 1968.231 533.15, 17004.195 1977.028 872.218, 17056.744 1983.884 869.937, 17116.59 1988.671 867.917, 17161.727 1990.481 866.849, 17195.887 1991.522 865.959, 17233.996 1991.729 865.031, 17279.834 1991.073 864.013, 17329.68 1989.08 862.959, 17374.301 1986.936 861.993, 17411.486 1984.974 861.191, 17455.998 1981.936 860.651, 17525.041 1977.182 860.752, 17567.947 1974.035 861.112, 17635.666 1968.934 861.531, 17679.818 1966.442 861.679, 17726.701 1963.305 861.944, 17795.373 1959.152 862.486, 17836.852 1957.029 862.669, 17895.828 1953.35 862.797, 17950.564 1949.871 863.355, 18004.574 1946.75 864.015, 18059.34 1943.861 864.944, 18105.314 1941.454 865.85, 18150.338 1940.011 866.629, 18203.402 1937.79 866.706, 18255.51 1934.915 866.987, 18293.891 1931.651 867.54, 18330.16 1928.246 868.529, 18389.256 1922.661 869.539, 18449.668 1918.549 869.626, 18483.895 1916.677 868.751, 18549.68 1913.674 867.72, 18584.875 1912.115 867.002, 18642.451 1910.356 868.407, 18689.43 1908.922 869.427, 18742.635 1907.502 870.586, 18796.994 1907.258 870.951, 18849.861 1909.227 872.959, 18901.578 1913.383 872.453, 18950.824 1924.506 872.064, 18994.654 1948.165 872.712, 19035.955 1990.439 872.871, 19058.986 2039.142 872.837, 19052.973 2097.05 872.267, 19032.02 2151.512 870.29, 19004.43 2206.246 870.614, 18967.824 2263.418 869.555, 18936.23 2304.038 869.585, 18898.867 2347.257 870.177, 18854.562 2390.309 869.642, 18805.016 2431.046 869.684, 18759.564 2462.55 869.651, 18688.684 2507.986 868.791, 18636.607 2538.716 869.182, 18574.217 2570.913 869.863, 18538.207 2587.836 869.659, 18488.963 2609.913 869.384, 18439.951 2628.549 869.457, 18386.453 2647.177 868.831, 18330.861 2665.656 867.86, 18295.479 2675.725 867.686, 18261.65 2684.587 869.03, 18204.576 2698.49 869.036, 18137.818 2711.08 868.307, 18075.316 2718.61 867.611, 18013.693 2721.583 866.888, 17962.484 2720.713 865.808, 17892.963 2715.417 865.485, 17858.547 2711.756 866.173, 17805.4 2705.58 868.394, 17746.545 2696.885 869.567, 17709.252 2689.541 869.175, 17652.178 2673.858 869.758, 17584.834 2645.378 869.821, 17530.879 2619.442 869.479, 17495.182 2601.064 869.438, 17438.234 2565.516 868.74, 17404.531 2541.66 867.636, 17357.811 2507.824 869.237, 17318.072 2472.359 870.528, 17267.846 2422.818 870.155, 17213.555 2364.133 868.852, 17161.305 2304.671 867.642, 17121.219 2252.536 867.776, 17078.658 2193.73 868.692, 17045.107 2146.054 869.677, 17017.002 2107.153 870.103, 16989.014 2060.493 870.382, 16965.318 2011.978 871.203, 16932.65 1968.914 872.425, 16892.629 1957.992 873.979, 16880.285 2003.462 873.728, 16824.791 1997.893 874.221</trace>
</ink>
</file>

<file path=ppt/ink/ink778.xml><?xml version="1.0" encoding="utf-8"?>
<ink xmlns="http://www.w3.org/2003/InkML">
  <definitions>
    <brush xml:id="br1">
      <brushProperty name="color" value="#008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11364.02 4391.191 533.15, 11373.427 4355.561 818.947, 11404.525 4319.97 873.088, 11421.163 4381.725 871.473, 11426.418 4416.746 845.358</trace>
</ink>
</file>

<file path=ppt/ink/ink779.xml><?xml version="1.0" encoding="utf-8"?>
<ink xmlns="http://www.w3.org/2003/InkML">
  <definitions>
    <brush xml:id="br1">
      <brushProperty name="color" value="#008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13627.623 6287.924 533.15, 13676.167 6328.894 841.201, 13733.411 6373.539 867.459, 13812.631 6422.538 865.113, 13851.306 6444.854 864.024, 13899.898 6471.947 862.833, 13951.855 6499.438 861.644, 14000.417 6523.581 860.76, 14046.815 6545.534 860.261, 14143.497 6588.828 861.288, 14184.854 6606.032 861.712, 14232.897 6625.627 861.904, 14293.353 6650.316 861.471, 14359.009 6677.495 860.786, 14415.85 6701.12 859.648, 14463.102 6720.822 857.867, 14513.709 6743.091 856.431, 14563.923 6766.727 855.665, 14614.58 6791.638 855.41, 14667.992 6817.987 857.247, 14705.876 6840.032 860.915, 14778.85 6891.302 863.89, 14858.991 6941.153 866.356, 14933.241 6979.085 865.977, 14999.975 7014.623 865.786, 15037.656 7041.214 866.466, 15087.841 7090.676 868.455, 15120.965 7154.064 868.363, 15135.684 7190.12 867.559, 15145.176 7241.875 870.007, 15086.324 7306.893 869.048, 15050.856 7344.273 866.915, 15006.119 7389.099 864.571, 14942.672 7445.908 862.11, 14873.377 7498.881 859.64, 14809.359 7542.254 858.212, 14771.208 7565.291 858.055, 14697.812 7605.742 857.874, 14659.355 7624.327 858.063, 14623.998 7640.271 858.197, 14579.315 7657.163 858.37, 14529.616 7674.088 858.625, 14481.193 7687.112 859.017, 14444.319 7696.287 859.443, 14398.762 7703.666 859.796, 14360.631 7708.03 860.306, 14323.866 7710.366 860.749, 14280.861 7710.188 861.018, 14226.928 7710.416 863.086</trace>
</ink>
</file>

<file path=ppt/ink/ink780.xml><?xml version="1.0" encoding="utf-8"?>
<ink xmlns="http://www.w3.org/2003/InkML">
  <definitions>
    <brush xml:id="br1">
      <brushProperty name="color" value="#00800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11291.755 4412.065 533.15, 11256.578 4419.945 815.838, 11180.346 4456.77 848.321, 11142.822 4477.624 867.406, 11095.568 4505.452 863.6, 11061.132 4522.207 803.664</trace>
</ink>
</file>

<file path=ppt/ink/ink781.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782.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15135.39 1991.85 533.15, 15096.374 1991.85 767.651, 15035.223 1987.062 834.248, 14971.645 1986.317 868.998, 14914.744 1988.938 869.422, 14858.896 1991.588 871.151, 14919.25 2003.797 870.989, 14953.236 2005.604 870.455, 14991.847 2006.046 869.914, 15043.076 2006.132 869.472, 15105.854 2006.132 869.104, 15170.868 2004.868 868.647, 15213.379 2004.312 868.283, 15278.8 2001.947 867.774, 15341.635 1998.184 867.448, 15380.563 1995.716 867.383, 15421.026 1993.428 868.105, 15462.352 1992.208 869.311, 15506.761 1990.914 869.145, 15585.703 1986.242 867.394, 15639.006 1979.648 865.774, 15703.988 1972.543 866.073, 15779.22 1968.191 868.73, 15842.988 1965.761 868.981, 15906.593 1963.904 867.612, 15944.699 1962.851 865.883, 15978.517 1961.81 865.1, 16014.513 1960.705 864.417, 16082.596 1958.522 865.277, 16122.098 1957.284 867.046, 16173.369 1954.768 867.679, 16244.241 1950.896 867.187, 16279.393 1948.95 866.056, 16318.855 1946.2 864.862, 16365.297 1945.775 863.526, 16414.883 1943.356 862.273, 16456.873 1941.353 861.589, 16491.738 1939.712 861.12, 16527.166 1937.748 861.02, 16579.959 1934.778 861.648, 16659.258 1939.971 864.378, 16732.115 1948.766 866.26, 16775.408 1951.983 866.854, 16851.791 1952.585 866.491, 16924.031 1954.029 865.938, 16968.219 1956.885 865.875, 17026.766 1960.012 866.054, 17105.609 1956.421 866.471, 17152.914 1953.129 866.446, 17227.191 1955.051 866.099, 17271.025 1953.95 866.487, 17347.65 1946.846 868.323, 17429.012 1941.938 868.613, 17476.076 1939.24 867.69, 17548.092 1934.054 865.917, 17590.168 1932.597 865.635, 17654.158 1927.315 865.979, 17717.803 1915.491 866.707, 17758.205 1912.69 867.108, 17800.023 1915.397 867.224, 17842.445 1918.823 867.218, 17879.859 1918.613 867.241, 17929.215 1914.278 867.487, 17974.059 1911.861 868.072, 18016.34 1908.813 868.476, 18087.381 1904.394 868.135, 18131.904 1901.617 867.257, 18196.424 1899.62 866.186, 18262.273 1898.345 866.251, 18300.355 1897.418 866.462, 18338.873 1898.037 866.955, 18414.484 1897.539 869.431, 18475.105 1896.101 869.637, 18509.199 1892.419 869.138, 18543.715 1890.798 868.652, 18600.566 1893.351 871.362, 18636.65 1896.201 873.067, 18708.252 1915.761 872.333, 18758.768 1948.962 871.065, 18804.607 1989.297 872.328, 18839.207 2029.962 872.533, 18862.201 2088.791 871.623, 18873.176 2147.551 871.617, 18874.443 2188.111 872.018, 18862.574 2255.448 870.702, 18850.215 2294.255 869.96, 18833.988 2336.857 869.467, 18814.252 2380.72 868.822, 18794.209 2419.901 868.344, 18757.969 2493.654 867.838, 18727.258 2554.052 866.993, 18709.404 2587.571 866.423, 18680.295 2639.544 865.105, 18655.41 2678.21 864.3, 18613.768 2728.757 864.517, 18569.764 2785.002 865.766, 18524.121 2832.755 866.467, 18468.951 2880.44 867.563, 18406.906 2923.233 868.118, 18343.396 2961.796 868.157, 18299.395 2984.365 867.712, 18230.947 3015.456 868.205, 18188.453 3033.206 868.144, 18145.541 3051.357 867.421, 18079.43 3078.721 866.321, 18008.617 3106.971 865.415, 17950.004 3129.472 865.357, 17897.793 3146.792 867.346, 17852.322 3160.624 868.153, 17777.258 3181.73 866.999, 17711.807 3202.265 865.904, 17661.16 3220.796 864.948, 17612.666 3237.547 864.731, 17539.764 3261.296 865.021, 17468.617 3282.172 865.799, 17395.854 3297.509 866.099, 17331.527 3313.826 866.047, 17281.666 3329.965 865.912, 17232.982 3346.018 865.697, 17161.867 3363.766 867.348, 17116.723 3373.564 867.883, 17041.166 3387.486 867.017, 16995.404 3392.838 866.393, 16939.115 3398.179 866.646, 16868.279 3404.836 867.725, 16805.662 3409.657 868.351, 16749.758 3408.672 868.732, 16707.357 3404.602 868.515, 16668.914 3399.311 868.415, 16598.291 3391.64 867.703, 16537.189 3383.748 867.062, 16491.596 3374.737 866.527, 16423.912 3359.013 866.102, 16384.301 3351.577 866.416, 16319.448 3342.898 866.822, 16279.034 3338.31 866.913, 16238.47 3331.495 867.071, 16194.957 3320.382 867.144, 16157.274 3309.801 867.209, 16122.448 3298.74 867.695, 16086.097 3288.557 868.386, 16022.886 3272.02 868.566, 15983.008 3259.749 867.875, 15937.819 3240.872 867.185, 15874.495 3211.032 867.076, 15812.674 3171.442 868.021, 15778.583 3146.239 868.616, 15727.728 3103.804 869.215, 15693.303 3074.261 868.582, 15643.306 3030.729 867.135, 15595.694 2988.145 865.948, 15550.826 2944.119 866.559, 15508.38 2894.664 866.912, 15464.205 2832.445 867.741, 15439.813 2795.059 867.99, 15400.351 2741.685 867.684, 15361.216 2693.605 868.128, 15324.031 2637.684 870.736, 15289.129 2586.342 871.94, 15259.76 2549.931 870.425, 15225.576 2507.146 868.731, 15191.072 2450.601 867.688, 15156.963 2390.756 866.108, 15130.916 2348.793 864.282, 15084.898 2283.685 864.923, 15048.678 2224.245 867.932, 15014.376 2171.968 871.218, 14983.584 2123.562 872.024, 14960.714 2072.766 870.478, 14934.674 2027.643 873.641, 14895.825 2018.411 866.447</trace>
</ink>
</file>

<file path=ppt/ink/ink783.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2835.957 4412.065 533.15, 2830.115 4374.294 816.546, 2801.165 4334.093 871.035, 2748.761 4325.279 870.286, 2686.906 4348.461 868.965, 2629.582 4393.726 867.599, 2595.965 4431.399 866.895, 2559.905 4487.853 866.132, 2535.745 4541.22 865.541, 2520.775 4600.252 865.099, 2517.479 4634.178 864.958, 2516.632 4685.364 864.971, 2524.402 4725.933 865.656, 2540.496 4761.031 866.707, 2578.051 4800.844 867.248, 2645.04 4838.485 866.853, 2687.645 4850.185 866.102, 2752.632 4851.533 865.255, 2814.429 4831.701 865.115, 2851.27 4809.158 865.257, 2901.901 4759.504 865.335, 2943.213 4697.624 865.279, 2962.832 4652.042 865.127, 2980.209 4574.35 864.524, 2979.603 4497.297 864.163, 2966.62 4432.604 864.043, 2950.744 4382.675 864.349, 2911.686 4317.104 865.02, 2851.086 4271.521 865.437, 2812.377 4256.798 865.363, 2777.965 4240.13 758.735</trace>
</ink>
</file>

<file path=ppt/ink/ink784.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3374.027 4401.628 533.15, 3382.453 4450.295 765.004, 3387.678 4502.115 810.413, 3390.182 4559.129 829.125, 3389.228 4600.481 834.533, 3386.376 4670.722 841.577, 3384.798 4708.449 860.723, 3381.886 4777.132 861.147, 3379.599 4832.085 864.942, 3375.136 4869.088 869.019, 3367.124 4903.555 821.446</trace>
</ink>
</file>

<file path=ppt/ink/ink785.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3211.922 4654.855 533.15, 3260.268 4653.009 841.517, 3333.131 4645.697 867.036, 3372.939 4641.257 865.605, 3448.635 4633.267 862.73, 3489.13 4629.326 861.241, 3528.763 4625.594 859.874, 3577.314 4621.034 858.619, 3613.281 4617.557 857.808, 3652.058 4613.501 857.301, 3704.195 4608.21 856.514</trace>
</ink>
</file>

<file path=ppt/ink/ink786.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4187.479 4274.74 533.15, 4148.464 4308.109 765.64, 4100.652 4359.105 823.03, 4071.844 4397.46 836.967, 4043.727 4441.098 845.321, 4022.325 4480.312 864.522, 3988.649 4548.954 862.831, 3970.927 4592.019 861.788, 3948.38 4655.823 860.181, 3936.61 4715.914 859.928, 3940.836 4774.291 860.696, 3974.163 4837.089 863.363, 4031.583 4869.964 865.118, 4099.791 4874.308 864.698, 4156.549 4867.995 863.826, 4191.612 4856.982 863.161, 4228.944 4840.654 862.562, 4284.133 4808.4 862.102, 4335.39 4758.459 862.077, 4370.206 4709.767 862.674, 4394.026 4658.525 863.39, 4406.083 4604.857 864.07, 4408.681 4558.422 864.481, 4390.256 4483.782 864.751, 4349.412 4425.155 864.347, 4306.488 4384.259 863.719, 4273.128 4365.795 863.31, 4204.3 4339.668 862.097, 4162.812 4331.284 861.175, 4124.042 4325.55 860.171, 4071.308 4317.471 857.148</trace>
</ink>
</file>

<file path=ppt/ink/ink787.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1357.486 4665.292 533.15, 1394.18 4665.292 705.157, 1442.287 4665.292 792.22, 1482.948 4665.292 808.6, 1552.732 4665.292 827.071, 1602.233 4664.286 832.337, 1642.15 4663.271 836.069, 1676.299 4662.05 838.788, 1726.508 4659.482 856.505, 1792.859 4655.934 853.767, 1840.653 4653.363 851.021, 1920.434 4648.574 846.444, 2007.411 4643.751 840.313, 2089.07 4639.403 833.267, 2210.057 4634.238 823.595, 2356.646 4629.53 813.212, 2513.267 4624.348 798.952, 2621.057 4620.775 784.951, 2753.816 4617.114 770.915, 2901.666 4613.199 759.641, 3056.947 4611.438 752.616, 3175.842 4610.846 753.477, 3290.844 4611.533 755.405, 3414.554 4613.95 760.355, 3498.796 4615.742 766.364, 3604.255 4619.847 773.271, 3715.283 4625.469 782.59, 3825.824 4632.048 793.516, 3906.723 4637.166 805.494, 3979.063 4642.224 817.214, 4048.848 4646.865 827.631, 4105.735 4650.558 835.284, 4144.277 4652.262 842.665, 4200.494 4649.125 856.869, 4153.649 4620.313 865.806</trace>
</ink>
</file>

<file path=ppt/ink/ink788.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1680.718 4540.601 533.15, 1731.2 4535.157 846.358, 1823.964 4520.767 865.52, 1870.517 4512.72 863.487, 1912.18 4505.331 861.366, 1973.213 4494.68 857.84, 2021.716 4486.223 854.629, 2082.658 4475.457 851.26, 2169.422 4461.684 846.812, 2225.935 4452.717 842.464, 2319.234 4438.743 836.438, 2413.3 4425.671 829.753, 2502.667 4413.819 822.29, 2616.26 4399.931 812.955, 2707.311 4389.228 803.451, 2800.288 4378.987 794.594, 2904.065 4369.636 790.094, 2974.431 4363.421 787.32, 3063.88 4356.161 789.537, 3144.084 4351.106 796.27, 3211.842 4347.682 803.105, 3289.732 4344.73 810.849, 3347.073 4343.052 818.915, 3404.906 4342.63 827.508, 3467.901 4343.938 835.683, 3508.599 4344.857 843.422, 3554.696 4347.807 849.841, 3619.055 4353.94 860.033, 3682.713 4366.472 866.702, 3705.664 4404.806 871.766</trace>
</ink>
</file>

<file path=ppt/ink/ink789.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719.81 5879.794 533.15, 775.059 5886.082 846.272, 825.274 5889.126 867.949, 887.376 5892.235 865.235, 953.795 5894.193 862.501, 995.925 5893.854 861.382, 1066.854 5892.141 861.053, 1104.275 5889.745 862.9, 1141.728 5887.675 868.223, 1177.363 5886.878 870.486, 1213.277 5889.776 819.004</trace>
</ink>
</file>

<file path=ppt/ink/ink790.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587.978 6083.035 533.15, 647.342 6090.635 841.383, 703.019 6091.142 868.316, 747.1 6091.25 866.96, 812.068 6091.275 865.557, 847.432 6091.274 866.003, 906.663 6091.274 868.573, 963.577 6091.275 871.562</trace>
</ink>
</file>

<file path=ppt/ink/ink791.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1418.031 5666.666 533.15, 1418.031 5719.017 871.81, 1418.031 5774.504 869.607, 1418.031 5814.965 868.273, 1417.338 5861.882 866.986, 1415.196 5906.012 866.108, 1409.875 5987.756 865.1, 1406.292 6042.622 864.408, 1403.818 6077.959 864.07, 1400.479 6132.727 863.674, 1397.646 6190.503 863.477, 1396.045 6224.495 864.423, 1394.554 6258.15 866.078, 1391.214 6312.986 871.081, 1386.056 6353.907 872.139, 1377.696 6405.4 873.219, 1370.676 6440.681 849.316</trace>
</ink>
</file>

<file path=ppt/ink/ink792.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1544.98 6004.485 533.15, 1598.982 6026.59 871.57, 1665.43 6032.204 868.608, 1718.433 6036.276 867.05, 1799.654 6044.129 865.556, 1861.304 6050.551 866.801, 1894.988 6055.091 871.639, 1953.066 6066.758 872.933, 1988.73 6071.17 818.376</trace>
</ink>
</file>

<file path=ppt/ink/ink793.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2450.226 5601.299 533.15, 2417.28 5645.264 871.17, 2383.058 5689.998 869.401, 2341.314 5759.885 867.29, 2322.345 5796.029 866.56, 2291.161 5865.721 865.688, 2272.321 5913.688 865.096, 2247.744 5994.691 864.497, 2237.94 6050.164 864.286, 2234.121 6111.245 863.938, 2236.574 6171.737 863.602, 2242.293 6210.1 863.511, 2249.122 6248.555 863.504, 2262.715 6307.636 863.488, 2280.568 6362.227 863.738, 2316.874 6437.165 864.355, 2363.501 6504.473 864.982, 2400.105 6541.267 864.924, 2451.816 6577.653 867.099</trace>
</ink>
</file>

<file path=ppt/ink/ink794.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4512.664 5573.834 533.15, 4561.199 5604.724 842.929, 4601.471 5652.027 870.055, 4638.04 5707.239 868.391, 4655.489 5743.455 867.873, 4681.147 5806.771 867.537, 4701.852 5872.351 867.107, 4716.515 5943.318 866.32, 4725.273 6018.305 865.503, 4727.346 6066.293 865.117, 4724.82 6145.701 864.8, 4721.639 6179.167 864.791, 4717.127 6215.731 864.801, 4708.959 6271.992 864.914, 4688.731 6352.211 865.161, 4670.033 6402.562 864.97, 4646.899 6453.156 864.726, 4614.735 6507.068 864.438, 4583.768 6552.641 864.066, 4542.379 6602.973 863.559, 4491.971 6655.486 862.692, 4433.195 6706.338 861.831, 4392.421 6740.192 860.995</trace>
</ink>
</file>

<file path=ppt/ink/ink795.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5151.316 5951.753 533.15, 5163.826 6002.415 796.245, 5171.887 6039.256 824.697, 5182.334 6104.654 843.128, 5190.492 6164.349 868.281, 5197.922 6234.474 870.041, 5204.564 6290.907 871.21, 5206.313 6325.452 853.75</trace>
</ink>
</file>

<file path=ppt/ink/ink796.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4877.887 6135.218 533.15, 4940.354 6143.966 870.989, 4993.711 6144.007 868.539, 5056.685 6144.007 865.749, 5091.097 6144.007 864.273, 5128.274 6144.007 862.847, 5175.115 6144.007 861.493, 5248.144 6144.007 859.413, 5293.06 6144.007 858.728, 5365.89 6144.007 858.222, 5399.393 6144.007 858.562, 5473.583 6145.764 863.437, 5509.606 6147.331 866.302, 5548.168 6149.27 868.8, 5602.568 6144.927 871.274</trace>
</ink>
</file>

<file path=ppt/ink/ink797.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6256.751 5909.457 533.15, 6217.617 5917.225 767.272, 6156.292 5937.145 832.663, 6092.558 5982.694 866.944, 6046.837 6042.89 866.992, 6031.164 6080.438 866.929, 6027.895 6125.47 866.725, 6041.181 6177.73 866.312, 6064.379 6222.736 865.725, 6093.825 6260.844 865.049, 6144.855 6303.848 864.275, 6194.174 6335.87 863.872, 6256.894 6361.991 863.756, 6292.409 6372.182 863.773, 6328.874 6378.662 863.874, 6390.037 6385.46 865.269, 6427.043 6380.592 866.615, 6481.861 6358.807 868.017, 6530.367 6315.637 869.812, 6552.599 6264.217 869.965, 6558.905 6225.758 869.539, 6557.934 6155.335 867.556, 6553.14 6113.656 866.166, 6539.082 6067.245 865.261, 6506.788 6010.811 865.88, 6454.158 5957.897 867.06, 6395.25 5923.789 867.941, 6330.034 5907.803 868.327, 6294.867 5907.217 868.57, 6235.527 5922.023 868.864, 6195.662 5950.812 869.263, 6170.111 5984.471 683.474</trace>
</ink>
</file>

<file path=ppt/ink/ink798.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6903.217 6156.642 533.15, 6957.381 6168.201 871.772, 7000.285 6174.01 869.368, 7041.078 6178.263 867.185, 7098.986 6182.731 866.01, 7139.558 6185.319 866.786, 7198.656 6187.837 872.156, 7232.145 6190.68 849.239</trace>
</ink>
</file>

<file path=ppt/ink/ink799.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8246.926 5892.978 533.15, 8227.588 5848.517 871.904, 8172.333 5839.977 870.36, 8107.169 5851.682 868.183, 8060.447 5869.252 867.07, 7994.38 5908.297 866, 7938.261 5957.903 865.377, 7910.973 5993.601 865.215, 7878.259 6057.926 865.262, 7858.551 6131.644 865.176, 7852.791 6178.77 865.023, 7860.54 6254.247 864.832, 7882.444 6315.677 864.711, 7907.035 6362.154 864.742, 7954.833 6419.933 865.073, 8005.404 6459.62 866.903, 8045.545 6475.41 867.531, 8083.032 6483.171 867.512, 8123.266 6484.13 867.121, 8162.933 6475.605 866.672, 8197.705 6458.164 866.433, 8251.491 6408.142 866.415, 8272.75 6372.303 866.489, 8287.238 6331.161 866.475, 8294.463 6291.133 866.328, 8294.799 6231.373 865.884, 8288.7 6180.244 865.487, 8262.334 6106.082 864.98, 8214.073 6036.295 864.439, 8174.41 5992.705 863.87, 8141.46 5958.344 864.193</trace>
</ink>
</file>

<file path=ppt/ink/ink800.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2540.067 5833.653 533.15, 2516.92 5875.947 796.12, 2485.158 5934.945 831.459, 2462.283 5981.9 841.249, 2446.227 6015.443 844.313, 2419.284 6074.394 862.891, 2403.363 6110.788 862.243, 2377.84 6170.641 862.705, 2356.453 6234.313 867.205, 2354.684 6291.89 870.595, 2374.11 6327.841 870.264, 2446.073 6369.298 867.886, 2504.857 6381.011 867.336, 2566.984 6384.562 872.857, 2601.613 6385.26 866.705</trace>
</ink>
</file>

<file path=ppt/ink/ink801.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2783.224 6165.431 533.15, 2794.316 6218.396 871.404, 2802.062 6281.854 869.37, 2804.838 6331.497 867.836, 2805.291 6379.269 866.225, 2803.969 6435.609 864.591, 2802.528 6469.115 864.421, 2799.782 6503.879 865.432, 2800.702 6569.148 868.83, 2805.483 6605.053 847.227</trace>
</ink>
</file>

<file path=ppt/ink/ink802.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3032.24 5922.09 533.15, 3031.547 5983.991 871.559, 3029.376 6018.006 869.934, 3019.247 6092.962 867.067, 3010.797 6148.936 865.544, 3004.296 6204.535 867.526, 3001.061 6253.47 869.784, 2996.599 6287.261 849.64</trace>
</ink>
</file>

<file path=ppt/ink/ink803.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2839.863 6103.359 533.15, 2889.022 6115.804 871.112, 2927.751 6121.229 869.657, 2971.289 6125.506 868.053, 3048.45 6132.627 865.301, 3083.089 6135.886 864.519, 3145.427 6140.567 867.524, 3184.112 6138.801 870.043, 3218.215 6139.682 851.43</trace>
</ink>
</file>

<file path=ppt/ink/ink804.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3344.73 5786.963 533.15, 3344.73 5847.76 871.357, 3341.466 5912.746 868.727, 3328.263 5978.19 866.86, 3304.122 6052.237 865.493, 3285.827 6102.883 864.888, 3268.05 6154.418 867.524, 3260.112 6223.867 868.779, 3292.773 6282.856 868.968, 3329.345 6303.015 868.09, 3376.575 6318.148 866.642, 3443.065 6332.273 865.587, 3481.122 6337.604 869.844, 3516.251 6339.922 871.49, 3550.765 6344.586 817.79</trace>
</ink>
</file>

<file path=ppt/ink/ink805.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3660.151 6192.346 533.15, 3707.621 6195.578 871.757, 3759.918 6208.39 869.889, 3801.503 6235.429 868.901, 3809.017 6286.691 868.597, 3776.56 6335.243 867.531, 3721.151 6385.603 865.298, 3673.785 6422.049 863.766, 3626.282 6456.345 862.719, 3566.361 6500.807 866.063, 3530.883 6548.787 870.191, 3535.406 6585.908 870.52, 3589.468 6634.485 868.043, 3628.911 6649.94 866.346, 3686.761 6664.964 865.598, 3756.387 6669.66 867.764, 3790.82 6672.792 816.258</trace>
</ink>
</file>

<file path=ppt/ink/ink806.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3949.205 5892.978 533.15, 3949.204 5955.118 871.04, 3949.204 6019.589 868.636, 3948.344 6063.287 867.469, 3944.822 6110.408 866.493, 3939.4 6158.175 865.655, 3932.157 6221.409 866.665, 3929.264 6257.635 870.096, 3929.461 6293.188 871.514, 3948.827 6342.883 870.297</trace>
</ink>
</file>

<file path=ppt/ink/ink807.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3741.203 6089.077 533.15, 3789.624 6104.173 871.323, 3825.078 6106.671 869.7, 3873.821 6109.576 867.702, 3908.589 6111.484 866.199, 3943.177 6112.265 866.083, 3985.251 6112.562 866.545, 4066.345 6113.254 867.467, 4124.259 6106.637 867.322</trace>
</ink>
</file>

<file path=ppt/ink/ink808.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4160.135 5875.949 533.15, 4151.153 5925.722 871.891, 4148.589 5961.398 870.439, 4146.135 6023.078 868.628, 4143.23 6059.976 867.869, 4136.669 6102.958 867.258, 4128.911 6143.706 866.778, 4116.811 6200.757 867.537, 4115.901 6271.597 869.197, 4131.168 6311.033 868.902, 4178.517 6367.504 867.555, 4233.645 6388.63 867.502, 4292.099 6396.724 869.8</trace>
</ink>
</file>

<file path=ppt/ink/ink809.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4371.067 6247.825 533.15, 4429.317 6220.792 871.117, 4484.86 6214.129 868.75, 4505.732 6251.606 869.359, 4461.185 6289.774 868.01, 4420.379 6331.688 867.822, 4476.215 6370.519 868.855, 4526.969 6407.61 868.176, 4494.061 6450.47 868.577, 4458.687 6468.892 867.496, 4384.04 6498.255 865.334, 4339.2 6514.825 863.884, 4300.032 6529.077 862.391, 4246.58 6548.014 860.617, 4211.906 6560.285 859.189, 4152.323 6581.25 854.066</trace>
</ink>
</file>

<file path=ppt/ink/ink810.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7044.814 13209.102 533.15, 7091.407 13224.47 796.201, 7126.682 13237.049 824.615, 7167.088 13253.28 838.454, 7207.467 13267.594 846.441, 7253.627 13284.173 865.939, 7306.617 13300.671 865.342, 7369.374 13320.701 864.665, 7428.267 13338.517 863.878, 7470.99 13350.419 863.337, 7517.971 13363.552 862.787, 7555.318 13373.647 862.316, 7591.992 13383.058 861.898, 7633.963 13393.515 861.627, 7698.037 13407.911 861.343, 7740.568 13415.652 861.384, 7786.572 13422.825 861.491, 7834.205 13429.752 861.717, 7884.655 13436.328 861.998, 7957.272 13445.612 862.453, 7995.165 13450.256 862.627, 8063.582 13458.095 862.843, 8126.157 13464.072 863.065, 8164.702 13466.711 863.121, 8206.836 13469.759 863.158, 8244.76 13472.239 863.233, 8308.901 13476.014 863.661, 8364.419 13479.659 864.294, 8403.202 13482.546 864.446, 8465.636 13487.958 864.319, 8501.893 13491.082 863.978, 8573.615 13497.806 863.132, 8607.039 13501.003 862.578, 8641.521 13503.95 862.053, 8683.322 13507.425 861.631, 8748.654 13512.51 861.433, 8793.016 13515.871 861.353, 8841.662 13520.948 861.317, 8881.26 13525.422 861.346, 8919.191 13529.478 861.39, 8960.034 13533.9 861.629, 9027.754 13540.908 862.17, 9068.924 13544.466 862.348, 9139.361 13550.26 862.338, 9173.13 13552.907 862.251, 9247.732 13559.302 862.144, 9314.734 13565.812 861.96, 9354.309 13570.448 861.919, 9424.725 13579.378 861.923, 9460.083 13584.267 861.799, 9494.438 13589.279 861.672, 9538.487 13595.448 861.541, 9609.574 13605.185 861.352, 9654.596 13611.644 861.186, 9688.31 13616.542 861.009, 9735.649 13623.592 860.651, 9776.165 13630.207 860.274, 9817.698 13637.69 859.957, 9870.904 13646.82 859.517, 9929.93 13657.408 859.079, 9987.954 13667.343 858.715, 10029.584 13674.406 858.382, 10079.246 13681.108 858.18, 10122.203 13686.191 858.227, 10161.297 13690.275 858.33, 10207.153 13693.657 858.68, 10279.453 13697.195 859.635, 10321.399 13698.025 860.282, 10391.33 13698.773 861.429, 10426.979 13698.941 861.853, 10499.025 13699.06 862.366, 10562.11 13699.075 862.69, 10599.364 13698.418 862.859, 10661.121 13696.732 863.058, 10721.127 13695.512 863.352, 10754.58 13695.201 863.569, 10806.642 13694.867 864.231, 10840.565 13694.783 864.539, 10878.008 13695.507 864.808, 10940.151 13697.348 865.065, 10975.512 13699.339 865.083, 11030.458 13703.13 864.96, 11086.843 13708.957 864.662, 11147.081 13717.033 864.43, 11204.835 13725.676 864.333, 11256.297 13733.928 864.339, 11305.545 13741.293 865.072, 11353.249 13747.183 866.362, 11433.53 13751.535 867.267, 11499.124 13747.607 866.969, 11554.088 13740.731 866.212, 11629.059 13724.037 865.513, 11696.506 13702.638 865.638, 11736.145 13686.555 866.123, 11792.474 13660.643 867.178, 11829.293 13641.99 868.271, 11880.311 13611.418 868.894, 11928.001 13579.634 869.693, 11979.103 13541.335 870.888, 12023.342 13501.231 870.957, 12065.224 13448.947 870.854, 12087.254 13397.479 870.082, 12089.543 13328.699 869.509, 12077.86 13288.82 868.553, 12057.923 13247.997 867.259, 12017.502 13198.495 865.936, 11981.134 13169.127 865.245, 11919.2 13132.282 864.587, 11865.488 13105.071 864.114, 11831.033 13091.02 863.817, 11761.86 13066.664 862.915, 11727.063 13057.121 862.275, 11690.604 13049.148 861.635, 11643.175 13042.508 860.91, 11566.262 13034.792 859.847, 11522.015 13032.606 859.517, 11481.558 13031.268 859.19, 11428.083 13030.465 858.704, 11382.786 13030.259 858.167, 11335.504 13030.693 857.641, 11277.521 13031.771 857.1, 11238.146 13032.601 856.672, 11185.99 13034.615 856.277, 11131.013 13037.521 855.999, 11088.285 13039.969 855.767, 11031.274 13044.483 855.556, 10964.578 13049.755 855.502, 10890.763 13055.327 855.576, 10841.734 13059.026 855.583, 10780.812 13062.899 855.564, 10716.154 13065.871 855.497, 10667.358 13067.92 855.334, 10603.787 13069.238 855.158, 10550.813 13070.068 854.968, 10495.499 13069.235 854.76, 10425.99 13065.737 854.479, 10376.745 13063.043 854.193, 10315.317 13058.728 853.86, 10247.319 13052.976 853.556, 10196.265 13048.462 853.165, 10128.426 13041.617 852.551, 10069.184 13034.942 852.031, 10010.321 13027.572 851.356, 9930.646 13016.933 849.77, 9870.964 13008.893 848.21, 9796.111 12998.611 845.718, 9715.656 12987.455 842.778, 9648.505 12978.094 840.007, 9557.079 12965.226 835.867, 9477.362 12954.263 831.593, 9400.676 12943.953 827.443, 9307.03 12932.02 823.433, 9239.866 12923.249 821.096, 9160.733 12911.86 819.992, 9077.172 12899.866 820.238, 9013.315 12890.702 821.131, 8931.01 12878.767 822.473, 8859.283 12868.489 825.222, 8789.478 12858.603 828.76, 8702.11 12845.585 831.543, 8603.05 12830.928 833.987, 8504.973 12816.696 835.5, 8433.671 12806.39 836.147, 8345.889 12792.173 836.735, 8271.317 12780.104 837.18, 8199.703 12768.541 837.259, 8112.824 12753.506 837.459, 8052.482 12743.076 837.393, 7978.205 12730.404 837.132, 7897.422 12718.601 837.375, 7838.024 12710.188 837.488, 7760.035 12700.107 837.954, 7692.115 12692.25 838.715, 7627.406 12685.643 839.546, 7547.13 12680.604 840.218, 7489.754 12677.381 841.61, 7420.411 12675.388 842.859, 7342.025 12675.43 843.803, 7285.771 12675.768 844.409, 7209.115 12678.181 845.18, 7119.894 12682.879 844.89, 7024.326 12689.696 844.923, 6962.37 12694.152 845.297, 6886.424 12700.766 845.129, 6837.576 12705.074 844.494, 6785.889 12709.437 843.072, 6750.407 12711.341 835.033</trace>
</ink>
</file>

<file path=ppt/ink/ink811.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12150.995 4420.079 533.15, 12115.091 4396.186 767.438, 12061.725 4364.936 824.269, 12024.935 4345.356 837.895, 11957.147 4312.821 865.908, 11897.727 4288.629 866.285, 11831.695 4264.258 866.374, 11768.993 4243.193 865.503, 11731.634 4232.154 864.796, 11668.782 4214.687 863.361, 11606.274 4199.424 861.966, 11568.666 4192.015 861.73, 11507.186 4181.804 861.663, 11467.322 4176.05 861.78, 11423.575 4170.991 861.906, 11385.159 4167.304 862.131, 11318.307 4162.896 862.743, 11265.963 4161.862 864.519, 11216.021 4162.663 866.121, 11160.174 4166.875 867.015, 11124.508 4171.37 867.049, 11084.138 4178.001 866.862, 11044.588 4185.727 866.18, 10987.432 4199.17 865.097, 10941.602 4212.384 864.954, 10882.604 4235.073 865.483, 10832.197 4261.796 867.823, 10771.155 4302.792 868.573, 10731.215 4339.827 867.8, 10692.629 4381.261 866.645, 10651.725 4447.282 867.212, 10632.882 4492.616 867.356, 10615.709 4572.249 866.313, 10612.704 4619.752 865.36, 10621.445 4692.919 864.403, 10645.245 4763.595 864.53, 10666.116 4804.372 864.912, 10712.831 4869.479 865.164, 10749.581 4909.053 864.891, 10793.592 4950.26 864.286, 10843.665 4991.709 863.714, 10888.321 5025.454 863.416, 10956.371 5069.304 863.145, 11017.236 5105.207 863.006, 11055.619 5125.088 862.841, 11116.406 5153.995 862.439, 11152.289 5168.709 862.229, 11217.49 5193.623 861.837, 11278.623 5213.249 861.815, 11316.966 5223.069 861.807, 11377.131 5237.284 862.09, 11412.451 5243.333 862.258, 11474.719 5251.841 862.629, 11531.147 5257.016 863.119, 11617.148 5259.826 864.191, 11653.465 5260.16 864.409, 11693.479 5259.747 864.552, 11755.199 5257.267 864.598, 11789.271 5254.122 864.607, 11840.068 5247.473 864.729, 11919.806 5229.753 865.045, 11968.111 5215.926 865.243, 12040.883 5189.029 865.397, 12104.031 5156.671 865.742, 12138.42 5132.248 866.153, 12177.012 5096.491 866.53, 12223.844 5040.546 866.915, 12246.995 5005.053 866.947, 12266.22 4968.968 867.921, 12280.627 4932.495 868.426, 12296.558 4866.718 869.149, 12302.239 4822.775 868.385, 12306.128 4744.523 866.402, 12302.041 4669.846 864.464, 12294.877 4627.291 864.525, 12272.072 4561.906 865.381, 12251.66 4522.938 865.827, 12216.799 4476.617 866.119, 12152.538 4415.175 865.688, 12103.998 4382.339 864.929, 12066.943 4364.271 864.276, 12000.574 4336.548 862.791, 11951.593 4322.675 861.799, 11917.996 4313.432 860.869, 11867.197 4304.229 859.796, 11816.607 4297.917 858.674, 11771.704 4293.705 857.597, 11713.884 4292.391 856.522, 11676.396 4291.587 855.599, 11612.925 4290.994 852.804</trace>
</ink>
</file>

<file path=ppt/ink/ink812.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11578.747 5459.354 533.15, 11532.382 5451.191 766.498, 11496.445 5446.19 812.571, 11426.388 5435.667 837.463, 11359.192 5423.221 866.914, 11324.933 5415.488 869.025, 11287.936 5405.61 871.721, 11227.132 5391.97 872.259, 11182.98 5411.785 871.684, 11167.29 5463.542 870.489, 11159.155 5515.709 871.894, 11163.035 5573.388 871.716, 11193.18 5619.247 870.132, 11226.973 5636.545 869.115, 11262.359 5649.237 868.013, 11297.249 5658.458 866.984, 11333.842 5665.779 866.561, 11371.708 5674.149 866.638, 11405.344 5682.735 867.062, 11463.633 5703.365 868.394, 11515.57 5735.749 870.255, 11532.166 5791.446 871.779, 11508.994 5844.827 869.598, 11463.056 5886.059 867.787, 11420.573 5903.385 867.38, 11378.015 5913.719 867.477, 11331.612 5919.613 867.452, 11252.702 5922.172 866.364, 11178.621 5914.52 864.989, 11118.326 5900.805 866.407, 11062.897 5875.338 871.259, 11034.518 5832.218 871.412, 11076.234 5798.234 870.808, 11136.771 5797.973 870.689, 11185.225 5824.227 871.681</trace>
</ink>
</file>

<file path=ppt/ink/ink813.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9036.831 4606.292 533.15, 8983.952 4630.453 835.96, 8964.821 4683.36 869.605, 8972.726 4738.723 868.692, 9001.321 4794.497 868.208, 9050.339 4836.494 868.497, 9105.522 4847.802 868.92, 9158.137 4829.406 869.206, 9197.472 4785.531 869.163, 9218.126 4732.727 869.143, 9220.703 4670.902 869.513, 9200.461 4616.421 870.156, 9153.392 4583.032 871.24, 9095.188 4596.343 870.363, 9052.32 4620.746 869.513, 9012.736 4665.841 869.292, 8999.643 4720.781 869.255, 9017.476 4780.306 868.464, 9058.979 4834.279 867.615</trace>
</ink>
</file>

<file path=ppt/ink/ink814.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9374.712 5172.071 533.15, 9327.229 5195.247 871.466, 9272.67 5225.396 868.935, 9218.078 5268.836 868.062, 9202.175 5317.374 869.609, 9254.523 5354.764 868.962, 9289.425 5365.742 867.833, 9344.669 5376.622 866.416, 9417.854 5388.369 865.302, 9454.388 5394.708 865.512, 9509.021 5404.769 869.214</trace>
</ink>
</file>

<file path=ppt/ink/ink815.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9424.515 5129.774 533.15, 9453.094 5173.593 871.532, 9463.067 5234.676 869.257, 9466.628 5269.592 868.188, 9469.806 5310.634 867.233, 9474.521 5358.084 866.478, 9480.35 5400.085 866.026, 9493.776 5470.893 865.681, 9505.325 5522.917 867.65, 9516.066 5560.779 868.961, 9526.799 5597.875 871.364, 9538.236 5633.945 872.339, 9568.057 5683.87 871.862</trace>
</ink>
</file>

<file path=ppt/ink/ink816.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6955.84 4362.952 533.15, 6895.782 4318.212 842.363, 6858.952 4301.611 870.235, 6791.284 4286.979 868.491, 6722.88 4282.009 866.815, 6657.011 4283.858 865.548, 6621.073 4286.854 865.025, 6563.871 4293.672 864.224, 6527.693 4301.151 864.008, 6488.107 4310.918 863.967, 6429.565 4327.917 863.973, 6391.944 4342.912 863.852, 6348.65 4363.17 863.63, 6311.084 4382.736 863.314, 6244.104 4422.843 862.451, 6207.795 4450.112 862.117, 6151.541 4500.215 861.839, 6111.75 4550.953 862.176, 6084.298 4601.892 862.848, 6072.954 4635.709 863.194, 6065.678 4672.536 863.518, 6060.468 4729.429 864.007, 6066.303 4785.885 864.073, 6097.975 4871.535 863.805, 6134.187 4928.646 863.167, 6191.793 4996.513 861.954, 6229.977 5032.132 861.187, 6292.606 5083.687 859.878, 6331.855 5109.123 859.46, 6393.201 5144.688 859.324, 6430.152 5160.648 859.548, 6498.945 5184.716 860.063, 6548.258 5199.765 862.727, 6583.294 5203.154 864.047, 6629.292 5203.05 864.928, 6671.4 5201.849 865.343, 6732.466 5194.328 864.928, 6782.095 5186.072 863.688, 6831.498 5175.031 862.289, 6884.515 5158.058 859.405, 6919.366 5146.771 856.804, 6958.95 5128.385 855.356, 6998.887 5104.547 854.522, 7035.544 5075.391 854.358, 7083.985 5030.385 856.148, 7132.012 4961.79 859.842, 7158.448 4888.269 864.213, 7167.548 4840.028 865.387, 7168.849 4758.497 865.165, 7160.74 4705.743 864.96, 7143.323 4649.71 864.518, 7116.984 4593.583 864.029, 7088.18 4548.37 863.681, 7048.063 4504.386 863.434, 6977.837 4453.948 862.658, 6931.858 4430.019 862.082, 6860.135 4397.733 860.883, 6816.571 4385.34 860.368, 6739.255 4371.183 859.502, 6701.336 4368.776 859.202, 6665.06 4368.559 859.03, 6623.022 4371.505 859.179, 6570.098 4374.908 860.974</trace>
</ink>
</file>

<file path=ppt/ink/ink817.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7129.663 5256.663 533.15, 7136.604 5217.33 816.036, 7183.651 5174.773 848.959, 7253.509 5150.059 867.25, 7289.494 5143.14 866.615, 7348.15 5147.083 869.032, 7396.29 5186.012 870.735, 7404.412 5220.551 869.999, 7397.606 5254.183 868.916, 7369.361 5308.429 867.283, 7333.14 5355.887 867.343, 7321.642 5406.276 871.469, 7381.073 5435.393 870.101, 7427.897 5459.917 869.866, 7463.693 5500.204 871.267, 7461.111 5551.96 869.971, 7415.073 5596.511 867.751, 7367.47 5618.69 866.429, 7318.057 5635.609 865.063, 7283.417 5644.733 864.207, 7203.439 5661.513 862.107, 7165.578 5668.15 860.917, 7118.816 5675.23 859.756, 7036.981 5682.741 859.078, 6973.734 5687.313 859.797, 6939.054 5684.648 839.337</trace>
</ink>
</file>

<file path=ppt/ink/ink818.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3908.081 4495.882 533.15, 3865.814 4469.668 796.546, 3791.057 4446.608 838.908, 3739.81 4442.606 846.281, 3687.669 4443.957 865.346, 3629.865 4452.778 864.183, 3565.21 4470.033 863.089, 3498.265 4496.43 862.194, 3456.155 4518.346 861.813, 3415.698 4542.919 861.57, 3351.021 4588.072 861.056, 3313.972 4621.856 860.735, 3277.113 4661.343 860.424, 3225.586 4723.762 860.111, 3200.25 4762.341 860.091, 3163.953 4825.443 860.12, 3145.769 4868.684 860.125, 3130.178 4916.248 860.167, 3119.795 4952.221 860.323, 3111.977 4989.417 860.471, 3107.761 5032.847 860.609, 3107.823 5079.932 860.789, 3110.342 5120.965 861.075, 3113.896 5155.495 861.341, 3123.147 5195.064 861.558, 3145.089 5255.546 861.979, 3165.837 5290.882 862.102, 3192.842 5327.226 862.167, 3242.604 5380.368 862.215, 3275.97 5404.953 862.048, 3331.255 5438.842 861.628, 3367.277 5453.311 861.496, 3425.679 5471.37 861.279, 3485.252 5479.889 861.487, 3543.469 5478.299 861.981, 3601.998 5466.411 862.766, 3649.499 5448.899 863.439, 3696.081 5423.92 864.02, 3741.191 5389.354 864.154, 3785.349 5343.207 864.082, 3826.575 5279.913 863.798, 3856.053 5218.142 863.312, 3875.274 5155.685 862.639, 3882.203 5113.814 862.238, 3888.814 5047.812 861.428, 3888.567 5008.58 861.099, 3882.612 4938.302 860.561, 3870.129 4873.456 860.764, 3858.239 4834.895 860.903, 3836.479 4777.646 861.516, 3808.346 4723.347 862.192, 3773.94 4675.833 862.817, 3733.28 4636.525 863.539, 3693.62 4609.023 864.238, 3645.365 4588.853 864.801, 3578.06 4575.833 864.676, 3524.66 4579.572 870.249</trace>
</ink>
</file>

<file path=ppt/ink/ink819.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4035.03 5471.988 533.15, 4031.581 5433.791 816.256, 4066.635 5378.13 869.891, 4116.117 5350.33 868.665, 4178.921 5335.002 867.923, 4234.857 5340.945 869.187, 4255.376 5390.937 870.186, 4210.633 5450.855 868.271, 4160.301 5493.289 866.422, 4119.318 5523.271 865.237, 4076.896 5552.336 864.39, 4010.138 5598.443 863.911, 3957.115 5634.492 864.615, 3917.984 5668.792 869.062, 3945.368 5719.979 870.948, 4014.27 5730.381 868.552, 4091.901 5735.146 865.001, 4134.428 5736.272 863.029, 4177.541 5736.983 861.108, 4233.21 5737.387 859.08, 4273.924 5737.627 857.515, 4322.748 5737.763 856.127, 4367.812 5737.833 855.216, 4409.685 5737.261 855.206, 4490.378 5736.478 859.524, 4553.578 5735.526 863.706, 4591.278 5734.617 867.731, 4629.486 5733.303 872.352, 4682.524 5729.878 872.07</trace>
</ink>
</file>

<file path=ppt/ink/ink820.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2768.467 4606.292 533.15, 2728.345 4608.147 766.372, 2666.923 4619.12 823.884, 2622.909 4632.104 837.153, 2549.321 4664.779 864.473, 2499.346 4692.422 863.919, 2448.762 4726.326 863.366, 2401.249 4766.24 863.345, 2363.147 4805.005 863.575, 2320.506 4869.575 863.66, 2292.752 4929.34 863.609, 2282.813 4965.489 863.422, 2275.396 5006.854 863.197, 2272.582 5046.134 863.048, 2277.022 5120.121 862.71, 2287.256 5164.421 862.314, 2302.69 5210.554 861.898, 2332.242 5277.063 861.171, 2355.985 5313.145 860.831, 2385.997 5348.25 860.707, 2436.874 5397.252 861.035, 2504.524 5440.663 861.595, 2562.187 5465.97 862.412, 2613.813 5477.75 863.524, 2662.129 5477.81 864.581, 2702.098 5469.528 865.345, 2759.381 5436.706 865.819, 2797.245 5389.979 865.704, 2820.817 5345.799 865.307, 2842.707 5270.608 864.491, 2851.434 5219.169 864.073, 2858.236 5135.898 864.056, 2858.789 5101.224 864.034, 2857.82 5046.38 864.008, 2852.326 4993.435 863.98, 2840.26 4939.273 863.932, 2818.351 4884.521 864.102, 2780.897 4830.852 864.527, 2732.954 4790.389 864.466, 2676.053 4762.647 863.698, 2642.605 4749.111 863.507, 2585.524 4743.833 863.882, 2547.343 4741.159 859.089</trace>
</ink>
</file>

<file path=ppt/ink/ink821.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2124.931 5569.214 533.15, 2122.851 5646.586 794.312, 2119.292 5691.323 808.788, 2115.882 5732.016 815.842, 2113.821 5816.646 811.663, 2112.542 5889.05 806.466, 2125.696 5998.937 788.728, 2134.086 6069.034 758.126, 2137.743 6136.742 706.532, 2149.345 6196.514 640.755</trace>
</ink>
</file>

<file path=ppt/ink/ink822.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3983.274 4517.305 533.15, 3938.035 4492.04 796.125, 3871.291 4460.843 831.087, 3821.172 4440.792 840.865, 3780.983 4428.181 843.854, 3711.186 4409.423 862.321, 3665.553 4401.016 861.254, 3627.771 4394.737 860.54, 3574.952 4389.758 859.616, 3528.845 4387.207 858.677, 3479.4 4386.722 857.687, 3415.132 4388.583 856.402, 3370.903 4390.142 855.498, 3311.467 4394.649 854.146, 3239.939 4402.846 852.553, 3161.539 4413.491 851.157, 3097.439 4423.4 851.03, 3038.442 4433.71 850.965, 2970.337 4448.611 851.045, 2898.164 4468.031 851.354, 2823.455 4491.943 851.795, 2749.344 4519.344 852.485, 2689.165 4543.537 853.11, 2638.256 4565.692 853.875, 2583.435 4594.249 854.767, 2548.236 4612.74 855.797, 2490.155 4644.193 857.671</trace>
</ink>
</file>

<file path=ppt/ink/ink823.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824.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825.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826.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13187.096 10056.993 533.15, 13234.402 10074.392 873.949, 13269.605 10083.139 818.05</trace>
</ink>
</file>

<file path=ppt/ink/ink827.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15120.631 9736.202 533.15, 15124.317 9675.906 870.243, 15121.644 9622.176 870.136, 15113.98 9574.243 873.828</trace>
</ink>
</file>

<file path=ppt/ink/ink828.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829.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16839.33 10255.84 533.15, 16816.641 10289.8 796.812</trace>
</ink>
</file>

<file path=ppt/ink/ink830.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16740.699 9979.542 533.15, 16735.332 9934.387 835.584, 16734.203 9900.293 792.461</trace>
</ink>
</file>

<file path=ppt/ink/ink831.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2569.254 4897.42 533.15, 2554.79 4936.486 816.104, 2532.291 4988.029 849.961, 2517.191 5037.974 869.734, 2503.556 5100.882 869.061, 2498.929 5138.832 869.127, 2493.675 5183.115 869.152, 2487.672 5228.08 868.834, 2480.865 5291.495 867.995, 2476.522 5340.486 866.896, 2472.224 5404.002 865.788, 2470.003 5455.077 865.365, 2470.501 5516.953 865.331, 2473.156 5570.73 865.644, 2480.04 5646.544 866.081, 2485.436 5706.41 866.468, 2487.917 5762.265 868.046, 2489.462 5795.638 868.125, 2491.133 5832.154 867.99, 2493.35 5880.897 867.368, 2496.344 5932.36 867.31, 2500.644 5982.867 867.284, 2507.278 6060.124 866.341, 2514.341 6136.556 865.241, 2519.311 6181.708 865.845, 2524.203 6229.715 869.213, 2530.15 6285.403 871.08, 2532.882 6330.643 871.03, 2533.669 6367.795 870.209, 2535.69 6424.265 869.272, 2542.573 6469.815 869.479, 2557.251 6524.498 869.072, 2575.35 6558.669 868.748, 2623.211 6617.848 867.417, 2661.349 6648.707 866.894, 2721.384 6682.774 866.83, 2760.989 6698.434 866.677, 2811.515 6713.727 866.736, 2863.503 6722.584 868.091, 2910.14 6727.788 868.266, 2944.868 6731.091 867.724, 3001.965 6736.055 866.29, 3046.065 6737.848 865.18, 3096.209 6738.429 863.883, 3140.29 6738.375 862.735, 3178.055 6737.963 861.735, 3223.523 6737.673 860.924, 3257.576 6737.331 860.426, 3297.496 6736.466 860.025, 3345.401 6735.104 859.849, 3404.098 6733.489 861.137, 3439.375 6735.808 807.118</trace>
</ink>
</file>

<file path=ppt/ink/ink832.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833.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11877.565 4113.57 533.15, 11844.201 4081.644 797.184, 11811.999 4046.694 407.657</trace>
</ink>
</file>

<file path=ppt/ink/ink834.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11412.735 3892.202 533.15, 11370.894 3898.592 795.795, 11311.66 3910.102 839.134, 11247.195 3925.583 867.712, 11204.967 3938.499 867.833, 11160.782 3954.002 867.347, 11118.48 3970.455 866.627, 11065.562 3992.637 866.1, 11030.284 4004.994 843.646</trace>
</ink>
</file>

<file path=ppt/ink/ink835.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836.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21057.953 9915.823 533.15, 21057.539 9874.482 798.077, 21049.436 9821.562 846.586, 21012.479 9771.174 870.718, 20961.227 9739.488 869.58, 20912.617 9721.036 868.504, 20868.672 9708.385 867.305, 20792.912 9693.647 865.654, 20723.75 9686.568 864.834, 20667.404 9684.099 864.428, 20631.793 9685.339 864.255, 20592.748 9687.514 864.111, 20558.781 9691.022 864.047, 20495.756 9702.203 863.949, 20459.465 9712.199 863.967, 20423.566 9724.411 864.042, 20368.578 9746.646 864.131, 20320.797 9773.076 864.301, 20258.021 9820.683 864.848, 20202.324 9879.602 865.021, 20164.717 9945.235 864.912, 20153.461 9989.147 864.963, 20158.279 10064.44 864.765, 20172.445 10110.808 864.636, 20205.691 10168.052 864.271, 20244.914 10214.178 864.044, 20298.398 10253.738 863.704, 20356.244 10284.068 863.085, 20416.186 10307.392 862.324, 20461.764 10319.659 861.702, 20533.076 10334.655 860.503, 20574.557 10339.772 859.986, 20609.047 10343.251 859.629, 20653.504 10344.677 859.363, 20688.623 10344.935 859.27, 20726.379 10343.5 859.213, 20771.531 10337.33 859.282, 20839.887 10323.658 859.69, 20877.664 10312.044 859.941, 20946.002 10285.199 860.405, 21004.73 10255.146 861, 21039.039 10233.332 861.239, 21089.088 10196.841 861.903, 21132.494 10155.049 862.562, 21170.354 10101.311 863.244, 21196.064 10047.186 864.025, 21208.271 9991.285 864.551, 21208.959 9938.854 864.76, 21200.295 9890.301 864.743, 21164.877 9820.301 864.341, 21126.57 9781.368 863.941, 21070.229 9747.306 863.18, 20989.029 9719.203 861.689, 20928.338 9707.468 860.56, 20867.912 9699.472 859.397, 20819.227 9694.035 858.217, 20759.67 9690.653 856.755, 20710.152 9689.547 855.815, 20665.404 9690.01 855.018, 20612.666 9690.084 852.743, 20578.449 9688.929 799.226</trace>
</ink>
</file>

<file path=ppt/ink/ink837.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18705.482 9932.852 533.15, 18756.207 9932.85 766.342, 18795.199 9932.85 813.259, 18873.973 9932.852 837.051, 18908.807 9932.852 841.028, 18977.338 9932.852 863.11, 19013.525 9932.852 862.415, 19049.801 9933.631 861.66, 19097.221 9935.696 860.787, 19173.369 9939.328 859.888, 19218.51 9941.748 859.77, 19257.209 9943.896 859.603, 19308.471 9947.435 859.258, 19352.807 9950.761 858.841, 19395.527 9954.237 858.426, 19449.496 9957.081 858.025, 19486.486 9958.917 857.777, 19535.148 9960.093 857.69, 19587.701 9960.424 857.637, 19629.01 9960.468 857.486, 19684.047 9959.703 857.41, 19748.797 9958.42 857.253, 19816.689 9956.848 857.076, 19863.266 9955.739 856.984, 19923.145 9955.782 856.812, 19982.225 9956.345 856.614, 20029.533 9956.948 856.415, 20089.742 9957.339 856.134, 20143.365 9957.982 855.858, 20193.492 9958.799 855.525, 20254.445 9959.342 855.116, 20299.277 9959.703 854.903, 20351.91 9959.949 854.804, 20406.461 9960.108 855.023, 20449.551 9960.201 855.469, 20506.732 9960.84 855.794, 20558.281 9962.048 856.054, 20605.297 9963.596 856.307, 20664.064 9966.741 856.465, 20705.908 9969.132 856.579, 20756.588 9972.868 856.855, 20810.52 9977.517 857.168, 20851.898 9981.241 857.4, 20904.857 9985.805 857.578, 20950.32 9989.978 857.772, 20995.348 9994.399 857.924, 21050.404 10000.381 858.095, 21110.947 10007.376 858.151, 21165.301 10013.315 858.295, 21208.408 10017.895 858.59, 21259.322 10023.177 858.808, 21303.768 10027.728 859.175, 21342.756 10031.676 859.476, 21389.223 10036.356 859.707, 21423.217 10039.841 859.935, 21461.256 10043.963 860.229, 21497.439 10047.931 860.643, 21565.457 10055.974 861.755, 21607.451 10061.156 862.314, 21651.412 10066.638 862.827, 21713.502 10074.399 863.54, 21779.365 10083.569 865.128, 21847.473 10092.505 868.826, 21885.996 10098.547 871.2, 21926.891 10104.957 871.226, 21996.828 10112.642 870.318, 22050.76 10113.807 871.411, 22089.389 10111.767 871.243, 22146.543 10106.006 870.081, 22197.473 10096.219 870.97, 22246.828 10080.102 872.227, 22229.617 10144.557 869.878, 22261.887 10191.196 869.576, 22308.994 10208.736 870.55, 22361.219 10181.614 869.392, 22397.459 10122.629 868.89, 22401.812 10085.163 868.71, 22400.902 10049.185 868.591, 22373.258 9992.064 868.611, 22329.836 9958.091 868.593, 22280.188 9941.023 867.956, 22229.539 9934.594 866.856, 22185.617 9936.271 865.872, 22146.465 9947.453 865.558, 22089.709 9988.865 865.147, 22051.643 10057.362 864.298, 22038.799 10114.312 863.532, 22036.824 10157.907 862.796, 22037.287 10201.258 861.819, 22039.178 10242.513 860.677, 22046.006 10299.263 859.201, 22052.008 10343.488 857.263, 22061.066 10396.984 854.909, 22072.91 10459.487 852.804, 22081.639 10504.496 851.011, 22094.592 10566.513 849.106, 22107.785 10625.591 848.445, 22119.893 10677.708 848.299, 22135.018 10741.979 848.203, 22146.525 10791.376 848.265, 22158.469 10843.931 848.821, 22171.41 10903.516 849.783, 22179.754 10941.914 851.818, 22193.477 11012.391 861.295, 22198.605 11059.715 865.893, 22198.961 11093.542 851.31</trace>
</ink>
</file>

<file path=ppt/ink/ink838.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16889.133 12623.321 533.15, 16941.258 12617.811 797.527, 16999.41 12598.365 840.713, 17034.824 12579.957 848.851, 17085.773 12547.441 868.047, 17119.195 12522.751 867.221, 17154.805 12495.195 866.343, 17213.779 12444.983 865.341, 17278.104 12387.948 864.558, 17338.244 12332.836 864.052, 17389.678 12284.639 863.662, 17423.91 12251.248 863.28, 17462.068 12214.567 862.731, 17521.865 12156.091 861.727, 17556.979 12120.822 861.221, 17595.223 12081.486 860.658, 17630.256 12044.945 860.243, 17690.922 11979.577 859.845, 17744.209 11920.881 859.826, 17775.166 11885.253 859.899, 17810.453 11844.043 860.157, 17840.906 11806.862 860.518, 17895.613 11736.534 860.896, 17921.627 11701.116 860.725, 17966.5 11638.369 860.464, 18011.295 11575.134 861.003, 18053.002 11511.823 861.603, 18076.686 11474.372 861.604, 18114.178 11411.723 861.332, 18135.502 11373.159 861.089, 18158.646 11329.303 860.952, 18181.48 11281.62 860.685, 18214.113 11211.131 860.704, 18243.035 11145.639 861.057, 18259.072 11105.232 861.209, 18283.568 11039.814 861.437, 18296.561 11002.225 861.826, 18316.344 10942.579 862.45, 18335.18 10881.436 862.717, 18346.385 10844.822 862.682, 18363.557 10783.82 862.797, 18374.02 10747.081 862.802, 18389.078 10688.498 862.845, 18403.648 10630.104 863.182, 18415.906 10574.441 863.62, 18427.711 10520.009 864.25, 18437.396 10475.819 865.191, 18451.508 10411.361 867.689, 18458.17 10374.311 869.1, 18467.219 10324.789 870.536, 18479.305 10261.11 872.133, 18484.156 10225.251 872.262, 18476.691 10175.768 872.179, 18425.613 10174.929 870.707, 18363.439 10212.248 870.402, 18317.131 10248.913 869.698, 18275.191 10280.62 871.439, 18309.93 10243.523 870.557, 18356.084 10204.08 869.862, 18405.26 10163.66 869.764, 18453.096 10131.829 870.933, 18510.777 10112.883 871.267, 18547.275 10119.178 870.345, 18594.768 10151.779 868.255, 18626.154 10193.63 866.35, 18655.473 10246.05 864.403, 18678.076 10290.299 863.079, 18704.377 10341.958 860.386, 18718.805 10375.394 851.162</trace>
</ink>
</file>

<file path=ppt/ink/ink839.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6617.959 5452.763 533.15, 6588.715 5412.065 872.042, 6581.827 5363.797 873.62, 6618.792 5370.528 866.142</trace>
</ink>
</file>

<file path=ppt/ink/ink840.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18767.98 10131.147 533.15, 18744.088 10095.504 816.788, 18708.955 10036.102 870.47, 18680.656 9986.252 869.607, 18643.027 9920.349 868.499, 18617.299 9873.971 867.73, 18593.42 9829.792 866.876, 18560.793 9768.667 866.069, 18533.559 9717.251 865.292, 18515.061 9682.504 864.788, 18494.104 9644.271 864.285, 18458.561 9580.534 863.345, 18436.432 9539.462 862.771, 18401.945 9475.172 861.721, 18379.094 9431.788 861.2, 18354.549 9383.339 860.747, 18335.922 9346.666 860.46, 18316.32 9308.354 860.224, 18292.277 9265.125 860.039, 18254.42 9197.112 859.86, 18232.416 9159.288 859.851, 18188.396 9086.47 859.742, 18145.891 9020.307 859.66, 18117.088 8978.57 859.545, 18085.994 8932.148 859.512, 18057.818 8889.177 859.549, 18035.508 8854.823 859.557, 18008.332 8814.055 859.636, 17960.936 8748.515 859.856, 17931.004 8711.932 860.036, 17874.986 8648.405 860.234, 17834.119 8603.41 861.155</trace>
</ink>
</file>

<file path=ppt/ink/ink841.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842.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15171.411 8376.136 533.15, 15110.256 8416.78 796.022, 15051.565 8461.214 832.597, 15014.31 8491.438 843.006, 14970.345 8531.186 865.852, 14916.993 8581.001 864.911, 14864.518 8630.829 863.666, 14818.227 8678.047 862.5, 14772.711 8728.633 861.69, 14728.478 8786.882 861.676, 14688.975 8847.724 861.742, 14656.32 8906.845 861.793, 14639.146 8945.852 861.74, 14616.45 9005.611 861.674, 14607.159 9040.949 861.697, 14594.442 9091.713 862.168</trace>
</ink>
</file>

<file path=ppt/ink/ink843.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14275.932 9898.795 533.15, 14311.509 9892.918 688.229</trace>
</ink>
</file>

<file path=ppt/ink/ink844.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845.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14324.758 9778.498 533.15, 14358.173 9791.822 818.743</trace>
</ink>
</file>

<file path=ppt/ink/ink846.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14355.03 9844.414 533.15, 14350.512 9878.844 768.597</trace>
</ink>
</file>

<file path=ppt/ink/ink847.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14294.484 9860.893 533.15, 14330.248 9865.21 734.199</trace>
</ink>
</file>

<file path=ppt/ink/ink848.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16753.395 9079.788 533.15, 16709.459 9074.364 797.146, 16664.984 9074.467 824.156, 16613.932 9075.897 836.847, 16560.271 9077.937 840.272, 16508.916 9079.96 842.336, 16399.777 9083.602 852.925, 16287.803 9085.991 839.717, 16163.077 9087.555 817.872, 15986.82 9084.868 776.604, 15847.798 9082.169 728.484, 15782.229 9081.355 658.253, 15735.634 9081.375 580.112, 15685.603 9080.264 505.021, 15651.642 9078.945 450.567</trace>
</ink>
</file>

<file path=ppt/ink/ink849.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6708.777 4171.246 533.15, 6757.846 4177.54 796.164, 6829.184 4183.857 840.7, 6879.144 4189.872 848.483, 6918.924 4194.346 868.06, 6973.458 4199.335 870.397, 7023.55 4201.123 872.995, 6981.588 4203.107 869.841, 6920.079 4202.618 867.884, 6865.153 4202.556 868.418, 6830.941 4202.556 869.612, 6865.792 4204.204 870.06, 6927.378 4204.983 868.629, 6990.587 4206.36 871.075, 7043.813 4206.401 872.827</trace>
</ink>
</file>

<file path=ppt/ink/ink850.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8935.272 5081.436 533.15, 8987.825 5101.882 872.055</trace>
</ink>
</file>

<file path=ppt/ink/ink851.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852.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853.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854.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855.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3609.261 5387.396 533.15, 3658.901 5397.318 872.861</trace>
</ink>
</file>

<file path=ppt/ink/ink856.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857.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858.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ink/ink859.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6408.981 5944.935 533.15, 6368.928 5960.636 765.481, 6332.902 5968.278 809.558, 6298.297 5971.629 806.677</trace>
</ink>
</file>

<file path=ppt/ink/ink860.xml><?xml version="1.0" encoding="utf-8"?>
<ink xmlns="http://www.w3.org/2003/InkML">
  <definitions>
    <brush xml:id="br1">
      <brushProperty name="color" value="#330066"/>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51" name=""/>
        <p:cNvGrpSpPr/>
        <p:nvPr/>
      </p:nvGrpSpPr>
      <p:grpSpPr>
        <a:xfrm>
          <a:off x="0" y="0"/>
          <a:ext cx="0" cy="0"/>
          <a:chOff x="0" y="0"/>
          <a:chExt cx="0" cy="0"/>
        </a:xfrm>
      </p:grpSpPr>
      <p:sp>
        <p:nvSpPr>
          <p:cNvPr id="1048667"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68"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69"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70"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71"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72"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3"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1048582" name="Subtitle 2"/>
          <p:cNvSpPr>
            <a:spLocks noGrp="1"/>
          </p:cNvSpPr>
          <p:nvPr>
            <p:ph type="subTitle" idx="1"/>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p>
        </p:txBody>
      </p:sp>
      <p:sp>
        <p:nvSpPr>
          <p:cNvPr id="1048583" name="Date Placeholder 3"/>
          <p:cNvSpPr>
            <a:spLocks noGrp="1"/>
          </p:cNvSpPr>
          <p:nvPr>
            <p:ph type="dt" sz="half" idx="10"/>
          </p:nvPr>
        </p:nvSpPr>
        <p:spPr/>
        <p:txBody>
          <a:bodyPr/>
          <a:p>
            <a:fld id="{4F952FD5-AA4A-4D68-BBB6-77F2B92610C5}" type="datetimeFigureOut">
              <a:rPr lang="en-US" smtClean="0"/>
              <a:t>5/3/2026</a:t>
            </a:fld>
            <a:endParaRPr lang="en-US"/>
          </a:p>
        </p:txBody>
      </p:sp>
      <p:sp>
        <p:nvSpPr>
          <p:cNvPr id="1048584" name="Footer Placeholder 4"/>
          <p:cNvSpPr>
            <a:spLocks noGrp="1"/>
          </p:cNvSpPr>
          <p:nvPr>
            <p:ph type="ftr" sz="quarter" idx="11"/>
          </p:nvPr>
        </p:nvSpPr>
        <p:spPr/>
        <p:txBody>
          <a:bodyPr/>
          <a:p>
            <a:endParaRPr lang="en-US"/>
          </a:p>
        </p:txBody>
      </p:sp>
      <p:sp>
        <p:nvSpPr>
          <p:cNvPr id="1048585" name="Slide Number Placeholder 5"/>
          <p:cNvSpPr>
            <a:spLocks noGrp="1"/>
          </p:cNvSpPr>
          <p:nvPr>
            <p:ph type="sldNum" sz="quarter" idx="12"/>
          </p:nvPr>
        </p:nvSpPr>
        <p:spPr/>
        <p:txBody>
          <a:bodyPr/>
          <a:p>
            <a:fld id="{2B94C080-21AA-41D3-AF08-384986893F9D}"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28" name=""/>
        <p:cNvGrpSpPr/>
        <p:nvPr/>
      </p:nvGrpSpPr>
      <p:grpSpPr>
        <a:xfrm>
          <a:off x="0" y="0"/>
          <a:ext cx="0" cy="0"/>
          <a:chOff x="0" y="0"/>
          <a:chExt cx="0" cy="0"/>
        </a:xfrm>
      </p:grpSpPr>
      <p:sp>
        <p:nvSpPr>
          <p:cNvPr id="1048588" name="Title 1"/>
          <p:cNvSpPr>
            <a:spLocks noGrp="1"/>
          </p:cNvSpPr>
          <p:nvPr>
            <p:ph type="title"/>
          </p:nvPr>
        </p:nvSpPr>
        <p:spPr/>
        <p:txBody>
          <a:bodyPr/>
          <a:p>
            <a:r>
              <a:rPr lang="en-US"/>
              <a:t>Click to edit Master title style</a:t>
            </a:r>
          </a:p>
        </p:txBody>
      </p:sp>
      <p:sp>
        <p:nvSpPr>
          <p:cNvPr id="1048589" name="Content Placeholder 2"/>
          <p:cNvSpPr>
            <a:spLocks noGrp="1"/>
          </p:cNvSpPr>
          <p:nvPr>
            <p:ph idx="1"/>
          </p:nvPr>
        </p:nvSpPr>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90" name="Date Placeholder 3"/>
          <p:cNvSpPr>
            <a:spLocks noGrp="1"/>
          </p:cNvSpPr>
          <p:nvPr>
            <p:ph type="dt" sz="half" idx="10"/>
          </p:nvPr>
        </p:nvSpPr>
        <p:spPr/>
        <p:txBody>
          <a:bodyPr/>
          <a:p>
            <a:fld id="{4F952FD5-AA4A-4D68-BBB6-77F2B92610C5}" type="datetimeFigureOut">
              <a:rPr lang="en-US" smtClean="0"/>
              <a:t>5/3/2026</a:t>
            </a:fld>
            <a:endParaRPr lang="en-US"/>
          </a:p>
        </p:txBody>
      </p:sp>
      <p:sp>
        <p:nvSpPr>
          <p:cNvPr id="1048591" name="Footer Placeholder 4"/>
          <p:cNvSpPr>
            <a:spLocks noGrp="1"/>
          </p:cNvSpPr>
          <p:nvPr>
            <p:ph type="ftr" sz="quarter" idx="11"/>
          </p:nvPr>
        </p:nvSpPr>
        <p:spPr/>
        <p:txBody>
          <a:bodyPr/>
          <a:p>
            <a:endParaRPr lang="en-US"/>
          </a:p>
        </p:txBody>
      </p:sp>
      <p:sp>
        <p:nvSpPr>
          <p:cNvPr id="1048592" name="Slide Number Placeholder 5"/>
          <p:cNvSpPr>
            <a:spLocks noGrp="1"/>
          </p:cNvSpPr>
          <p:nvPr>
            <p:ph type="sldNum" sz="quarter" idx="12"/>
          </p:nvPr>
        </p:nvSpPr>
        <p:spPr/>
        <p:txBody>
          <a:bodyPr/>
          <a:p>
            <a:fld id="{2B94C080-21AA-41D3-AF08-384986893F9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45" name=""/>
        <p:cNvGrpSpPr/>
        <p:nvPr/>
      </p:nvGrpSpPr>
      <p:grpSpPr>
        <a:xfrm>
          <a:off x="0" y="0"/>
          <a:ext cx="0" cy="0"/>
          <a:chOff x="0" y="0"/>
          <a:chExt cx="0" cy="0"/>
        </a:xfrm>
      </p:grpSpPr>
      <p:sp>
        <p:nvSpPr>
          <p:cNvPr id="1048639"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1048640" name="Text Placeholder 2"/>
          <p:cNvSpPr>
            <a:spLocks noGrp="1"/>
          </p:cNvSpPr>
          <p:nvPr>
            <p:ph type="body" idx="1"/>
          </p:nvPr>
        </p:nvSpPr>
        <p:spPr>
          <a:xfrm>
            <a:off x="831850" y="4589463"/>
            <a:ext cx="10515600" cy="1500187"/>
          </a:xfrm>
        </p:spPr>
        <p:txBody>
          <a:bodyPr/>
          <a:lstStyle>
            <a:lvl1pPr indent="0" marL="0">
              <a:buNone/>
              <a:defRPr sz="2400">
                <a:solidFill>
                  <a:schemeClr val="tx1">
                    <a:tint val="75000"/>
                  </a:schemeClr>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lang="en-US"/>
              <a:t>Click to edit Master text styles</a:t>
            </a:r>
          </a:p>
        </p:txBody>
      </p:sp>
      <p:sp>
        <p:nvSpPr>
          <p:cNvPr id="1048641" name="Date Placeholder 3"/>
          <p:cNvSpPr>
            <a:spLocks noGrp="1"/>
          </p:cNvSpPr>
          <p:nvPr>
            <p:ph type="dt" sz="half" idx="10"/>
          </p:nvPr>
        </p:nvSpPr>
        <p:spPr/>
        <p:txBody>
          <a:bodyPr/>
          <a:p>
            <a:fld id="{4F952FD5-AA4A-4D68-BBB6-77F2B92610C5}" type="datetimeFigureOut">
              <a:rPr lang="en-US" smtClean="0"/>
              <a:t>5/3/2026</a:t>
            </a:fld>
            <a:endParaRPr lang="en-US"/>
          </a:p>
        </p:txBody>
      </p:sp>
      <p:sp>
        <p:nvSpPr>
          <p:cNvPr id="1048642" name="Footer Placeholder 4"/>
          <p:cNvSpPr>
            <a:spLocks noGrp="1"/>
          </p:cNvSpPr>
          <p:nvPr>
            <p:ph type="ftr" sz="quarter" idx="11"/>
          </p:nvPr>
        </p:nvSpPr>
        <p:spPr/>
        <p:txBody>
          <a:bodyPr/>
          <a:p>
            <a:endParaRPr lang="en-US"/>
          </a:p>
        </p:txBody>
      </p:sp>
      <p:sp>
        <p:nvSpPr>
          <p:cNvPr id="1048643" name="Slide Number Placeholder 5"/>
          <p:cNvSpPr>
            <a:spLocks noGrp="1"/>
          </p:cNvSpPr>
          <p:nvPr>
            <p:ph type="sldNum" sz="quarter" idx="12"/>
          </p:nvPr>
        </p:nvSpPr>
        <p:spPr/>
        <p:txBody>
          <a:bodyPr/>
          <a:p>
            <a:fld id="{2B94C080-21AA-41D3-AF08-384986893F9D}"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46" name=""/>
        <p:cNvGrpSpPr/>
        <p:nvPr/>
      </p:nvGrpSpPr>
      <p:grpSpPr>
        <a:xfrm>
          <a:off x="0" y="0"/>
          <a:ext cx="0" cy="0"/>
          <a:chOff x="0" y="0"/>
          <a:chExt cx="0" cy="0"/>
        </a:xfrm>
      </p:grpSpPr>
      <p:sp>
        <p:nvSpPr>
          <p:cNvPr id="1048644" name="Title 1"/>
          <p:cNvSpPr>
            <a:spLocks noGrp="1"/>
          </p:cNvSpPr>
          <p:nvPr>
            <p:ph type="title"/>
          </p:nvPr>
        </p:nvSpPr>
        <p:spPr/>
        <p:txBody>
          <a:bodyPr/>
          <a:p>
            <a:r>
              <a:rPr lang="en-US"/>
              <a:t>Click to edit Master title style</a:t>
            </a:r>
          </a:p>
        </p:txBody>
      </p:sp>
      <p:sp>
        <p:nvSpPr>
          <p:cNvPr id="1048645" name="Content Placeholder 2"/>
          <p:cNvSpPr>
            <a:spLocks noGrp="1"/>
          </p:cNvSpPr>
          <p:nvPr>
            <p:ph sz="half" idx="1"/>
          </p:nvPr>
        </p:nvSpPr>
        <p:spPr>
          <a:xfrm>
            <a:off x="838200" y="1825625"/>
            <a:ext cx="5181600" cy="435133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6" name="Content Placeholder 3"/>
          <p:cNvSpPr>
            <a:spLocks noGrp="1"/>
          </p:cNvSpPr>
          <p:nvPr>
            <p:ph sz="half" idx="2"/>
          </p:nvPr>
        </p:nvSpPr>
        <p:spPr>
          <a:xfrm>
            <a:off x="6172200" y="1825625"/>
            <a:ext cx="5181600" cy="435133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7" name="Date Placeholder 4"/>
          <p:cNvSpPr>
            <a:spLocks noGrp="1"/>
          </p:cNvSpPr>
          <p:nvPr>
            <p:ph type="dt" sz="half" idx="10"/>
          </p:nvPr>
        </p:nvSpPr>
        <p:spPr/>
        <p:txBody>
          <a:bodyPr/>
          <a:p>
            <a:fld id="{4F952FD5-AA4A-4D68-BBB6-77F2B92610C5}" type="datetimeFigureOut">
              <a:rPr lang="en-US" smtClean="0"/>
              <a:t>5/3/2026</a:t>
            </a:fld>
            <a:endParaRPr lang="en-US"/>
          </a:p>
        </p:txBody>
      </p:sp>
      <p:sp>
        <p:nvSpPr>
          <p:cNvPr id="1048648" name="Footer Placeholder 5"/>
          <p:cNvSpPr>
            <a:spLocks noGrp="1"/>
          </p:cNvSpPr>
          <p:nvPr>
            <p:ph type="ftr" sz="quarter" idx="11"/>
          </p:nvPr>
        </p:nvSpPr>
        <p:spPr/>
        <p:txBody>
          <a:bodyPr/>
          <a:p>
            <a:endParaRPr lang="en-US"/>
          </a:p>
        </p:txBody>
      </p:sp>
      <p:sp>
        <p:nvSpPr>
          <p:cNvPr id="1048649" name="Slide Number Placeholder 6"/>
          <p:cNvSpPr>
            <a:spLocks noGrp="1"/>
          </p:cNvSpPr>
          <p:nvPr>
            <p:ph type="sldNum" sz="quarter" idx="12"/>
          </p:nvPr>
        </p:nvSpPr>
        <p:spPr/>
        <p:txBody>
          <a:bodyPr/>
          <a:p>
            <a:fld id="{2B94C080-21AA-41D3-AF08-384986893F9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47" name=""/>
        <p:cNvGrpSpPr/>
        <p:nvPr/>
      </p:nvGrpSpPr>
      <p:grpSpPr>
        <a:xfrm>
          <a:off x="0" y="0"/>
          <a:ext cx="0" cy="0"/>
          <a:chOff x="0" y="0"/>
          <a:chExt cx="0" cy="0"/>
        </a:xfrm>
      </p:grpSpPr>
      <p:sp>
        <p:nvSpPr>
          <p:cNvPr id="1048650" name="Title 1"/>
          <p:cNvSpPr>
            <a:spLocks noGrp="1"/>
          </p:cNvSpPr>
          <p:nvPr>
            <p:ph type="title"/>
          </p:nvPr>
        </p:nvSpPr>
        <p:spPr>
          <a:xfrm>
            <a:off x="839788" y="365125"/>
            <a:ext cx="10515600" cy="1325563"/>
          </a:xfrm>
        </p:spPr>
        <p:txBody>
          <a:bodyPr/>
          <a:p>
            <a:r>
              <a:rPr lang="en-US"/>
              <a:t>Click to edit Master title style</a:t>
            </a:r>
          </a:p>
        </p:txBody>
      </p:sp>
      <p:sp>
        <p:nvSpPr>
          <p:cNvPr id="1048651" name="Text Placeholder 2"/>
          <p:cNvSpPr>
            <a:spLocks noGrp="1"/>
          </p:cNvSpPr>
          <p:nvPr>
            <p:ph type="body" idx="1"/>
          </p:nvPr>
        </p:nvSpPr>
        <p:spPr>
          <a:xfrm>
            <a:off x="839788" y="1681163"/>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52" name="Content Placeholder 3"/>
          <p:cNvSpPr>
            <a:spLocks noGrp="1"/>
          </p:cNvSpPr>
          <p:nvPr>
            <p:ph sz="half" idx="2"/>
          </p:nvPr>
        </p:nvSpPr>
        <p:spPr>
          <a:xfrm>
            <a:off x="839788" y="2505075"/>
            <a:ext cx="5157787" cy="368458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3" name="Text Placeholder 4"/>
          <p:cNvSpPr>
            <a:spLocks noGrp="1"/>
          </p:cNvSpPr>
          <p:nvPr>
            <p:ph type="body" sz="quarter" idx="3"/>
          </p:nvPr>
        </p:nvSpPr>
        <p:spPr>
          <a:xfrm>
            <a:off x="6172200" y="1681163"/>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54" name="Content Placeholder 5"/>
          <p:cNvSpPr>
            <a:spLocks noGrp="1"/>
          </p:cNvSpPr>
          <p:nvPr>
            <p:ph sz="quarter" idx="4"/>
          </p:nvPr>
        </p:nvSpPr>
        <p:spPr>
          <a:xfrm>
            <a:off x="6172200" y="2505075"/>
            <a:ext cx="5183188" cy="368458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5" name="Date Placeholder 6"/>
          <p:cNvSpPr>
            <a:spLocks noGrp="1"/>
          </p:cNvSpPr>
          <p:nvPr>
            <p:ph type="dt" sz="half" idx="10"/>
          </p:nvPr>
        </p:nvSpPr>
        <p:spPr/>
        <p:txBody>
          <a:bodyPr/>
          <a:p>
            <a:fld id="{4F952FD5-AA4A-4D68-BBB6-77F2B92610C5}" type="datetimeFigureOut">
              <a:rPr lang="en-US" smtClean="0"/>
              <a:t>5/3/2026</a:t>
            </a:fld>
            <a:endParaRPr lang="en-US"/>
          </a:p>
        </p:txBody>
      </p:sp>
      <p:sp>
        <p:nvSpPr>
          <p:cNvPr id="1048656" name="Footer Placeholder 7"/>
          <p:cNvSpPr>
            <a:spLocks noGrp="1"/>
          </p:cNvSpPr>
          <p:nvPr>
            <p:ph type="ftr" sz="quarter" idx="11"/>
          </p:nvPr>
        </p:nvSpPr>
        <p:spPr/>
        <p:txBody>
          <a:bodyPr/>
          <a:p>
            <a:endParaRPr lang="en-US"/>
          </a:p>
        </p:txBody>
      </p:sp>
      <p:sp>
        <p:nvSpPr>
          <p:cNvPr id="1048657" name="Slide Number Placeholder 8"/>
          <p:cNvSpPr>
            <a:spLocks noGrp="1"/>
          </p:cNvSpPr>
          <p:nvPr>
            <p:ph type="sldNum" sz="quarter" idx="12"/>
          </p:nvPr>
        </p:nvSpPr>
        <p:spPr/>
        <p:txBody>
          <a:bodyPr/>
          <a:p>
            <a:fld id="{2B94C080-21AA-41D3-AF08-384986893F9D}"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41" name=""/>
        <p:cNvGrpSpPr/>
        <p:nvPr/>
      </p:nvGrpSpPr>
      <p:grpSpPr>
        <a:xfrm>
          <a:off x="0" y="0"/>
          <a:ext cx="0" cy="0"/>
          <a:chOff x="0" y="0"/>
          <a:chExt cx="0" cy="0"/>
        </a:xfrm>
      </p:grpSpPr>
      <p:sp>
        <p:nvSpPr>
          <p:cNvPr id="1048619" name="Title 1"/>
          <p:cNvSpPr>
            <a:spLocks noGrp="1"/>
          </p:cNvSpPr>
          <p:nvPr>
            <p:ph type="title"/>
          </p:nvPr>
        </p:nvSpPr>
        <p:spPr/>
        <p:txBody>
          <a:bodyPr/>
          <a:p>
            <a:r>
              <a:rPr lang="en-US"/>
              <a:t>Click to edit Master title style</a:t>
            </a:r>
          </a:p>
        </p:txBody>
      </p:sp>
      <p:sp>
        <p:nvSpPr>
          <p:cNvPr id="1048620" name="Date Placeholder 2"/>
          <p:cNvSpPr>
            <a:spLocks noGrp="1"/>
          </p:cNvSpPr>
          <p:nvPr>
            <p:ph type="dt" sz="half" idx="10"/>
          </p:nvPr>
        </p:nvSpPr>
        <p:spPr/>
        <p:txBody>
          <a:bodyPr/>
          <a:p>
            <a:fld id="{4F952FD5-AA4A-4D68-BBB6-77F2B92610C5}" type="datetimeFigureOut">
              <a:rPr lang="en-US" smtClean="0"/>
              <a:t>5/3/2026</a:t>
            </a:fld>
            <a:endParaRPr lang="en-US"/>
          </a:p>
        </p:txBody>
      </p:sp>
      <p:sp>
        <p:nvSpPr>
          <p:cNvPr id="1048621" name="Footer Placeholder 3"/>
          <p:cNvSpPr>
            <a:spLocks noGrp="1"/>
          </p:cNvSpPr>
          <p:nvPr>
            <p:ph type="ftr" sz="quarter" idx="11"/>
          </p:nvPr>
        </p:nvSpPr>
        <p:spPr/>
        <p:txBody>
          <a:bodyPr/>
          <a:p>
            <a:endParaRPr lang="en-US"/>
          </a:p>
        </p:txBody>
      </p:sp>
      <p:sp>
        <p:nvSpPr>
          <p:cNvPr id="1048622" name="Slide Number Placeholder 4"/>
          <p:cNvSpPr>
            <a:spLocks noGrp="1"/>
          </p:cNvSpPr>
          <p:nvPr>
            <p:ph type="sldNum" sz="quarter" idx="12"/>
          </p:nvPr>
        </p:nvSpPr>
        <p:spPr/>
        <p:txBody>
          <a:bodyPr/>
          <a:p>
            <a:fld id="{2B94C080-21AA-41D3-AF08-384986893F9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48" name=""/>
        <p:cNvGrpSpPr/>
        <p:nvPr/>
      </p:nvGrpSpPr>
      <p:grpSpPr>
        <a:xfrm>
          <a:off x="0" y="0"/>
          <a:ext cx="0" cy="0"/>
          <a:chOff x="0" y="0"/>
          <a:chExt cx="0" cy="0"/>
        </a:xfrm>
      </p:grpSpPr>
      <p:sp>
        <p:nvSpPr>
          <p:cNvPr id="1048658" name="Date Placeholder 1"/>
          <p:cNvSpPr>
            <a:spLocks noGrp="1"/>
          </p:cNvSpPr>
          <p:nvPr>
            <p:ph type="dt" sz="half" idx="10"/>
          </p:nvPr>
        </p:nvSpPr>
        <p:spPr/>
        <p:txBody>
          <a:bodyPr/>
          <a:p>
            <a:fld id="{4F952FD5-AA4A-4D68-BBB6-77F2B92610C5}" type="datetimeFigureOut">
              <a:rPr lang="en-US" smtClean="0"/>
              <a:t>5/3/2026</a:t>
            </a:fld>
            <a:endParaRPr lang="en-US"/>
          </a:p>
        </p:txBody>
      </p:sp>
      <p:sp>
        <p:nvSpPr>
          <p:cNvPr id="1048659" name="Footer Placeholder 2"/>
          <p:cNvSpPr>
            <a:spLocks noGrp="1"/>
          </p:cNvSpPr>
          <p:nvPr>
            <p:ph type="ftr" sz="quarter" idx="11"/>
          </p:nvPr>
        </p:nvSpPr>
        <p:spPr/>
        <p:txBody>
          <a:bodyPr/>
          <a:p>
            <a:endParaRPr lang="en-US"/>
          </a:p>
        </p:txBody>
      </p:sp>
      <p:sp>
        <p:nvSpPr>
          <p:cNvPr id="1048660" name="Slide Number Placeholder 3"/>
          <p:cNvSpPr>
            <a:spLocks noGrp="1"/>
          </p:cNvSpPr>
          <p:nvPr>
            <p:ph type="sldNum" sz="quarter" idx="12"/>
          </p:nvPr>
        </p:nvSpPr>
        <p:spPr/>
        <p:txBody>
          <a:bodyPr/>
          <a:p>
            <a:fld id="{2B94C080-21AA-41D3-AF08-384986893F9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49" name=""/>
        <p:cNvGrpSpPr/>
        <p:nvPr/>
      </p:nvGrpSpPr>
      <p:grpSpPr>
        <a:xfrm>
          <a:off x="0" y="0"/>
          <a:ext cx="0" cy="0"/>
          <a:chOff x="0" y="0"/>
          <a:chExt cx="0" cy="0"/>
        </a:xfrm>
      </p:grpSpPr>
      <p:sp>
        <p:nvSpPr>
          <p:cNvPr id="1048661"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1048662"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3"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64" name="Date Placeholder 4"/>
          <p:cNvSpPr>
            <a:spLocks noGrp="1"/>
          </p:cNvSpPr>
          <p:nvPr>
            <p:ph type="dt" sz="half" idx="10"/>
          </p:nvPr>
        </p:nvSpPr>
        <p:spPr/>
        <p:txBody>
          <a:bodyPr/>
          <a:p>
            <a:fld id="{4F952FD5-AA4A-4D68-BBB6-77F2B92610C5}" type="datetimeFigureOut">
              <a:rPr lang="en-US" smtClean="0"/>
              <a:t>5/3/2026</a:t>
            </a:fld>
            <a:endParaRPr lang="en-US"/>
          </a:p>
        </p:txBody>
      </p:sp>
      <p:sp>
        <p:nvSpPr>
          <p:cNvPr id="1048665" name="Footer Placeholder 5"/>
          <p:cNvSpPr>
            <a:spLocks noGrp="1"/>
          </p:cNvSpPr>
          <p:nvPr>
            <p:ph type="ftr" sz="quarter" idx="11"/>
          </p:nvPr>
        </p:nvSpPr>
        <p:spPr/>
        <p:txBody>
          <a:bodyPr/>
          <a:p>
            <a:endParaRPr lang="en-US"/>
          </a:p>
        </p:txBody>
      </p:sp>
      <p:sp>
        <p:nvSpPr>
          <p:cNvPr id="1048666" name="Slide Number Placeholder 6"/>
          <p:cNvSpPr>
            <a:spLocks noGrp="1"/>
          </p:cNvSpPr>
          <p:nvPr>
            <p:ph type="sldNum" sz="quarter" idx="12"/>
          </p:nvPr>
        </p:nvSpPr>
        <p:spPr/>
        <p:txBody>
          <a:bodyPr/>
          <a:p>
            <a:fld id="{2B94C080-21AA-41D3-AF08-384986893F9D}"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43" name=""/>
        <p:cNvGrpSpPr/>
        <p:nvPr/>
      </p:nvGrpSpPr>
      <p:grpSpPr>
        <a:xfrm>
          <a:off x="0" y="0"/>
          <a:ext cx="0" cy="0"/>
          <a:chOff x="0" y="0"/>
          <a:chExt cx="0" cy="0"/>
        </a:xfrm>
      </p:grpSpPr>
      <p:sp>
        <p:nvSpPr>
          <p:cNvPr id="1048628"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1048629" name="Picture Placeholder 2"/>
          <p:cNvSpPr>
            <a:spLocks noGrp="1"/>
          </p:cNvSpPr>
          <p:nvPr>
            <p:ph type="pic" idx="1"/>
          </p:nvPr>
        </p:nvSpPr>
        <p:spPr>
          <a:xfrm>
            <a:off x="5183188" y="987425"/>
            <a:ext cx="6172200" cy="4873625"/>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630"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31" name="Date Placeholder 4"/>
          <p:cNvSpPr>
            <a:spLocks noGrp="1"/>
          </p:cNvSpPr>
          <p:nvPr>
            <p:ph type="dt" sz="half" idx="10"/>
          </p:nvPr>
        </p:nvSpPr>
        <p:spPr/>
        <p:txBody>
          <a:bodyPr/>
          <a:p>
            <a:fld id="{4F952FD5-AA4A-4D68-BBB6-77F2B92610C5}" type="datetimeFigureOut">
              <a:rPr lang="en-US" smtClean="0"/>
              <a:t>5/3/2026</a:t>
            </a:fld>
            <a:endParaRPr lang="en-US"/>
          </a:p>
        </p:txBody>
      </p:sp>
      <p:sp>
        <p:nvSpPr>
          <p:cNvPr id="1048632" name="Footer Placeholder 5"/>
          <p:cNvSpPr>
            <a:spLocks noGrp="1"/>
          </p:cNvSpPr>
          <p:nvPr>
            <p:ph type="ftr" sz="quarter" idx="11"/>
          </p:nvPr>
        </p:nvSpPr>
        <p:spPr/>
        <p:txBody>
          <a:bodyPr/>
          <a:p>
            <a:endParaRPr lang="en-US"/>
          </a:p>
        </p:txBody>
      </p:sp>
      <p:sp>
        <p:nvSpPr>
          <p:cNvPr id="1048633" name="Slide Number Placeholder 6"/>
          <p:cNvSpPr>
            <a:spLocks noGrp="1"/>
          </p:cNvSpPr>
          <p:nvPr>
            <p:ph type="sldNum" sz="quarter" idx="12"/>
          </p:nvPr>
        </p:nvSpPr>
        <p:spPr/>
        <p:txBody>
          <a:bodyPr/>
          <a:p>
            <a:fld id="{2B94C080-21AA-41D3-AF08-384986893F9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44" name=""/>
        <p:cNvGrpSpPr/>
        <p:nvPr/>
      </p:nvGrpSpPr>
      <p:grpSpPr>
        <a:xfrm>
          <a:off x="0" y="0"/>
          <a:ext cx="0" cy="0"/>
          <a:chOff x="0" y="0"/>
          <a:chExt cx="0" cy="0"/>
        </a:xfrm>
      </p:grpSpPr>
      <p:sp>
        <p:nvSpPr>
          <p:cNvPr id="1048634" name="Title 1"/>
          <p:cNvSpPr>
            <a:spLocks noGrp="1"/>
          </p:cNvSpPr>
          <p:nvPr>
            <p:ph type="title"/>
          </p:nvPr>
        </p:nvSpPr>
        <p:spPr/>
        <p:txBody>
          <a:bodyPr/>
          <a:p>
            <a:r>
              <a:rPr lang="en-US"/>
              <a:t>Click to edit Master title style</a:t>
            </a:r>
          </a:p>
        </p:txBody>
      </p:sp>
      <p:sp>
        <p:nvSpPr>
          <p:cNvPr id="1048635" name="Vertical Text Placeholder 2"/>
          <p:cNvSpPr>
            <a:spLocks noGrp="1"/>
          </p:cNvSpPr>
          <p:nvPr>
            <p:ph type="body" orient="vert" idx="1"/>
          </p:nvPr>
        </p:nvSpPr>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36" name="Date Placeholder 3"/>
          <p:cNvSpPr>
            <a:spLocks noGrp="1"/>
          </p:cNvSpPr>
          <p:nvPr>
            <p:ph type="dt" sz="half" idx="10"/>
          </p:nvPr>
        </p:nvSpPr>
        <p:spPr/>
        <p:txBody>
          <a:bodyPr/>
          <a:p>
            <a:fld id="{4F952FD5-AA4A-4D68-BBB6-77F2B92610C5}" type="datetimeFigureOut">
              <a:rPr lang="en-US" smtClean="0"/>
              <a:t>5/3/2026</a:t>
            </a:fld>
            <a:endParaRPr lang="en-US"/>
          </a:p>
        </p:txBody>
      </p:sp>
      <p:sp>
        <p:nvSpPr>
          <p:cNvPr id="1048637" name="Footer Placeholder 4"/>
          <p:cNvSpPr>
            <a:spLocks noGrp="1"/>
          </p:cNvSpPr>
          <p:nvPr>
            <p:ph type="ftr" sz="quarter" idx="11"/>
          </p:nvPr>
        </p:nvSpPr>
        <p:spPr/>
        <p:txBody>
          <a:bodyPr/>
          <a:p>
            <a:endParaRPr lang="en-US"/>
          </a:p>
        </p:txBody>
      </p:sp>
      <p:sp>
        <p:nvSpPr>
          <p:cNvPr id="1048638" name="Slide Number Placeholder 5"/>
          <p:cNvSpPr>
            <a:spLocks noGrp="1"/>
          </p:cNvSpPr>
          <p:nvPr>
            <p:ph type="sldNum" sz="quarter" idx="12"/>
          </p:nvPr>
        </p:nvSpPr>
        <p:spPr/>
        <p:txBody>
          <a:bodyPr/>
          <a:p>
            <a:fld id="{2B94C080-21AA-41D3-AF08-384986893F9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42" name=""/>
        <p:cNvGrpSpPr/>
        <p:nvPr/>
      </p:nvGrpSpPr>
      <p:grpSpPr>
        <a:xfrm>
          <a:off x="0" y="0"/>
          <a:ext cx="0" cy="0"/>
          <a:chOff x="0" y="0"/>
          <a:chExt cx="0" cy="0"/>
        </a:xfrm>
      </p:grpSpPr>
      <p:sp>
        <p:nvSpPr>
          <p:cNvPr id="1048623" name="Vertical Title 1"/>
          <p:cNvSpPr>
            <a:spLocks noGrp="1"/>
          </p:cNvSpPr>
          <p:nvPr>
            <p:ph type="title" orient="vert"/>
          </p:nvPr>
        </p:nvSpPr>
        <p:spPr>
          <a:xfrm>
            <a:off x="8724900" y="365125"/>
            <a:ext cx="2628900" cy="5811838"/>
          </a:xfrm>
        </p:spPr>
        <p:txBody>
          <a:bodyPr vert="eaVert"/>
          <a:p>
            <a:r>
              <a:rPr lang="en-US"/>
              <a:t>Click to edit Master title style</a:t>
            </a:r>
          </a:p>
        </p:txBody>
      </p:sp>
      <p:sp>
        <p:nvSpPr>
          <p:cNvPr id="1048624" name="Vertical Text Placeholder 2"/>
          <p:cNvSpPr>
            <a:spLocks noGrp="1"/>
          </p:cNvSpPr>
          <p:nvPr>
            <p:ph type="body" orient="vert" idx="1"/>
          </p:nvPr>
        </p:nvSpPr>
        <p:spPr>
          <a:xfrm>
            <a:off x="838200" y="365125"/>
            <a:ext cx="7734300" cy="5811838"/>
          </a:xfrm>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25" name="Date Placeholder 3"/>
          <p:cNvSpPr>
            <a:spLocks noGrp="1"/>
          </p:cNvSpPr>
          <p:nvPr>
            <p:ph type="dt" sz="half" idx="10"/>
          </p:nvPr>
        </p:nvSpPr>
        <p:spPr/>
        <p:txBody>
          <a:bodyPr/>
          <a:p>
            <a:fld id="{4F952FD5-AA4A-4D68-BBB6-77F2B92610C5}" type="datetimeFigureOut">
              <a:rPr lang="en-US" smtClean="0"/>
              <a:t>5/3/2026</a:t>
            </a:fld>
            <a:endParaRPr lang="en-US"/>
          </a:p>
        </p:txBody>
      </p:sp>
      <p:sp>
        <p:nvSpPr>
          <p:cNvPr id="1048626" name="Footer Placeholder 4"/>
          <p:cNvSpPr>
            <a:spLocks noGrp="1"/>
          </p:cNvSpPr>
          <p:nvPr>
            <p:ph type="ftr" sz="quarter" idx="11"/>
          </p:nvPr>
        </p:nvSpPr>
        <p:spPr/>
        <p:txBody>
          <a:bodyPr/>
          <a:p>
            <a:endParaRPr lang="en-US"/>
          </a:p>
        </p:txBody>
      </p:sp>
      <p:sp>
        <p:nvSpPr>
          <p:cNvPr id="1048627" name="Slide Number Placeholder 5"/>
          <p:cNvSpPr>
            <a:spLocks noGrp="1"/>
          </p:cNvSpPr>
          <p:nvPr>
            <p:ph type="sldNum" sz="quarter" idx="12"/>
          </p:nvPr>
        </p:nvSpPr>
        <p:spPr/>
        <p:txBody>
          <a:bodyPr/>
          <a:p>
            <a:fld id="{2B94C080-21AA-41D3-AF08-384986893F9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p:spPr>
        <p:txBody>
          <a:bodyPr anchor="ctr" bIns="45720" lIns="91440" rIns="91440" rtlCol="0" tIns="45720" vert="horz">
            <a:normAutofit/>
          </a:bodyPr>
          <a:p>
            <a:r>
              <a:rPr lang="en-US"/>
              <a:t>Click to edit Master title style</a:t>
            </a:r>
          </a:p>
        </p:txBody>
      </p:sp>
      <p:sp>
        <p:nvSpPr>
          <p:cNvPr id="1048577" name="Text Placeholder 2"/>
          <p:cNvSpPr>
            <a:spLocks noGrp="1"/>
          </p:cNvSpPr>
          <p:nvPr>
            <p:ph type="body" idx="1"/>
          </p:nvPr>
        </p:nvSpPr>
        <p:spPr>
          <a:xfrm>
            <a:off x="838200" y="1825625"/>
            <a:ext cx="10515600" cy="4351338"/>
          </a:xfrm>
          <a:prstGeom prst="rect"/>
        </p:spPr>
        <p:txBody>
          <a:bodyPr bIns="45720" lIns="91440" rIns="91440" rtlCol="0" tIns="45720" vert="horz">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838200" y="6356350"/>
            <a:ext cx="2743200" cy="365125"/>
          </a:xfrm>
          <a:prstGeom prst="rect"/>
        </p:spPr>
        <p:txBody>
          <a:bodyPr anchor="ctr" bIns="45720" lIns="91440" rIns="91440" rtlCol="0" tIns="45720" vert="horz"/>
          <a:lstStyle>
            <a:lvl1pPr algn="l">
              <a:defRPr sz="1200">
                <a:solidFill>
                  <a:schemeClr val="tx1">
                    <a:tint val="75000"/>
                  </a:schemeClr>
                </a:solidFill>
              </a:defRPr>
            </a:lvl1pPr>
          </a:lstStyle>
          <a:p>
            <a:fld id="{4F952FD5-AA4A-4D68-BBB6-77F2B92610C5}" type="datetimeFigureOut">
              <a:rPr lang="en-US" smtClean="0"/>
              <a:t>5/3/2026</a:t>
            </a:fld>
            <a:endParaRPr lang="en-US"/>
          </a:p>
        </p:txBody>
      </p:sp>
      <p:sp>
        <p:nvSpPr>
          <p:cNvPr id="1048579" name="Footer Placeholder 4"/>
          <p:cNvSpPr>
            <a:spLocks noGrp="1"/>
          </p:cNvSpPr>
          <p:nvPr>
            <p:ph type="ftr" sz="quarter" idx="3"/>
          </p:nvPr>
        </p:nvSpPr>
        <p:spPr>
          <a:xfrm>
            <a:off x="4038600" y="6356350"/>
            <a:ext cx="41148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8610600" y="6356350"/>
            <a:ext cx="2743200" cy="365125"/>
          </a:xfrm>
          <a:prstGeom prst="rect"/>
        </p:spPr>
        <p:txBody>
          <a:bodyPr anchor="ctr" bIns="45720" lIns="91440" rIns="91440" rtlCol="0" tIns="45720" vert="horz"/>
          <a:lstStyle>
            <a:lvl1pPr algn="r">
              <a:defRPr sz="1200">
                <a:solidFill>
                  <a:schemeClr val="tx1">
                    <a:tint val="75000"/>
                  </a:schemeClr>
                </a:solidFill>
              </a:defRPr>
            </a:lvl1pPr>
          </a:lstStyle>
          <a:p>
            <a:fld id="{2B94C080-21AA-41D3-AF08-384986893F9D}"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customXml" Target="../ink/ink2.xml"/><Relationship Id="rId2" Type="http://schemas.openxmlformats.org/officeDocument/2006/relationships/customXml" Target="../ink/ink3.xml"/><Relationship Id="rId3" Type="http://schemas.openxmlformats.org/officeDocument/2006/relationships/customXml" Target="../ink/ink4.xml"/><Relationship Id="rId4" Type="http://schemas.openxmlformats.org/officeDocument/2006/relationships/customXml" Target="../ink/ink5.xml"/><Relationship Id="rId5" Type="http://schemas.openxmlformats.org/officeDocument/2006/relationships/customXml" Target="../ink/ink6.xml"/><Relationship Id="rId6" Type="http://schemas.openxmlformats.org/officeDocument/2006/relationships/customXml" Target="../ink/ink7.xml"/><Relationship Id="rId7" Type="http://schemas.openxmlformats.org/officeDocument/2006/relationships/customXml" Target="../ink/ink8.xml"/><Relationship Id="rId8" Type="http://schemas.openxmlformats.org/officeDocument/2006/relationships/customXml" Target="../ink/ink9.xml"/><Relationship Id="rId9" Type="http://schemas.openxmlformats.org/officeDocument/2006/relationships/customXml" Target="../ink/ink10.xml"/><Relationship Id="rId10" Type="http://schemas.openxmlformats.org/officeDocument/2006/relationships/customXml" Target="../ink/ink11.xml"/><Relationship Id="rId11" Type="http://schemas.openxmlformats.org/officeDocument/2006/relationships/customXml" Target="../ink/ink12.xml"/><Relationship Id="rId12" Type="http://schemas.openxmlformats.org/officeDocument/2006/relationships/customXml" Target="../ink/ink13.xml"/><Relationship Id="rId13"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customXml" Target="../ink/ink14.xml"/><Relationship Id="rId3" Type="http://schemas.openxmlformats.org/officeDocument/2006/relationships/customXml" Target="../ink/ink15.xml"/><Relationship Id="rId4" Type="http://schemas.openxmlformats.org/officeDocument/2006/relationships/customXml" Target="../ink/ink16.xml"/><Relationship Id="rId5" Type="http://schemas.openxmlformats.org/officeDocument/2006/relationships/customXml" Target="../ink/ink17.xml"/><Relationship Id="rId6" Type="http://schemas.openxmlformats.org/officeDocument/2006/relationships/customXml" Target="../ink/ink18.xml"/><Relationship Id="rId7" Type="http://schemas.openxmlformats.org/officeDocument/2006/relationships/customXml" Target="../ink/ink19.xml"/><Relationship Id="rId8" Type="http://schemas.openxmlformats.org/officeDocument/2006/relationships/customXml" Target="../ink/ink20.xml"/><Relationship Id="rId9" Type="http://schemas.openxmlformats.org/officeDocument/2006/relationships/customXml" Target="../ink/ink21.xml"/><Relationship Id="rId10" Type="http://schemas.openxmlformats.org/officeDocument/2006/relationships/customXml" Target="../ink/ink22.xml"/><Relationship Id="rId11" Type="http://schemas.openxmlformats.org/officeDocument/2006/relationships/customXml" Target="../ink/ink23.xml"/><Relationship Id="rId12" Type="http://schemas.openxmlformats.org/officeDocument/2006/relationships/customXml" Target="../ink/ink24.xml"/><Relationship Id="rId13" Type="http://schemas.openxmlformats.org/officeDocument/2006/relationships/customXml" Target="../ink/ink25.xml"/><Relationship Id="rId14" Type="http://schemas.openxmlformats.org/officeDocument/2006/relationships/customXml" Target="../ink/ink26.xml"/><Relationship Id="rId15" Type="http://schemas.openxmlformats.org/officeDocument/2006/relationships/customXml" Target="../ink/ink27.xml"/><Relationship Id="rId16" Type="http://schemas.openxmlformats.org/officeDocument/2006/relationships/customXml" Target="../ink/ink28.xml"/><Relationship Id="rId17" Type="http://schemas.openxmlformats.org/officeDocument/2006/relationships/customXml" Target="../ink/ink29.xml"/><Relationship Id="rId18" Type="http://schemas.openxmlformats.org/officeDocument/2006/relationships/customXml" Target="../ink/ink30.xml"/><Relationship Id="rId19" Type="http://schemas.openxmlformats.org/officeDocument/2006/relationships/customXml" Target="../ink/ink31.xml"/><Relationship Id="rId20" Type="http://schemas.openxmlformats.org/officeDocument/2006/relationships/customXml" Target="../ink/ink32.xml"/><Relationship Id="rId21" Type="http://schemas.openxmlformats.org/officeDocument/2006/relationships/customXml" Target="../ink/ink33.xml"/><Relationship Id="rId22" Type="http://schemas.openxmlformats.org/officeDocument/2006/relationships/customXml" Target="../ink/ink34.xml"/><Relationship Id="rId23" Type="http://schemas.openxmlformats.org/officeDocument/2006/relationships/customXml" Target="../ink/ink35.xml"/><Relationship Id="rId24" Type="http://schemas.openxmlformats.org/officeDocument/2006/relationships/customXml" Target="../ink/ink36.xml"/><Relationship Id="rId25"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customXml" Target="../ink/ink37.xml"/><Relationship Id="rId2" Type="http://schemas.openxmlformats.org/officeDocument/2006/relationships/customXml" Target="../ink/ink38.xml"/><Relationship Id="rId3" Type="http://schemas.openxmlformats.org/officeDocument/2006/relationships/customXml" Target="../ink/ink39.xml"/><Relationship Id="rId4" Type="http://schemas.openxmlformats.org/officeDocument/2006/relationships/customXml" Target="../ink/ink40.xml"/><Relationship Id="rId5" Type="http://schemas.openxmlformats.org/officeDocument/2006/relationships/customXml" Target="../ink/ink41.xml"/><Relationship Id="rId6" Type="http://schemas.openxmlformats.org/officeDocument/2006/relationships/customXml" Target="../ink/ink42.xml"/><Relationship Id="rId7" Type="http://schemas.openxmlformats.org/officeDocument/2006/relationships/customXml" Target="../ink/ink43.xml"/><Relationship Id="rId8" Type="http://schemas.openxmlformats.org/officeDocument/2006/relationships/customXml" Target="../ink/ink44.xml"/><Relationship Id="rId9" Type="http://schemas.openxmlformats.org/officeDocument/2006/relationships/customXml" Target="../ink/ink45.xml"/><Relationship Id="rId10" Type="http://schemas.openxmlformats.org/officeDocument/2006/relationships/customXml" Target="../ink/ink46.xml"/><Relationship Id="rId11" Type="http://schemas.openxmlformats.org/officeDocument/2006/relationships/customXml" Target="../ink/ink47.xml"/><Relationship Id="rId12" Type="http://schemas.openxmlformats.org/officeDocument/2006/relationships/customXml" Target="../ink/ink48.xml"/><Relationship Id="rId13" Type="http://schemas.openxmlformats.org/officeDocument/2006/relationships/customXml" Target="../ink/ink49.xml"/><Relationship Id="rId14" Type="http://schemas.openxmlformats.org/officeDocument/2006/relationships/customXml" Target="../ink/ink50.xml"/><Relationship Id="rId15" Type="http://schemas.openxmlformats.org/officeDocument/2006/relationships/customXml" Target="../ink/ink51.xml"/><Relationship Id="rId16" Type="http://schemas.openxmlformats.org/officeDocument/2006/relationships/customXml" Target="../ink/ink52.xml"/><Relationship Id="rId17" Type="http://schemas.openxmlformats.org/officeDocument/2006/relationships/customXml" Target="../ink/ink53.xml"/><Relationship Id="rId18" Type="http://schemas.openxmlformats.org/officeDocument/2006/relationships/customXml" Target="../ink/ink54.xml"/><Relationship Id="rId19" Type="http://schemas.openxmlformats.org/officeDocument/2006/relationships/customXml" Target="../ink/ink55.xml"/><Relationship Id="rId20" Type="http://schemas.openxmlformats.org/officeDocument/2006/relationships/customXml" Target="../ink/ink56.xml"/><Relationship Id="rId21" Type="http://schemas.openxmlformats.org/officeDocument/2006/relationships/customXml" Target="../ink/ink57.xml"/><Relationship Id="rId22" Type="http://schemas.openxmlformats.org/officeDocument/2006/relationships/customXml" Target="../ink/ink58.xml"/><Relationship Id="rId23" Type="http://schemas.openxmlformats.org/officeDocument/2006/relationships/customXml" Target="../ink/ink59.xml"/><Relationship Id="rId24" Type="http://schemas.openxmlformats.org/officeDocument/2006/relationships/customXml" Target="../ink/ink60.xml"/><Relationship Id="rId25" Type="http://schemas.openxmlformats.org/officeDocument/2006/relationships/customXml" Target="../ink/ink61.xml"/><Relationship Id="rId26" Type="http://schemas.openxmlformats.org/officeDocument/2006/relationships/customXml" Target="../ink/ink62.xml"/><Relationship Id="rId27" Type="http://schemas.openxmlformats.org/officeDocument/2006/relationships/customXml" Target="../ink/ink63.xml"/><Relationship Id="rId28" Type="http://schemas.openxmlformats.org/officeDocument/2006/relationships/customXml" Target="../ink/ink64.xml"/><Relationship Id="rId29" Type="http://schemas.openxmlformats.org/officeDocument/2006/relationships/customXml" Target="../ink/ink65.xml"/><Relationship Id="rId30" Type="http://schemas.openxmlformats.org/officeDocument/2006/relationships/customXml" Target="../ink/ink66.xml"/><Relationship Id="rId31" Type="http://schemas.openxmlformats.org/officeDocument/2006/relationships/customXml" Target="../ink/ink67.xml"/><Relationship Id="rId32" Type="http://schemas.openxmlformats.org/officeDocument/2006/relationships/customXml" Target="../ink/ink68.xml"/><Relationship Id="rId33" Type="http://schemas.openxmlformats.org/officeDocument/2006/relationships/customXml" Target="../ink/ink69.xml"/><Relationship Id="rId34" Type="http://schemas.openxmlformats.org/officeDocument/2006/relationships/customXml" Target="../ink/ink70.xml"/><Relationship Id="rId35" Type="http://schemas.openxmlformats.org/officeDocument/2006/relationships/customXml" Target="../ink/ink71.xml"/><Relationship Id="rId36" Type="http://schemas.openxmlformats.org/officeDocument/2006/relationships/customXml" Target="../ink/ink72.xml"/><Relationship Id="rId37" Type="http://schemas.openxmlformats.org/officeDocument/2006/relationships/customXml" Target="../ink/ink73.xml"/><Relationship Id="rId38" Type="http://schemas.openxmlformats.org/officeDocument/2006/relationships/customXml" Target="../ink/ink74.xml"/><Relationship Id="rId39" Type="http://schemas.openxmlformats.org/officeDocument/2006/relationships/customXml" Target="../ink/ink75.xml"/><Relationship Id="rId40" Type="http://schemas.openxmlformats.org/officeDocument/2006/relationships/customXml" Target="../ink/ink76.xml"/><Relationship Id="rId41" Type="http://schemas.openxmlformats.org/officeDocument/2006/relationships/customXml" Target="../ink/ink77.xml"/><Relationship Id="rId42" Type="http://schemas.openxmlformats.org/officeDocument/2006/relationships/customXml" Target="../ink/ink78.xml"/><Relationship Id="rId43" Type="http://schemas.openxmlformats.org/officeDocument/2006/relationships/customXml" Target="../ink/ink79.xml"/><Relationship Id="rId44" Type="http://schemas.openxmlformats.org/officeDocument/2006/relationships/customXml" Target="../ink/ink80.xml"/><Relationship Id="rId45" Type="http://schemas.openxmlformats.org/officeDocument/2006/relationships/customXml" Target="../ink/ink81.xml"/><Relationship Id="rId46" Type="http://schemas.openxmlformats.org/officeDocument/2006/relationships/customXml" Target="../ink/ink82.xml"/><Relationship Id="rId47" Type="http://schemas.openxmlformats.org/officeDocument/2006/relationships/customXml" Target="../ink/ink83.xml"/><Relationship Id="rId48" Type="http://schemas.openxmlformats.org/officeDocument/2006/relationships/customXml" Target="../ink/ink84.xml"/><Relationship Id="rId49" Type="http://schemas.openxmlformats.org/officeDocument/2006/relationships/customXml" Target="../ink/ink85.xml"/><Relationship Id="rId50" Type="http://schemas.openxmlformats.org/officeDocument/2006/relationships/customXml" Target="../ink/ink86.xml"/><Relationship Id="rId5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customXml" Target="../ink/ink87.xml"/><Relationship Id="rId4" Type="http://schemas.openxmlformats.org/officeDocument/2006/relationships/customXml" Target="../ink/ink88.xml"/><Relationship Id="rId5" Type="http://schemas.openxmlformats.org/officeDocument/2006/relationships/customXml" Target="../ink/ink89.xml"/><Relationship Id="rId6" Type="http://schemas.openxmlformats.org/officeDocument/2006/relationships/customXml" Target="../ink/ink90.xml"/><Relationship Id="rId7" Type="http://schemas.openxmlformats.org/officeDocument/2006/relationships/customXml" Target="../ink/ink91.xml"/><Relationship Id="rId8" Type="http://schemas.openxmlformats.org/officeDocument/2006/relationships/customXml" Target="../ink/ink92.xml"/><Relationship Id="rId9" Type="http://schemas.openxmlformats.org/officeDocument/2006/relationships/customXml" Target="../ink/ink93.xml"/><Relationship Id="rId10" Type="http://schemas.openxmlformats.org/officeDocument/2006/relationships/customXml" Target="../ink/ink94.xml"/><Relationship Id="rId11" Type="http://schemas.openxmlformats.org/officeDocument/2006/relationships/customXml" Target="../ink/ink95.xml"/><Relationship Id="rId12" Type="http://schemas.openxmlformats.org/officeDocument/2006/relationships/customXml" Target="../ink/ink96.xml"/><Relationship Id="rId13" Type="http://schemas.openxmlformats.org/officeDocument/2006/relationships/customXml" Target="../ink/ink97.xml"/><Relationship Id="rId14" Type="http://schemas.openxmlformats.org/officeDocument/2006/relationships/customXml" Target="../ink/ink98.xml"/><Relationship Id="rId15" Type="http://schemas.openxmlformats.org/officeDocument/2006/relationships/customXml" Target="../ink/ink99.xml"/><Relationship Id="rId16" Type="http://schemas.openxmlformats.org/officeDocument/2006/relationships/customXml" Target="../ink/ink100.xml"/><Relationship Id="rId17" Type="http://schemas.openxmlformats.org/officeDocument/2006/relationships/customXml" Target="../ink/ink101.xml"/><Relationship Id="rId18" Type="http://schemas.openxmlformats.org/officeDocument/2006/relationships/customXml" Target="../ink/ink102.xml"/><Relationship Id="rId19" Type="http://schemas.openxmlformats.org/officeDocument/2006/relationships/customXml" Target="../ink/ink103.xml"/><Relationship Id="rId20" Type="http://schemas.openxmlformats.org/officeDocument/2006/relationships/customXml" Target="../ink/ink104.xml"/><Relationship Id="rId21" Type="http://schemas.openxmlformats.org/officeDocument/2006/relationships/customXml" Target="../ink/ink105.xml"/><Relationship Id="rId22" Type="http://schemas.openxmlformats.org/officeDocument/2006/relationships/customXml" Target="../ink/ink106.xml"/><Relationship Id="rId23" Type="http://schemas.openxmlformats.org/officeDocument/2006/relationships/customXml" Target="../ink/ink107.xml"/><Relationship Id="rId24" Type="http://schemas.openxmlformats.org/officeDocument/2006/relationships/customXml" Target="../ink/ink108.xml"/><Relationship Id="rId25" Type="http://schemas.openxmlformats.org/officeDocument/2006/relationships/customXml" Target="../ink/ink109.xml"/><Relationship Id="rId26" Type="http://schemas.openxmlformats.org/officeDocument/2006/relationships/customXml" Target="../ink/ink110.xml"/><Relationship Id="rId27" Type="http://schemas.openxmlformats.org/officeDocument/2006/relationships/customXml" Target="../ink/ink111.xml"/><Relationship Id="rId28" Type="http://schemas.openxmlformats.org/officeDocument/2006/relationships/customXml" Target="../ink/ink112.xml"/><Relationship Id="rId29" Type="http://schemas.openxmlformats.org/officeDocument/2006/relationships/customXml" Target="../ink/ink113.xml"/><Relationship Id="rId30" Type="http://schemas.openxmlformats.org/officeDocument/2006/relationships/customXml" Target="../ink/ink114.xml"/><Relationship Id="rId31" Type="http://schemas.openxmlformats.org/officeDocument/2006/relationships/customXml" Target="../ink/ink115.xml"/><Relationship Id="rId32" Type="http://schemas.openxmlformats.org/officeDocument/2006/relationships/customXml" Target="../ink/ink116.xml"/><Relationship Id="rId33" Type="http://schemas.openxmlformats.org/officeDocument/2006/relationships/customXml" Target="../ink/ink117.xml"/><Relationship Id="rId34" Type="http://schemas.openxmlformats.org/officeDocument/2006/relationships/customXml" Target="../ink/ink118.xml"/><Relationship Id="rId35" Type="http://schemas.openxmlformats.org/officeDocument/2006/relationships/customXml" Target="../ink/ink119.xml"/><Relationship Id="rId36" Type="http://schemas.openxmlformats.org/officeDocument/2006/relationships/customXml" Target="../ink/ink120.xml"/><Relationship Id="rId37" Type="http://schemas.openxmlformats.org/officeDocument/2006/relationships/customXml" Target="../ink/ink121.xml"/><Relationship Id="rId38" Type="http://schemas.openxmlformats.org/officeDocument/2006/relationships/customXml" Target="../ink/ink122.xml"/><Relationship Id="rId39" Type="http://schemas.openxmlformats.org/officeDocument/2006/relationships/customXml" Target="../ink/ink123.xml"/><Relationship Id="rId40" Type="http://schemas.openxmlformats.org/officeDocument/2006/relationships/customXml" Target="../ink/ink124.xml"/><Relationship Id="rId41" Type="http://schemas.openxmlformats.org/officeDocument/2006/relationships/customXml" Target="../ink/ink125.xml"/><Relationship Id="rId42" Type="http://schemas.openxmlformats.org/officeDocument/2006/relationships/customXml" Target="../ink/ink126.xml"/><Relationship Id="rId43" Type="http://schemas.openxmlformats.org/officeDocument/2006/relationships/customXml" Target="../ink/ink127.xml"/><Relationship Id="rId44" Type="http://schemas.openxmlformats.org/officeDocument/2006/relationships/customXml" Target="../ink/ink128.xml"/><Relationship Id="rId45" Type="http://schemas.openxmlformats.org/officeDocument/2006/relationships/customXml" Target="../ink/ink129.xml"/><Relationship Id="rId46" Type="http://schemas.openxmlformats.org/officeDocument/2006/relationships/customXml" Target="../ink/ink130.xml"/><Relationship Id="rId47" Type="http://schemas.openxmlformats.org/officeDocument/2006/relationships/customXml" Target="../ink/ink131.xml"/><Relationship Id="rId48" Type="http://schemas.openxmlformats.org/officeDocument/2006/relationships/customXml" Target="../ink/ink132.xml"/><Relationship Id="rId49" Type="http://schemas.openxmlformats.org/officeDocument/2006/relationships/customXml" Target="../ink/ink133.xml"/><Relationship Id="rId50" Type="http://schemas.openxmlformats.org/officeDocument/2006/relationships/customXml" Target="../ink/ink134.xml"/><Relationship Id="rId51" Type="http://schemas.openxmlformats.org/officeDocument/2006/relationships/customXml" Target="../ink/ink135.xml"/><Relationship Id="rId52" Type="http://schemas.openxmlformats.org/officeDocument/2006/relationships/customXml" Target="../ink/ink136.xml"/><Relationship Id="rId53" Type="http://schemas.openxmlformats.org/officeDocument/2006/relationships/customXml" Target="../ink/ink137.xml"/><Relationship Id="rId54" Type="http://schemas.openxmlformats.org/officeDocument/2006/relationships/customXml" Target="../ink/ink138.xml"/><Relationship Id="rId55" Type="http://schemas.openxmlformats.org/officeDocument/2006/relationships/customXml" Target="../ink/ink139.xml"/><Relationship Id="rId56" Type="http://schemas.openxmlformats.org/officeDocument/2006/relationships/customXml" Target="../ink/ink140.xml"/><Relationship Id="rId57" Type="http://schemas.openxmlformats.org/officeDocument/2006/relationships/customXml" Target="../ink/ink141.xml"/><Relationship Id="rId58" Type="http://schemas.openxmlformats.org/officeDocument/2006/relationships/customXml" Target="../ink/ink142.xml"/><Relationship Id="rId59" Type="http://schemas.openxmlformats.org/officeDocument/2006/relationships/customXml" Target="../ink/ink143.xml"/><Relationship Id="rId60" Type="http://schemas.openxmlformats.org/officeDocument/2006/relationships/customXml" Target="../ink/ink144.xml"/><Relationship Id="rId61" Type="http://schemas.openxmlformats.org/officeDocument/2006/relationships/customXml" Target="../ink/ink145.xml"/><Relationship Id="rId62" Type="http://schemas.openxmlformats.org/officeDocument/2006/relationships/customXml" Target="../ink/ink146.xml"/><Relationship Id="rId63" Type="http://schemas.openxmlformats.org/officeDocument/2006/relationships/customXml" Target="../ink/ink147.xml"/><Relationship Id="rId64" Type="http://schemas.openxmlformats.org/officeDocument/2006/relationships/customXml" Target="../ink/ink148.xml"/><Relationship Id="rId65" Type="http://schemas.openxmlformats.org/officeDocument/2006/relationships/customXml" Target="../ink/ink149.xml"/><Relationship Id="rId66" Type="http://schemas.openxmlformats.org/officeDocument/2006/relationships/customXml" Target="../ink/ink150.xml"/><Relationship Id="rId67" Type="http://schemas.openxmlformats.org/officeDocument/2006/relationships/customXml" Target="../ink/ink151.xml"/><Relationship Id="rId68" Type="http://schemas.openxmlformats.org/officeDocument/2006/relationships/customXml" Target="../ink/ink152.xml"/><Relationship Id="rId69" Type="http://schemas.openxmlformats.org/officeDocument/2006/relationships/customXml" Target="../ink/ink153.xml"/><Relationship Id="rId70" Type="http://schemas.openxmlformats.org/officeDocument/2006/relationships/customXml" Target="../ink/ink154.xml"/><Relationship Id="rId71" Type="http://schemas.openxmlformats.org/officeDocument/2006/relationships/customXml" Target="../ink/ink155.xml"/><Relationship Id="rId72" Type="http://schemas.openxmlformats.org/officeDocument/2006/relationships/customXml" Target="../ink/ink156.xml"/><Relationship Id="rId73" Type="http://schemas.openxmlformats.org/officeDocument/2006/relationships/customXml" Target="../ink/ink157.xml"/><Relationship Id="rId74" Type="http://schemas.openxmlformats.org/officeDocument/2006/relationships/customXml" Target="../ink/ink158.xml"/><Relationship Id="rId75" Type="http://schemas.openxmlformats.org/officeDocument/2006/relationships/customXml" Target="../ink/ink159.xml"/><Relationship Id="rId76" Type="http://schemas.openxmlformats.org/officeDocument/2006/relationships/customXml" Target="../ink/ink160.xml"/><Relationship Id="rId77" Type="http://schemas.openxmlformats.org/officeDocument/2006/relationships/customXml" Target="../ink/ink161.xml"/><Relationship Id="rId78" Type="http://schemas.openxmlformats.org/officeDocument/2006/relationships/customXml" Target="../ink/ink162.xml"/><Relationship Id="rId79" Type="http://schemas.openxmlformats.org/officeDocument/2006/relationships/customXml" Target="../ink/ink163.xml"/><Relationship Id="rId80" Type="http://schemas.openxmlformats.org/officeDocument/2006/relationships/customXml" Target="../ink/ink164.xml"/><Relationship Id="rId81" Type="http://schemas.openxmlformats.org/officeDocument/2006/relationships/customXml" Target="../ink/ink165.xml"/><Relationship Id="rId82" Type="http://schemas.openxmlformats.org/officeDocument/2006/relationships/customXml" Target="../ink/ink166.xml"/><Relationship Id="rId83" Type="http://schemas.openxmlformats.org/officeDocument/2006/relationships/customXml" Target="../ink/ink167.xml"/><Relationship Id="rId84" Type="http://schemas.openxmlformats.org/officeDocument/2006/relationships/customXml" Target="../ink/ink168.xml"/><Relationship Id="rId85" Type="http://schemas.openxmlformats.org/officeDocument/2006/relationships/customXml" Target="../ink/ink169.xml"/><Relationship Id="rId86" Type="http://schemas.openxmlformats.org/officeDocument/2006/relationships/customXml" Target="../ink/ink170.xml"/><Relationship Id="rId87" Type="http://schemas.openxmlformats.org/officeDocument/2006/relationships/customXml" Target="../ink/ink171.xml"/><Relationship Id="rId88" Type="http://schemas.openxmlformats.org/officeDocument/2006/relationships/customXml" Target="../ink/ink172.xml"/><Relationship Id="rId89" Type="http://schemas.openxmlformats.org/officeDocument/2006/relationships/customXml" Target="../ink/ink173.xml"/><Relationship Id="rId90" Type="http://schemas.openxmlformats.org/officeDocument/2006/relationships/customXml" Target="../ink/ink174.xml"/><Relationship Id="rId91" Type="http://schemas.openxmlformats.org/officeDocument/2006/relationships/customXml" Target="../ink/ink175.xml"/><Relationship Id="rId92" Type="http://schemas.openxmlformats.org/officeDocument/2006/relationships/customXml" Target="../ink/ink176.xml"/><Relationship Id="rId93" Type="http://schemas.openxmlformats.org/officeDocument/2006/relationships/customXml" Target="../ink/ink177.xml"/><Relationship Id="rId94" Type="http://schemas.openxmlformats.org/officeDocument/2006/relationships/customXml" Target="../ink/ink178.xml"/><Relationship Id="rId95" Type="http://schemas.openxmlformats.org/officeDocument/2006/relationships/customXml" Target="../ink/ink179.xml"/><Relationship Id="rId96" Type="http://schemas.openxmlformats.org/officeDocument/2006/relationships/customXml" Target="../ink/ink180.xml"/><Relationship Id="rId97" Type="http://schemas.openxmlformats.org/officeDocument/2006/relationships/customXml" Target="../ink/ink181.xml"/><Relationship Id="rId98" Type="http://schemas.openxmlformats.org/officeDocument/2006/relationships/customXml" Target="../ink/ink182.xml"/><Relationship Id="rId99" Type="http://schemas.openxmlformats.org/officeDocument/2006/relationships/customXml" Target="../ink/ink183.xml"/><Relationship Id="rId100" Type="http://schemas.openxmlformats.org/officeDocument/2006/relationships/customXml" Target="../ink/ink184.xml"/><Relationship Id="rId101" Type="http://schemas.openxmlformats.org/officeDocument/2006/relationships/customXml" Target="../ink/ink185.xml"/><Relationship Id="rId102" Type="http://schemas.openxmlformats.org/officeDocument/2006/relationships/customXml" Target="../ink/ink186.xml"/><Relationship Id="rId103" Type="http://schemas.openxmlformats.org/officeDocument/2006/relationships/customXml" Target="../ink/ink187.xml"/><Relationship Id="rId104" Type="http://schemas.openxmlformats.org/officeDocument/2006/relationships/customXml" Target="../ink/ink188.xml"/><Relationship Id="rId105" Type="http://schemas.openxmlformats.org/officeDocument/2006/relationships/customXml" Target="../ink/ink189.xml"/><Relationship Id="rId106" Type="http://schemas.openxmlformats.org/officeDocument/2006/relationships/customXml" Target="../ink/ink190.xml"/><Relationship Id="rId107" Type="http://schemas.openxmlformats.org/officeDocument/2006/relationships/customXml" Target="../ink/ink191.xml"/><Relationship Id="rId108" Type="http://schemas.openxmlformats.org/officeDocument/2006/relationships/customXml" Target="../ink/ink192.xml"/><Relationship Id="rId109" Type="http://schemas.openxmlformats.org/officeDocument/2006/relationships/customXml" Target="../ink/ink193.xml"/><Relationship Id="rId110" Type="http://schemas.openxmlformats.org/officeDocument/2006/relationships/customXml" Target="../ink/ink194.xml"/><Relationship Id="rId111" Type="http://schemas.openxmlformats.org/officeDocument/2006/relationships/customXml" Target="../ink/ink195.xml"/><Relationship Id="rId112" Type="http://schemas.openxmlformats.org/officeDocument/2006/relationships/customXml" Target="../ink/ink196.xml"/><Relationship Id="rId113" Type="http://schemas.openxmlformats.org/officeDocument/2006/relationships/customXml" Target="../ink/ink197.xml"/><Relationship Id="rId114" Type="http://schemas.openxmlformats.org/officeDocument/2006/relationships/customXml" Target="../ink/ink198.xml"/><Relationship Id="rId115" Type="http://schemas.openxmlformats.org/officeDocument/2006/relationships/customXml" Target="../ink/ink199.xml"/><Relationship Id="rId116" Type="http://schemas.openxmlformats.org/officeDocument/2006/relationships/customXml" Target="../ink/ink200.xml"/><Relationship Id="rId117" Type="http://schemas.openxmlformats.org/officeDocument/2006/relationships/customXml" Target="../ink/ink201.xml"/><Relationship Id="rId118" Type="http://schemas.openxmlformats.org/officeDocument/2006/relationships/customXml" Target="../ink/ink202.xml"/><Relationship Id="rId119" Type="http://schemas.openxmlformats.org/officeDocument/2006/relationships/customXml" Target="../ink/ink203.xml"/><Relationship Id="rId120" Type="http://schemas.openxmlformats.org/officeDocument/2006/relationships/customXml" Target="../ink/ink204.xml"/><Relationship Id="rId121" Type="http://schemas.openxmlformats.org/officeDocument/2006/relationships/customXml" Target="../ink/ink205.xml"/><Relationship Id="rId122" Type="http://schemas.openxmlformats.org/officeDocument/2006/relationships/customXml" Target="../ink/ink206.xml"/><Relationship Id="rId123" Type="http://schemas.openxmlformats.org/officeDocument/2006/relationships/customXml" Target="../ink/ink207.xml"/><Relationship Id="rId124" Type="http://schemas.openxmlformats.org/officeDocument/2006/relationships/customXml" Target="../ink/ink208.xml"/><Relationship Id="rId125" Type="http://schemas.openxmlformats.org/officeDocument/2006/relationships/customXml" Target="../ink/ink209.xml"/><Relationship Id="rId126" Type="http://schemas.openxmlformats.org/officeDocument/2006/relationships/customXml" Target="../ink/ink210.xml"/><Relationship Id="rId127" Type="http://schemas.openxmlformats.org/officeDocument/2006/relationships/customXml" Target="../ink/ink211.xml"/><Relationship Id="rId128" Type="http://schemas.openxmlformats.org/officeDocument/2006/relationships/customXml" Target="../ink/ink212.xml"/><Relationship Id="rId129" Type="http://schemas.openxmlformats.org/officeDocument/2006/relationships/customXml" Target="../ink/ink213.xml"/><Relationship Id="rId130" Type="http://schemas.openxmlformats.org/officeDocument/2006/relationships/customXml" Target="../ink/ink214.xml"/><Relationship Id="rId131" Type="http://schemas.openxmlformats.org/officeDocument/2006/relationships/customXml" Target="../ink/ink215.xml"/><Relationship Id="rId132" Type="http://schemas.openxmlformats.org/officeDocument/2006/relationships/customXml" Target="../ink/ink216.xml"/><Relationship Id="rId133" Type="http://schemas.openxmlformats.org/officeDocument/2006/relationships/customXml" Target="../ink/ink217.xml"/><Relationship Id="rId134" Type="http://schemas.openxmlformats.org/officeDocument/2006/relationships/customXml" Target="../ink/ink218.xml"/><Relationship Id="rId135" Type="http://schemas.openxmlformats.org/officeDocument/2006/relationships/customXml" Target="../ink/ink219.xml"/><Relationship Id="rId136" Type="http://schemas.openxmlformats.org/officeDocument/2006/relationships/customXml" Target="../ink/ink220.xml"/><Relationship Id="rId137" Type="http://schemas.openxmlformats.org/officeDocument/2006/relationships/customXml" Target="../ink/ink221.xml"/><Relationship Id="rId138" Type="http://schemas.openxmlformats.org/officeDocument/2006/relationships/customXml" Target="../ink/ink222.xml"/><Relationship Id="rId139" Type="http://schemas.openxmlformats.org/officeDocument/2006/relationships/customXml" Target="../ink/ink223.xml"/><Relationship Id="rId140" Type="http://schemas.openxmlformats.org/officeDocument/2006/relationships/customXml" Target="../ink/ink224.xml"/><Relationship Id="rId141" Type="http://schemas.openxmlformats.org/officeDocument/2006/relationships/customXml" Target="../ink/ink225.xml"/><Relationship Id="rId142" Type="http://schemas.openxmlformats.org/officeDocument/2006/relationships/customXml" Target="../ink/ink226.xml"/><Relationship Id="rId143" Type="http://schemas.openxmlformats.org/officeDocument/2006/relationships/customXml" Target="../ink/ink227.xml"/><Relationship Id="rId144" Type="http://schemas.openxmlformats.org/officeDocument/2006/relationships/customXml" Target="../ink/ink228.xml"/><Relationship Id="rId145" Type="http://schemas.openxmlformats.org/officeDocument/2006/relationships/customXml" Target="../ink/ink229.xml"/><Relationship Id="rId146" Type="http://schemas.openxmlformats.org/officeDocument/2006/relationships/customXml" Target="../ink/ink230.xml"/><Relationship Id="rId147" Type="http://schemas.openxmlformats.org/officeDocument/2006/relationships/customXml" Target="../ink/ink231.xml"/><Relationship Id="rId148" Type="http://schemas.openxmlformats.org/officeDocument/2006/relationships/customXml" Target="../ink/ink232.xml"/><Relationship Id="rId149" Type="http://schemas.openxmlformats.org/officeDocument/2006/relationships/customXml" Target="../ink/ink233.xml"/><Relationship Id="rId150" Type="http://schemas.openxmlformats.org/officeDocument/2006/relationships/customXml" Target="../ink/ink234.xml"/><Relationship Id="rId151" Type="http://schemas.openxmlformats.org/officeDocument/2006/relationships/customXml" Target="../ink/ink235.xml"/><Relationship Id="rId152" Type="http://schemas.openxmlformats.org/officeDocument/2006/relationships/customXml" Target="../ink/ink236.xml"/><Relationship Id="rId153" Type="http://schemas.openxmlformats.org/officeDocument/2006/relationships/customXml" Target="../ink/ink237.xml"/><Relationship Id="rId154" Type="http://schemas.openxmlformats.org/officeDocument/2006/relationships/customXml" Target="../ink/ink238.xml"/><Relationship Id="rId155" Type="http://schemas.openxmlformats.org/officeDocument/2006/relationships/customXml" Target="../ink/ink239.xml"/><Relationship Id="rId156" Type="http://schemas.openxmlformats.org/officeDocument/2006/relationships/customXml" Target="../ink/ink240.xml"/><Relationship Id="rId157" Type="http://schemas.openxmlformats.org/officeDocument/2006/relationships/customXml" Target="../ink/ink241.xml"/><Relationship Id="rId158" Type="http://schemas.openxmlformats.org/officeDocument/2006/relationships/customXml" Target="../ink/ink242.xml"/><Relationship Id="rId159" Type="http://schemas.openxmlformats.org/officeDocument/2006/relationships/customXml" Target="../ink/ink243.xml"/><Relationship Id="rId160" Type="http://schemas.openxmlformats.org/officeDocument/2006/relationships/customXml" Target="../ink/ink244.xml"/><Relationship Id="rId161" Type="http://schemas.openxmlformats.org/officeDocument/2006/relationships/customXml" Target="../ink/ink245.xml"/><Relationship Id="rId162" Type="http://schemas.openxmlformats.org/officeDocument/2006/relationships/customXml" Target="../ink/ink246.xml"/><Relationship Id="rId163" Type="http://schemas.openxmlformats.org/officeDocument/2006/relationships/customXml" Target="../ink/ink247.xml"/><Relationship Id="rId164" Type="http://schemas.openxmlformats.org/officeDocument/2006/relationships/customXml" Target="../ink/ink248.xml"/><Relationship Id="rId165" Type="http://schemas.openxmlformats.org/officeDocument/2006/relationships/customXml" Target="../ink/ink249.xml"/><Relationship Id="rId166" Type="http://schemas.openxmlformats.org/officeDocument/2006/relationships/customXml" Target="../ink/ink250.xml"/><Relationship Id="rId167" Type="http://schemas.openxmlformats.org/officeDocument/2006/relationships/customXml" Target="../ink/ink251.xml"/><Relationship Id="rId168" Type="http://schemas.openxmlformats.org/officeDocument/2006/relationships/customXml" Target="../ink/ink252.xml"/><Relationship Id="rId169" Type="http://schemas.openxmlformats.org/officeDocument/2006/relationships/customXml" Target="../ink/ink253.xml"/><Relationship Id="rId170" Type="http://schemas.openxmlformats.org/officeDocument/2006/relationships/customXml" Target="../ink/ink254.xml"/><Relationship Id="rId171" Type="http://schemas.openxmlformats.org/officeDocument/2006/relationships/customXml" Target="../ink/ink255.xml"/><Relationship Id="rId172" Type="http://schemas.openxmlformats.org/officeDocument/2006/relationships/customXml" Target="../ink/ink256.xml"/><Relationship Id="rId173" Type="http://schemas.openxmlformats.org/officeDocument/2006/relationships/customXml" Target="../ink/ink257.xml"/><Relationship Id="rId174" Type="http://schemas.openxmlformats.org/officeDocument/2006/relationships/customXml" Target="../ink/ink258.xml"/><Relationship Id="rId175" Type="http://schemas.openxmlformats.org/officeDocument/2006/relationships/customXml" Target="../ink/ink259.xml"/><Relationship Id="rId176" Type="http://schemas.openxmlformats.org/officeDocument/2006/relationships/customXml" Target="../ink/ink260.xml"/><Relationship Id="rId177" Type="http://schemas.openxmlformats.org/officeDocument/2006/relationships/customXml" Target="../ink/ink261.xml"/><Relationship Id="rId178" Type="http://schemas.openxmlformats.org/officeDocument/2006/relationships/customXml" Target="../ink/ink262.xml"/><Relationship Id="rId179" Type="http://schemas.openxmlformats.org/officeDocument/2006/relationships/customXml" Target="../ink/ink263.xml"/><Relationship Id="rId180" Type="http://schemas.openxmlformats.org/officeDocument/2006/relationships/customXml" Target="../ink/ink264.xml"/><Relationship Id="rId181" Type="http://schemas.openxmlformats.org/officeDocument/2006/relationships/customXml" Target="../ink/ink265.xml"/><Relationship Id="rId182" Type="http://schemas.openxmlformats.org/officeDocument/2006/relationships/customXml" Target="../ink/ink266.xml"/><Relationship Id="rId183" Type="http://schemas.openxmlformats.org/officeDocument/2006/relationships/customXml" Target="../ink/ink267.xml"/><Relationship Id="rId184" Type="http://schemas.openxmlformats.org/officeDocument/2006/relationships/customXml" Target="../ink/ink268.xml"/><Relationship Id="rId185" Type="http://schemas.openxmlformats.org/officeDocument/2006/relationships/customXml" Target="../ink/ink269.xml"/><Relationship Id="rId186" Type="http://schemas.openxmlformats.org/officeDocument/2006/relationships/customXml" Target="../ink/ink270.xml"/><Relationship Id="rId187" Type="http://schemas.openxmlformats.org/officeDocument/2006/relationships/customXml" Target="../ink/ink271.xml"/><Relationship Id="rId188" Type="http://schemas.openxmlformats.org/officeDocument/2006/relationships/customXml" Target="../ink/ink272.xml"/><Relationship Id="rId189" Type="http://schemas.openxmlformats.org/officeDocument/2006/relationships/customXml" Target="../ink/ink273.xml"/><Relationship Id="rId190" Type="http://schemas.openxmlformats.org/officeDocument/2006/relationships/customXml" Target="../ink/ink274.xml"/><Relationship Id="rId191" Type="http://schemas.openxmlformats.org/officeDocument/2006/relationships/customXml" Target="../ink/ink275.xml"/><Relationship Id="rId192" Type="http://schemas.openxmlformats.org/officeDocument/2006/relationships/customXml" Target="../ink/ink276.xml"/><Relationship Id="rId193" Type="http://schemas.openxmlformats.org/officeDocument/2006/relationships/customXml" Target="../ink/ink277.xml"/><Relationship Id="rId194" Type="http://schemas.openxmlformats.org/officeDocument/2006/relationships/customXml" Target="../ink/ink278.xml"/><Relationship Id="rId195" Type="http://schemas.openxmlformats.org/officeDocument/2006/relationships/customXml" Target="../ink/ink279.xml"/><Relationship Id="rId196" Type="http://schemas.openxmlformats.org/officeDocument/2006/relationships/customXml" Target="../ink/ink280.xml"/><Relationship Id="rId197" Type="http://schemas.openxmlformats.org/officeDocument/2006/relationships/customXml" Target="../ink/ink281.xml"/><Relationship Id="rId198" Type="http://schemas.openxmlformats.org/officeDocument/2006/relationships/customXml" Target="../ink/ink282.xml"/><Relationship Id="rId199" Type="http://schemas.openxmlformats.org/officeDocument/2006/relationships/customXml" Target="../ink/ink283.xml"/><Relationship Id="rId200" Type="http://schemas.openxmlformats.org/officeDocument/2006/relationships/customXml" Target="../ink/ink284.xml"/><Relationship Id="rId201" Type="http://schemas.openxmlformats.org/officeDocument/2006/relationships/customXml" Target="../ink/ink285.xml"/><Relationship Id="rId202" Type="http://schemas.openxmlformats.org/officeDocument/2006/relationships/customXml" Target="../ink/ink286.xml"/><Relationship Id="rId203" Type="http://schemas.openxmlformats.org/officeDocument/2006/relationships/customXml" Target="../ink/ink287.xml"/><Relationship Id="rId204" Type="http://schemas.openxmlformats.org/officeDocument/2006/relationships/customXml" Target="../ink/ink288.xml"/><Relationship Id="rId205" Type="http://schemas.openxmlformats.org/officeDocument/2006/relationships/customXml" Target="../ink/ink289.xml"/><Relationship Id="rId206"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customXml" Target="../ink/ink290.xml"/><Relationship Id="rId4" Type="http://schemas.openxmlformats.org/officeDocument/2006/relationships/customXml" Target="../ink/ink291.xml"/><Relationship Id="rId5" Type="http://schemas.openxmlformats.org/officeDocument/2006/relationships/customXml" Target="../ink/ink292.xml"/><Relationship Id="rId6" Type="http://schemas.openxmlformats.org/officeDocument/2006/relationships/customXml" Target="../ink/ink293.xml"/><Relationship Id="rId7" Type="http://schemas.openxmlformats.org/officeDocument/2006/relationships/customXml" Target="../ink/ink294.xml"/><Relationship Id="rId8" Type="http://schemas.openxmlformats.org/officeDocument/2006/relationships/customXml" Target="../ink/ink295.xml"/><Relationship Id="rId9" Type="http://schemas.openxmlformats.org/officeDocument/2006/relationships/customXml" Target="../ink/ink296.xml"/><Relationship Id="rId10" Type="http://schemas.openxmlformats.org/officeDocument/2006/relationships/customXml" Target="../ink/ink297.xml"/><Relationship Id="rId11" Type="http://schemas.openxmlformats.org/officeDocument/2006/relationships/customXml" Target="../ink/ink298.xml"/><Relationship Id="rId12" Type="http://schemas.openxmlformats.org/officeDocument/2006/relationships/customXml" Target="../ink/ink299.xml"/><Relationship Id="rId13" Type="http://schemas.openxmlformats.org/officeDocument/2006/relationships/customXml" Target="../ink/ink300.xml"/><Relationship Id="rId14" Type="http://schemas.openxmlformats.org/officeDocument/2006/relationships/customXml" Target="../ink/ink301.xml"/><Relationship Id="rId15" Type="http://schemas.openxmlformats.org/officeDocument/2006/relationships/customXml" Target="../ink/ink302.xml"/><Relationship Id="rId16" Type="http://schemas.openxmlformats.org/officeDocument/2006/relationships/customXml" Target="../ink/ink303.xml"/><Relationship Id="rId17" Type="http://schemas.openxmlformats.org/officeDocument/2006/relationships/customXml" Target="../ink/ink304.xml"/><Relationship Id="rId18" Type="http://schemas.openxmlformats.org/officeDocument/2006/relationships/customXml" Target="../ink/ink305.xml"/><Relationship Id="rId19" Type="http://schemas.openxmlformats.org/officeDocument/2006/relationships/customXml" Target="../ink/ink306.xml"/><Relationship Id="rId20" Type="http://schemas.openxmlformats.org/officeDocument/2006/relationships/customXml" Target="../ink/ink307.xml"/><Relationship Id="rId21" Type="http://schemas.openxmlformats.org/officeDocument/2006/relationships/customXml" Target="../ink/ink308.xml"/><Relationship Id="rId22" Type="http://schemas.openxmlformats.org/officeDocument/2006/relationships/customXml" Target="../ink/ink309.xml"/><Relationship Id="rId23" Type="http://schemas.openxmlformats.org/officeDocument/2006/relationships/customXml" Target="../ink/ink310.xml"/><Relationship Id="rId24" Type="http://schemas.openxmlformats.org/officeDocument/2006/relationships/customXml" Target="../ink/ink311.xml"/><Relationship Id="rId25" Type="http://schemas.openxmlformats.org/officeDocument/2006/relationships/customXml" Target="../ink/ink312.xml"/><Relationship Id="rId26" Type="http://schemas.openxmlformats.org/officeDocument/2006/relationships/customXml" Target="../ink/ink313.xml"/><Relationship Id="rId27" Type="http://schemas.openxmlformats.org/officeDocument/2006/relationships/customXml" Target="../ink/ink314.xml"/><Relationship Id="rId28" Type="http://schemas.openxmlformats.org/officeDocument/2006/relationships/customXml" Target="../ink/ink315.xml"/><Relationship Id="rId29" Type="http://schemas.openxmlformats.org/officeDocument/2006/relationships/customXml" Target="../ink/ink316.xml"/><Relationship Id="rId30" Type="http://schemas.openxmlformats.org/officeDocument/2006/relationships/customXml" Target="../ink/ink317.xml"/><Relationship Id="rId31" Type="http://schemas.openxmlformats.org/officeDocument/2006/relationships/customXml" Target="../ink/ink318.xml"/><Relationship Id="rId32" Type="http://schemas.openxmlformats.org/officeDocument/2006/relationships/customXml" Target="../ink/ink319.xml"/><Relationship Id="rId33" Type="http://schemas.openxmlformats.org/officeDocument/2006/relationships/customXml" Target="../ink/ink320.xml"/><Relationship Id="rId34" Type="http://schemas.openxmlformats.org/officeDocument/2006/relationships/customXml" Target="../ink/ink321.xml"/><Relationship Id="rId35" Type="http://schemas.openxmlformats.org/officeDocument/2006/relationships/customXml" Target="../ink/ink322.xml"/><Relationship Id="rId36" Type="http://schemas.openxmlformats.org/officeDocument/2006/relationships/customXml" Target="../ink/ink323.xml"/><Relationship Id="rId37" Type="http://schemas.openxmlformats.org/officeDocument/2006/relationships/customXml" Target="../ink/ink324.xml"/><Relationship Id="rId38" Type="http://schemas.openxmlformats.org/officeDocument/2006/relationships/customXml" Target="../ink/ink325.xml"/><Relationship Id="rId39" Type="http://schemas.openxmlformats.org/officeDocument/2006/relationships/customXml" Target="../ink/ink326.xml"/><Relationship Id="rId40" Type="http://schemas.openxmlformats.org/officeDocument/2006/relationships/customXml" Target="../ink/ink327.xml"/><Relationship Id="rId41" Type="http://schemas.openxmlformats.org/officeDocument/2006/relationships/customXml" Target="../ink/ink328.xml"/><Relationship Id="rId42" Type="http://schemas.openxmlformats.org/officeDocument/2006/relationships/customXml" Target="../ink/ink329.xml"/><Relationship Id="rId43" Type="http://schemas.openxmlformats.org/officeDocument/2006/relationships/customXml" Target="../ink/ink330.xml"/><Relationship Id="rId44" Type="http://schemas.openxmlformats.org/officeDocument/2006/relationships/customXml" Target="../ink/ink331.xml"/><Relationship Id="rId45" Type="http://schemas.openxmlformats.org/officeDocument/2006/relationships/customXml" Target="../ink/ink332.xml"/><Relationship Id="rId46" Type="http://schemas.openxmlformats.org/officeDocument/2006/relationships/customXml" Target="../ink/ink333.xml"/><Relationship Id="rId47" Type="http://schemas.openxmlformats.org/officeDocument/2006/relationships/customXml" Target="../ink/ink334.xml"/><Relationship Id="rId48" Type="http://schemas.openxmlformats.org/officeDocument/2006/relationships/customXml" Target="../ink/ink335.xml"/><Relationship Id="rId49" Type="http://schemas.openxmlformats.org/officeDocument/2006/relationships/customXml" Target="../ink/ink336.xml"/><Relationship Id="rId50" Type="http://schemas.openxmlformats.org/officeDocument/2006/relationships/customXml" Target="../ink/ink337.xml"/><Relationship Id="rId51" Type="http://schemas.openxmlformats.org/officeDocument/2006/relationships/customXml" Target="../ink/ink338.xml"/><Relationship Id="rId52" Type="http://schemas.openxmlformats.org/officeDocument/2006/relationships/customXml" Target="../ink/ink339.xml"/><Relationship Id="rId53" Type="http://schemas.openxmlformats.org/officeDocument/2006/relationships/customXml" Target="../ink/ink340.xml"/><Relationship Id="rId54" Type="http://schemas.openxmlformats.org/officeDocument/2006/relationships/customXml" Target="../ink/ink341.xml"/><Relationship Id="rId55" Type="http://schemas.openxmlformats.org/officeDocument/2006/relationships/customXml" Target="../ink/ink342.xml"/><Relationship Id="rId56" Type="http://schemas.openxmlformats.org/officeDocument/2006/relationships/customXml" Target="../ink/ink343.xml"/><Relationship Id="rId57"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customXml" Target="../ink/ink344.xml"/><Relationship Id="rId2" Type="http://schemas.openxmlformats.org/officeDocument/2006/relationships/customXml" Target="../ink/ink345.xml"/><Relationship Id="rId3" Type="http://schemas.openxmlformats.org/officeDocument/2006/relationships/customXml" Target="../ink/ink346.xml"/><Relationship Id="rId4" Type="http://schemas.openxmlformats.org/officeDocument/2006/relationships/customXml" Target="../ink/ink347.xml"/><Relationship Id="rId5" Type="http://schemas.openxmlformats.org/officeDocument/2006/relationships/customXml" Target="../ink/ink348.xml"/><Relationship Id="rId6" Type="http://schemas.openxmlformats.org/officeDocument/2006/relationships/customXml" Target="../ink/ink349.xml"/><Relationship Id="rId7" Type="http://schemas.openxmlformats.org/officeDocument/2006/relationships/customXml" Target="../ink/ink350.xml"/><Relationship Id="rId8"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customXml" Target="../ink/ink351.xml"/><Relationship Id="rId3" Type="http://schemas.openxmlformats.org/officeDocument/2006/relationships/customXml" Target="../ink/ink352.xml"/><Relationship Id="rId4" Type="http://schemas.openxmlformats.org/officeDocument/2006/relationships/customXml" Target="../ink/ink353.xml"/><Relationship Id="rId5" Type="http://schemas.openxmlformats.org/officeDocument/2006/relationships/customXml" Target="../ink/ink354.xml"/><Relationship Id="rId6" Type="http://schemas.openxmlformats.org/officeDocument/2006/relationships/customXml" Target="../ink/ink355.xml"/><Relationship Id="rId7" Type="http://schemas.openxmlformats.org/officeDocument/2006/relationships/customXml" Target="../ink/ink356.xml"/><Relationship Id="rId8" Type="http://schemas.openxmlformats.org/officeDocument/2006/relationships/customXml" Target="../ink/ink357.xml"/><Relationship Id="rId9" Type="http://schemas.openxmlformats.org/officeDocument/2006/relationships/customXml" Target="../ink/ink358.xml"/><Relationship Id="rId10" Type="http://schemas.openxmlformats.org/officeDocument/2006/relationships/customXml" Target="../ink/ink359.xml"/><Relationship Id="rId11" Type="http://schemas.openxmlformats.org/officeDocument/2006/relationships/customXml" Target="../ink/ink360.xml"/><Relationship Id="rId12" Type="http://schemas.openxmlformats.org/officeDocument/2006/relationships/customXml" Target="../ink/ink361.xml"/><Relationship Id="rId13" Type="http://schemas.openxmlformats.org/officeDocument/2006/relationships/customXml" Target="../ink/ink362.xml"/><Relationship Id="rId14" Type="http://schemas.openxmlformats.org/officeDocument/2006/relationships/customXml" Target="../ink/ink363.xml"/><Relationship Id="rId15" Type="http://schemas.openxmlformats.org/officeDocument/2006/relationships/customXml" Target="../ink/ink364.xml"/><Relationship Id="rId16" Type="http://schemas.openxmlformats.org/officeDocument/2006/relationships/customXml" Target="../ink/ink365.xml"/><Relationship Id="rId17" Type="http://schemas.openxmlformats.org/officeDocument/2006/relationships/customXml" Target="../ink/ink366.xml"/><Relationship Id="rId18" Type="http://schemas.openxmlformats.org/officeDocument/2006/relationships/customXml" Target="../ink/ink367.xml"/><Relationship Id="rId19" Type="http://schemas.openxmlformats.org/officeDocument/2006/relationships/customXml" Target="../ink/ink368.xml"/><Relationship Id="rId20" Type="http://schemas.openxmlformats.org/officeDocument/2006/relationships/customXml" Target="../ink/ink369.xml"/><Relationship Id="rId21" Type="http://schemas.openxmlformats.org/officeDocument/2006/relationships/customXml" Target="../ink/ink370.xml"/><Relationship Id="rId22" Type="http://schemas.openxmlformats.org/officeDocument/2006/relationships/customXml" Target="../ink/ink371.xml"/><Relationship Id="rId23" Type="http://schemas.openxmlformats.org/officeDocument/2006/relationships/customXml" Target="../ink/ink372.xml"/><Relationship Id="rId24" Type="http://schemas.openxmlformats.org/officeDocument/2006/relationships/customXml" Target="../ink/ink373.xml"/><Relationship Id="rId25" Type="http://schemas.openxmlformats.org/officeDocument/2006/relationships/customXml" Target="../ink/ink374.xml"/><Relationship Id="rId26" Type="http://schemas.openxmlformats.org/officeDocument/2006/relationships/customXml" Target="../ink/ink375.xml"/><Relationship Id="rId27" Type="http://schemas.openxmlformats.org/officeDocument/2006/relationships/customXml" Target="../ink/ink376.xml"/><Relationship Id="rId28" Type="http://schemas.openxmlformats.org/officeDocument/2006/relationships/customXml" Target="../ink/ink377.xml"/><Relationship Id="rId29" Type="http://schemas.openxmlformats.org/officeDocument/2006/relationships/customXml" Target="../ink/ink378.xml"/><Relationship Id="rId30" Type="http://schemas.openxmlformats.org/officeDocument/2006/relationships/customXml" Target="../ink/ink379.xml"/><Relationship Id="rId31" Type="http://schemas.openxmlformats.org/officeDocument/2006/relationships/customXml" Target="../ink/ink380.xml"/><Relationship Id="rId32" Type="http://schemas.openxmlformats.org/officeDocument/2006/relationships/customXml" Target="../ink/ink381.xml"/><Relationship Id="rId33" Type="http://schemas.openxmlformats.org/officeDocument/2006/relationships/customXml" Target="../ink/ink382.xml"/><Relationship Id="rId34" Type="http://schemas.openxmlformats.org/officeDocument/2006/relationships/customXml" Target="../ink/ink383.xml"/><Relationship Id="rId35" Type="http://schemas.openxmlformats.org/officeDocument/2006/relationships/customXml" Target="../ink/ink384.xml"/><Relationship Id="rId36" Type="http://schemas.openxmlformats.org/officeDocument/2006/relationships/customXml" Target="../ink/ink385.xml"/><Relationship Id="rId37" Type="http://schemas.openxmlformats.org/officeDocument/2006/relationships/customXml" Target="../ink/ink464.xml"/><Relationship Id="rId38" Type="http://schemas.openxmlformats.org/officeDocument/2006/relationships/customXml" Target="../ink/ink482.xml"/><Relationship Id="rId39" Type="http://schemas.openxmlformats.org/officeDocument/2006/relationships/customXml" Target="../ink/ink483.xml"/><Relationship Id="rId40" Type="http://schemas.openxmlformats.org/officeDocument/2006/relationships/customXml" Target="../ink/ink484.xml"/><Relationship Id="rId4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customXml" Target="../ink/ink386.xml"/><Relationship Id="rId4" Type="http://schemas.openxmlformats.org/officeDocument/2006/relationships/customXml" Target="../ink/ink576.xml"/><Relationship Id="rId5" Type="http://schemas.openxmlformats.org/officeDocument/2006/relationships/customXml" Target="../ink/ink577.xml"/><Relationship Id="rId6" Type="http://schemas.openxmlformats.org/officeDocument/2006/relationships/customXml" Target="../ink/ink578.xml"/><Relationship Id="rId7" Type="http://schemas.openxmlformats.org/officeDocument/2006/relationships/customXml" Target="../ink/ink579.xml"/><Relationship Id="rId8" Type="http://schemas.openxmlformats.org/officeDocument/2006/relationships/customXml" Target="../ink/ink580.xml"/><Relationship Id="rId9" Type="http://schemas.openxmlformats.org/officeDocument/2006/relationships/customXml" Target="../ink/ink581.xml"/><Relationship Id="rId10" Type="http://schemas.openxmlformats.org/officeDocument/2006/relationships/customXml" Target="../ink/ink582.xml"/><Relationship Id="rId11" Type="http://schemas.openxmlformats.org/officeDocument/2006/relationships/customXml" Target="../ink/ink583.xml"/><Relationship Id="rId12" Type="http://schemas.openxmlformats.org/officeDocument/2006/relationships/customXml" Target="../ink/ink584.xml"/><Relationship Id="rId13" Type="http://schemas.openxmlformats.org/officeDocument/2006/relationships/customXml" Target="../ink/ink585.xml"/><Relationship Id="rId14" Type="http://schemas.openxmlformats.org/officeDocument/2006/relationships/customXml" Target="../ink/ink586.xml"/><Relationship Id="rId15" Type="http://schemas.openxmlformats.org/officeDocument/2006/relationships/customXml" Target="../ink/ink587.xml"/><Relationship Id="rId16" Type="http://schemas.openxmlformats.org/officeDocument/2006/relationships/customXml" Target="../ink/ink588.xml"/><Relationship Id="rId17" Type="http://schemas.openxmlformats.org/officeDocument/2006/relationships/customXml" Target="../ink/ink589.xml"/><Relationship Id="rId18" Type="http://schemas.openxmlformats.org/officeDocument/2006/relationships/customXml" Target="../ink/ink590.xml"/><Relationship Id="rId19" Type="http://schemas.openxmlformats.org/officeDocument/2006/relationships/customXml" Target="../ink/ink591.xml"/><Relationship Id="rId20" Type="http://schemas.openxmlformats.org/officeDocument/2006/relationships/customXml" Target="../ink/ink592.xml"/><Relationship Id="rId21" Type="http://schemas.openxmlformats.org/officeDocument/2006/relationships/customXml" Target="../ink/ink593.xml"/><Relationship Id="rId22" Type="http://schemas.openxmlformats.org/officeDocument/2006/relationships/customXml" Target="../ink/ink594.xml"/><Relationship Id="rId23" Type="http://schemas.openxmlformats.org/officeDocument/2006/relationships/customXml" Target="../ink/ink595.xml"/><Relationship Id="rId24" Type="http://schemas.openxmlformats.org/officeDocument/2006/relationships/customXml" Target="../ink/ink596.xml"/><Relationship Id="rId25" Type="http://schemas.openxmlformats.org/officeDocument/2006/relationships/customXml" Target="../ink/ink597.xml"/><Relationship Id="rId26" Type="http://schemas.openxmlformats.org/officeDocument/2006/relationships/customXml" Target="../ink/ink598.xml"/><Relationship Id="rId27" Type="http://schemas.openxmlformats.org/officeDocument/2006/relationships/customXml" Target="../ink/ink599.xml"/><Relationship Id="rId28" Type="http://schemas.openxmlformats.org/officeDocument/2006/relationships/customXml" Target="../ink/ink600.xml"/><Relationship Id="rId29" Type="http://schemas.openxmlformats.org/officeDocument/2006/relationships/customXml" Target="../ink/ink601.xml"/><Relationship Id="rId30" Type="http://schemas.openxmlformats.org/officeDocument/2006/relationships/customXml" Target="../ink/ink602.xml"/><Relationship Id="rId31" Type="http://schemas.openxmlformats.org/officeDocument/2006/relationships/customXml" Target="../ink/ink603.xml"/><Relationship Id="rId32" Type="http://schemas.openxmlformats.org/officeDocument/2006/relationships/customXml" Target="../ink/ink604.xml"/><Relationship Id="rId33" Type="http://schemas.openxmlformats.org/officeDocument/2006/relationships/customXml" Target="../ink/ink605.xml"/><Relationship Id="rId34" Type="http://schemas.openxmlformats.org/officeDocument/2006/relationships/customXml" Target="../ink/ink606.xml"/><Relationship Id="rId35" Type="http://schemas.openxmlformats.org/officeDocument/2006/relationships/customXml" Target="../ink/ink607.xml"/><Relationship Id="rId36" Type="http://schemas.openxmlformats.org/officeDocument/2006/relationships/customXml" Target="../ink/ink608.xml"/><Relationship Id="rId37" Type="http://schemas.openxmlformats.org/officeDocument/2006/relationships/customXml" Target="../ink/ink609.xml"/><Relationship Id="rId38" Type="http://schemas.openxmlformats.org/officeDocument/2006/relationships/customXml" Target="../ink/ink610.xml"/><Relationship Id="rId39" Type="http://schemas.openxmlformats.org/officeDocument/2006/relationships/customXml" Target="../ink/ink611.xml"/><Relationship Id="rId40" Type="http://schemas.openxmlformats.org/officeDocument/2006/relationships/customXml" Target="../ink/ink612.xml"/><Relationship Id="rId41" Type="http://schemas.openxmlformats.org/officeDocument/2006/relationships/customXml" Target="../ink/ink613.xml"/><Relationship Id="rId42" Type="http://schemas.openxmlformats.org/officeDocument/2006/relationships/customXml" Target="../ink/ink614.xml"/><Relationship Id="rId43" Type="http://schemas.openxmlformats.org/officeDocument/2006/relationships/customXml" Target="../ink/ink615.xml"/><Relationship Id="rId44" Type="http://schemas.openxmlformats.org/officeDocument/2006/relationships/customXml" Target="../ink/ink616.xml"/><Relationship Id="rId45" Type="http://schemas.openxmlformats.org/officeDocument/2006/relationships/customXml" Target="../ink/ink617.xml"/><Relationship Id="rId46" Type="http://schemas.openxmlformats.org/officeDocument/2006/relationships/customXml" Target="../ink/ink618.xml"/><Relationship Id="rId47" Type="http://schemas.openxmlformats.org/officeDocument/2006/relationships/customXml" Target="../ink/ink619.xml"/><Relationship Id="rId48" Type="http://schemas.openxmlformats.org/officeDocument/2006/relationships/customXml" Target="../ink/ink620.xml"/><Relationship Id="rId49" Type="http://schemas.openxmlformats.org/officeDocument/2006/relationships/customXml" Target="../ink/ink621.xml"/><Relationship Id="rId50" Type="http://schemas.openxmlformats.org/officeDocument/2006/relationships/customXml" Target="../ink/ink622.xml"/><Relationship Id="rId51" Type="http://schemas.openxmlformats.org/officeDocument/2006/relationships/customXml" Target="../ink/ink623.xml"/><Relationship Id="rId52" Type="http://schemas.openxmlformats.org/officeDocument/2006/relationships/customXml" Target="../ink/ink624.xml"/><Relationship Id="rId53" Type="http://schemas.openxmlformats.org/officeDocument/2006/relationships/customXml" Target="../ink/ink625.xml"/><Relationship Id="rId54" Type="http://schemas.openxmlformats.org/officeDocument/2006/relationships/customXml" Target="../ink/ink626.xml"/><Relationship Id="rId55" Type="http://schemas.openxmlformats.org/officeDocument/2006/relationships/customXml" Target="../ink/ink627.xml"/><Relationship Id="rId56" Type="http://schemas.openxmlformats.org/officeDocument/2006/relationships/customXml" Target="../ink/ink628.xml"/><Relationship Id="rId57" Type="http://schemas.openxmlformats.org/officeDocument/2006/relationships/customXml" Target="../ink/ink629.xml"/><Relationship Id="rId58" Type="http://schemas.openxmlformats.org/officeDocument/2006/relationships/customXml" Target="../ink/ink630.xml"/><Relationship Id="rId59" Type="http://schemas.openxmlformats.org/officeDocument/2006/relationships/customXml" Target="../ink/ink631.xml"/><Relationship Id="rId60" Type="http://schemas.openxmlformats.org/officeDocument/2006/relationships/customXml" Target="../ink/ink632.xml"/><Relationship Id="rId61" Type="http://schemas.openxmlformats.org/officeDocument/2006/relationships/customXml" Target="../ink/ink633.xml"/><Relationship Id="rId62" Type="http://schemas.openxmlformats.org/officeDocument/2006/relationships/customXml" Target="../ink/ink634.xml"/><Relationship Id="rId63" Type="http://schemas.openxmlformats.org/officeDocument/2006/relationships/customXml" Target="../ink/ink635.xml"/><Relationship Id="rId64" Type="http://schemas.openxmlformats.org/officeDocument/2006/relationships/customXml" Target="../ink/ink636.xml"/><Relationship Id="rId65" Type="http://schemas.openxmlformats.org/officeDocument/2006/relationships/customXml" Target="../ink/ink637.xml"/><Relationship Id="rId66" Type="http://schemas.openxmlformats.org/officeDocument/2006/relationships/customXml" Target="../ink/ink638.xml"/><Relationship Id="rId67" Type="http://schemas.openxmlformats.org/officeDocument/2006/relationships/customXml" Target="../ink/ink639.xml"/><Relationship Id="rId68" Type="http://schemas.openxmlformats.org/officeDocument/2006/relationships/customXml" Target="../ink/ink640.xml"/><Relationship Id="rId69" Type="http://schemas.openxmlformats.org/officeDocument/2006/relationships/customXml" Target="../ink/ink641.xml"/><Relationship Id="rId70" Type="http://schemas.openxmlformats.org/officeDocument/2006/relationships/customXml" Target="../ink/ink642.xml"/><Relationship Id="rId71" Type="http://schemas.openxmlformats.org/officeDocument/2006/relationships/customXml" Target="../ink/ink643.xml"/><Relationship Id="rId72" Type="http://schemas.openxmlformats.org/officeDocument/2006/relationships/customXml" Target="../ink/ink644.xml"/><Relationship Id="rId73" Type="http://schemas.openxmlformats.org/officeDocument/2006/relationships/customXml" Target="../ink/ink645.xml"/><Relationship Id="rId74" Type="http://schemas.openxmlformats.org/officeDocument/2006/relationships/customXml" Target="../ink/ink646.xml"/><Relationship Id="rId75" Type="http://schemas.openxmlformats.org/officeDocument/2006/relationships/customXml" Target="../ink/ink647.xml"/><Relationship Id="rId76" Type="http://schemas.openxmlformats.org/officeDocument/2006/relationships/customXml" Target="../ink/ink648.xml"/><Relationship Id="rId77" Type="http://schemas.openxmlformats.org/officeDocument/2006/relationships/customXml" Target="../ink/ink649.xml"/><Relationship Id="rId78" Type="http://schemas.openxmlformats.org/officeDocument/2006/relationships/customXml" Target="../ink/ink650.xml"/><Relationship Id="rId79" Type="http://schemas.openxmlformats.org/officeDocument/2006/relationships/customXml" Target="../ink/ink651.xml"/><Relationship Id="rId80" Type="http://schemas.openxmlformats.org/officeDocument/2006/relationships/customXml" Target="../ink/ink652.xml"/><Relationship Id="rId81" Type="http://schemas.openxmlformats.org/officeDocument/2006/relationships/customXml" Target="../ink/ink653.xml"/><Relationship Id="rId82" Type="http://schemas.openxmlformats.org/officeDocument/2006/relationships/customXml" Target="../ink/ink654.xml"/><Relationship Id="rId83" Type="http://schemas.openxmlformats.org/officeDocument/2006/relationships/customXml" Target="../ink/ink655.xml"/><Relationship Id="rId84" Type="http://schemas.openxmlformats.org/officeDocument/2006/relationships/customXml" Target="../ink/ink656.xml"/><Relationship Id="rId85" Type="http://schemas.openxmlformats.org/officeDocument/2006/relationships/customXml" Target="../ink/ink657.xml"/><Relationship Id="rId86"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8.png"/><Relationship Id="rId3" Type="http://schemas.openxmlformats.org/officeDocument/2006/relationships/customXml" Target="../ink/ink387.xml"/><Relationship Id="rId4" Type="http://schemas.openxmlformats.org/officeDocument/2006/relationships/customXml" Target="../ink/ink388.xml"/><Relationship Id="rId5" Type="http://schemas.openxmlformats.org/officeDocument/2006/relationships/customXml" Target="../ink/ink389.xml"/><Relationship Id="rId6" Type="http://schemas.openxmlformats.org/officeDocument/2006/relationships/customXml" Target="../ink/ink390.xml"/><Relationship Id="rId7" Type="http://schemas.openxmlformats.org/officeDocument/2006/relationships/customXml" Target="../ink/ink391.xml"/><Relationship Id="rId8" Type="http://schemas.openxmlformats.org/officeDocument/2006/relationships/customXml" Target="../ink/ink392.xml"/><Relationship Id="rId9" Type="http://schemas.openxmlformats.org/officeDocument/2006/relationships/customXml" Target="../ink/ink393.xml"/><Relationship Id="rId10" Type="http://schemas.openxmlformats.org/officeDocument/2006/relationships/customXml" Target="../ink/ink394.xml"/><Relationship Id="rId11" Type="http://schemas.openxmlformats.org/officeDocument/2006/relationships/customXml" Target="../ink/ink395.xml"/><Relationship Id="rId12" Type="http://schemas.openxmlformats.org/officeDocument/2006/relationships/customXml" Target="../ink/ink396.xml"/><Relationship Id="rId13" Type="http://schemas.openxmlformats.org/officeDocument/2006/relationships/customXml" Target="../ink/ink397.xml"/><Relationship Id="rId14" Type="http://schemas.openxmlformats.org/officeDocument/2006/relationships/customXml" Target="../ink/ink398.xml"/><Relationship Id="rId15" Type="http://schemas.openxmlformats.org/officeDocument/2006/relationships/customXml" Target="../ink/ink399.xml"/><Relationship Id="rId16" Type="http://schemas.openxmlformats.org/officeDocument/2006/relationships/customXml" Target="../ink/ink400.xml"/><Relationship Id="rId17" Type="http://schemas.openxmlformats.org/officeDocument/2006/relationships/customXml" Target="../ink/ink401.xml"/><Relationship Id="rId18" Type="http://schemas.openxmlformats.org/officeDocument/2006/relationships/customXml" Target="../ink/ink402.xml"/><Relationship Id="rId19" Type="http://schemas.openxmlformats.org/officeDocument/2006/relationships/customXml" Target="../ink/ink403.xml"/><Relationship Id="rId20" Type="http://schemas.openxmlformats.org/officeDocument/2006/relationships/customXml" Target="../ink/ink404.xml"/><Relationship Id="rId21" Type="http://schemas.openxmlformats.org/officeDocument/2006/relationships/customXml" Target="../ink/ink405.xml"/><Relationship Id="rId22" Type="http://schemas.openxmlformats.org/officeDocument/2006/relationships/customXml" Target="../ink/ink406.xml"/><Relationship Id="rId23" Type="http://schemas.openxmlformats.org/officeDocument/2006/relationships/customXml" Target="../ink/ink407.xml"/><Relationship Id="rId24" Type="http://schemas.openxmlformats.org/officeDocument/2006/relationships/customXml" Target="../ink/ink408.xml"/><Relationship Id="rId25" Type="http://schemas.openxmlformats.org/officeDocument/2006/relationships/customXml" Target="../ink/ink409.xml"/><Relationship Id="rId26" Type="http://schemas.openxmlformats.org/officeDocument/2006/relationships/customXml" Target="../ink/ink410.xml"/><Relationship Id="rId27" Type="http://schemas.openxmlformats.org/officeDocument/2006/relationships/customXml" Target="../ink/ink411.xml"/><Relationship Id="rId28" Type="http://schemas.openxmlformats.org/officeDocument/2006/relationships/customXml" Target="../ink/ink412.xml"/><Relationship Id="rId29" Type="http://schemas.openxmlformats.org/officeDocument/2006/relationships/customXml" Target="../ink/ink413.xml"/><Relationship Id="rId30" Type="http://schemas.openxmlformats.org/officeDocument/2006/relationships/customXml" Target="../ink/ink414.xml"/><Relationship Id="rId31" Type="http://schemas.openxmlformats.org/officeDocument/2006/relationships/customXml" Target="../ink/ink415.xml"/><Relationship Id="rId32" Type="http://schemas.openxmlformats.org/officeDocument/2006/relationships/customXml" Target="../ink/ink416.xml"/><Relationship Id="rId33" Type="http://schemas.openxmlformats.org/officeDocument/2006/relationships/customXml" Target="../ink/ink417.xml"/><Relationship Id="rId34" Type="http://schemas.openxmlformats.org/officeDocument/2006/relationships/customXml" Target="../ink/ink418.xml"/><Relationship Id="rId35" Type="http://schemas.openxmlformats.org/officeDocument/2006/relationships/customXml" Target="../ink/ink419.xml"/><Relationship Id="rId36" Type="http://schemas.openxmlformats.org/officeDocument/2006/relationships/customXml" Target="../ink/ink420.xml"/><Relationship Id="rId37" Type="http://schemas.openxmlformats.org/officeDocument/2006/relationships/customXml" Target="../ink/ink421.xml"/><Relationship Id="rId38" Type="http://schemas.openxmlformats.org/officeDocument/2006/relationships/customXml" Target="../ink/ink422.xml"/><Relationship Id="rId39" Type="http://schemas.openxmlformats.org/officeDocument/2006/relationships/customXml" Target="../ink/ink423.xml"/><Relationship Id="rId40" Type="http://schemas.openxmlformats.org/officeDocument/2006/relationships/customXml" Target="../ink/ink424.xml"/><Relationship Id="rId41" Type="http://schemas.openxmlformats.org/officeDocument/2006/relationships/customXml" Target="../ink/ink425.xml"/><Relationship Id="rId42" Type="http://schemas.openxmlformats.org/officeDocument/2006/relationships/customXml" Target="../ink/ink426.xml"/><Relationship Id="rId43" Type="http://schemas.openxmlformats.org/officeDocument/2006/relationships/customXml" Target="../ink/ink427.xml"/><Relationship Id="rId44" Type="http://schemas.openxmlformats.org/officeDocument/2006/relationships/customXml" Target="../ink/ink428.xml"/><Relationship Id="rId45" Type="http://schemas.openxmlformats.org/officeDocument/2006/relationships/customXml" Target="../ink/ink429.xml"/><Relationship Id="rId46" Type="http://schemas.openxmlformats.org/officeDocument/2006/relationships/customXml" Target="../ink/ink430.xml"/><Relationship Id="rId47" Type="http://schemas.openxmlformats.org/officeDocument/2006/relationships/customXml" Target="../ink/ink431.xml"/><Relationship Id="rId48" Type="http://schemas.openxmlformats.org/officeDocument/2006/relationships/customXml" Target="../ink/ink432.xml"/><Relationship Id="rId49" Type="http://schemas.openxmlformats.org/officeDocument/2006/relationships/customXml" Target="../ink/ink433.xml"/><Relationship Id="rId50" Type="http://schemas.openxmlformats.org/officeDocument/2006/relationships/customXml" Target="../ink/ink434.xml"/><Relationship Id="rId51" Type="http://schemas.openxmlformats.org/officeDocument/2006/relationships/customXml" Target="../ink/ink435.xml"/><Relationship Id="rId52" Type="http://schemas.openxmlformats.org/officeDocument/2006/relationships/customXml" Target="../ink/ink436.xml"/><Relationship Id="rId53" Type="http://schemas.openxmlformats.org/officeDocument/2006/relationships/customXml" Target="../ink/ink437.xml"/><Relationship Id="rId54" Type="http://schemas.openxmlformats.org/officeDocument/2006/relationships/customXml" Target="../ink/ink438.xml"/><Relationship Id="rId55" Type="http://schemas.openxmlformats.org/officeDocument/2006/relationships/customXml" Target="../ink/ink439.xml"/><Relationship Id="rId56" Type="http://schemas.openxmlformats.org/officeDocument/2006/relationships/customXml" Target="../ink/ink440.xml"/><Relationship Id="rId57" Type="http://schemas.openxmlformats.org/officeDocument/2006/relationships/customXml" Target="../ink/ink441.xml"/><Relationship Id="rId58" Type="http://schemas.openxmlformats.org/officeDocument/2006/relationships/customXml" Target="../ink/ink442.xml"/><Relationship Id="rId59" Type="http://schemas.openxmlformats.org/officeDocument/2006/relationships/customXml" Target="../ink/ink443.xml"/><Relationship Id="rId60" Type="http://schemas.openxmlformats.org/officeDocument/2006/relationships/customXml" Target="../ink/ink444.xml"/><Relationship Id="rId61" Type="http://schemas.openxmlformats.org/officeDocument/2006/relationships/customXml" Target="../ink/ink445.xml"/><Relationship Id="rId62" Type="http://schemas.openxmlformats.org/officeDocument/2006/relationships/customXml" Target="../ink/ink446.xml"/><Relationship Id="rId63" Type="http://schemas.openxmlformats.org/officeDocument/2006/relationships/customXml" Target="../ink/ink447.xml"/><Relationship Id="rId64" Type="http://schemas.openxmlformats.org/officeDocument/2006/relationships/customXml" Target="../ink/ink448.xml"/><Relationship Id="rId65" Type="http://schemas.openxmlformats.org/officeDocument/2006/relationships/customXml" Target="../ink/ink449.xml"/><Relationship Id="rId66" Type="http://schemas.openxmlformats.org/officeDocument/2006/relationships/customXml" Target="../ink/ink450.xml"/><Relationship Id="rId67" Type="http://schemas.openxmlformats.org/officeDocument/2006/relationships/customXml" Target="../ink/ink451.xml"/><Relationship Id="rId68" Type="http://schemas.openxmlformats.org/officeDocument/2006/relationships/customXml" Target="../ink/ink452.xml"/><Relationship Id="rId69" Type="http://schemas.openxmlformats.org/officeDocument/2006/relationships/customXml" Target="../ink/ink453.xml"/><Relationship Id="rId70" Type="http://schemas.openxmlformats.org/officeDocument/2006/relationships/customXml" Target="../ink/ink454.xml"/><Relationship Id="rId71" Type="http://schemas.openxmlformats.org/officeDocument/2006/relationships/customXml" Target="../ink/ink455.xml"/><Relationship Id="rId72" Type="http://schemas.openxmlformats.org/officeDocument/2006/relationships/customXml" Target="../ink/ink456.xml"/><Relationship Id="rId73" Type="http://schemas.openxmlformats.org/officeDocument/2006/relationships/customXml" Target="../ink/ink457.xml"/><Relationship Id="rId74" Type="http://schemas.openxmlformats.org/officeDocument/2006/relationships/customXml" Target="../ink/ink458.xml"/><Relationship Id="rId75" Type="http://schemas.openxmlformats.org/officeDocument/2006/relationships/customXml" Target="../ink/ink459.xml"/><Relationship Id="rId76" Type="http://schemas.openxmlformats.org/officeDocument/2006/relationships/customXml" Target="../ink/ink460.xml"/><Relationship Id="rId77" Type="http://schemas.openxmlformats.org/officeDocument/2006/relationships/customXml" Target="../ink/ink461.xml"/><Relationship Id="rId78" Type="http://schemas.openxmlformats.org/officeDocument/2006/relationships/customXml" Target="../ink/ink462.xml"/><Relationship Id="rId79" Type="http://schemas.openxmlformats.org/officeDocument/2006/relationships/customXml" Target="../ink/ink463.xml"/><Relationship Id="rId80" Type="http://schemas.openxmlformats.org/officeDocument/2006/relationships/customXml" Target="../ink/ink465.xml"/><Relationship Id="rId81" Type="http://schemas.openxmlformats.org/officeDocument/2006/relationships/customXml" Target="../ink/ink466.xml"/><Relationship Id="rId82" Type="http://schemas.openxmlformats.org/officeDocument/2006/relationships/customXml" Target="../ink/ink467.xml"/><Relationship Id="rId83" Type="http://schemas.openxmlformats.org/officeDocument/2006/relationships/customXml" Target="../ink/ink468.xml"/><Relationship Id="rId84" Type="http://schemas.openxmlformats.org/officeDocument/2006/relationships/customXml" Target="../ink/ink469.xml"/><Relationship Id="rId85" Type="http://schemas.openxmlformats.org/officeDocument/2006/relationships/customXml" Target="../ink/ink470.xml"/><Relationship Id="rId86" Type="http://schemas.openxmlformats.org/officeDocument/2006/relationships/customXml" Target="../ink/ink471.xml"/><Relationship Id="rId87" Type="http://schemas.openxmlformats.org/officeDocument/2006/relationships/customXml" Target="../ink/ink472.xml"/><Relationship Id="rId88" Type="http://schemas.openxmlformats.org/officeDocument/2006/relationships/customXml" Target="../ink/ink473.xml"/><Relationship Id="rId89" Type="http://schemas.openxmlformats.org/officeDocument/2006/relationships/customXml" Target="../ink/ink474.xml"/><Relationship Id="rId90" Type="http://schemas.openxmlformats.org/officeDocument/2006/relationships/customXml" Target="../ink/ink475.xml"/><Relationship Id="rId91" Type="http://schemas.openxmlformats.org/officeDocument/2006/relationships/customXml" Target="../ink/ink476.xml"/><Relationship Id="rId92" Type="http://schemas.openxmlformats.org/officeDocument/2006/relationships/customXml" Target="../ink/ink477.xml"/><Relationship Id="rId93" Type="http://schemas.openxmlformats.org/officeDocument/2006/relationships/customXml" Target="../ink/ink478.xml"/><Relationship Id="rId94" Type="http://schemas.openxmlformats.org/officeDocument/2006/relationships/customXml" Target="../ink/ink479.xml"/><Relationship Id="rId95" Type="http://schemas.openxmlformats.org/officeDocument/2006/relationships/customXml" Target="../ink/ink480.xml"/><Relationship Id="rId96" Type="http://schemas.openxmlformats.org/officeDocument/2006/relationships/customXml" Target="../ink/ink481.xml"/><Relationship Id="rId97" Type="http://schemas.openxmlformats.org/officeDocument/2006/relationships/customXml" Target="../ink/ink485.xml"/><Relationship Id="rId98" Type="http://schemas.openxmlformats.org/officeDocument/2006/relationships/customXml" Target="../ink/ink486.xml"/><Relationship Id="rId99" Type="http://schemas.openxmlformats.org/officeDocument/2006/relationships/customXml" Target="../ink/ink487.xml"/><Relationship Id="rId100" Type="http://schemas.openxmlformats.org/officeDocument/2006/relationships/customXml" Target="../ink/ink488.xml"/><Relationship Id="rId101" Type="http://schemas.openxmlformats.org/officeDocument/2006/relationships/customXml" Target="../ink/ink489.xml"/><Relationship Id="rId102" Type="http://schemas.openxmlformats.org/officeDocument/2006/relationships/customXml" Target="../ink/ink490.xml"/><Relationship Id="rId103" Type="http://schemas.openxmlformats.org/officeDocument/2006/relationships/customXml" Target="../ink/ink491.xml"/><Relationship Id="rId104" Type="http://schemas.openxmlformats.org/officeDocument/2006/relationships/customXml" Target="../ink/ink492.xml"/><Relationship Id="rId105" Type="http://schemas.openxmlformats.org/officeDocument/2006/relationships/customXml" Target="../ink/ink493.xml"/><Relationship Id="rId106" Type="http://schemas.openxmlformats.org/officeDocument/2006/relationships/customXml" Target="../ink/ink494.xml"/><Relationship Id="rId107" Type="http://schemas.openxmlformats.org/officeDocument/2006/relationships/customXml" Target="../ink/ink495.xml"/><Relationship Id="rId108" Type="http://schemas.openxmlformats.org/officeDocument/2006/relationships/customXml" Target="../ink/ink496.xml"/><Relationship Id="rId109" Type="http://schemas.openxmlformats.org/officeDocument/2006/relationships/customXml" Target="../ink/ink497.xml"/><Relationship Id="rId110" Type="http://schemas.openxmlformats.org/officeDocument/2006/relationships/customXml" Target="../ink/ink498.xml"/><Relationship Id="rId111" Type="http://schemas.openxmlformats.org/officeDocument/2006/relationships/customXml" Target="../ink/ink499.xml"/><Relationship Id="rId112" Type="http://schemas.openxmlformats.org/officeDocument/2006/relationships/customXml" Target="../ink/ink500.xml"/><Relationship Id="rId113" Type="http://schemas.openxmlformats.org/officeDocument/2006/relationships/customXml" Target="../ink/ink501.xml"/><Relationship Id="rId114" Type="http://schemas.openxmlformats.org/officeDocument/2006/relationships/customXml" Target="../ink/ink502.xml"/><Relationship Id="rId115" Type="http://schemas.openxmlformats.org/officeDocument/2006/relationships/customXml" Target="../ink/ink503.xml"/><Relationship Id="rId116" Type="http://schemas.openxmlformats.org/officeDocument/2006/relationships/customXml" Target="../ink/ink504.xml"/><Relationship Id="rId117" Type="http://schemas.openxmlformats.org/officeDocument/2006/relationships/customXml" Target="../ink/ink505.xml"/><Relationship Id="rId118" Type="http://schemas.openxmlformats.org/officeDocument/2006/relationships/customXml" Target="../ink/ink506.xml"/><Relationship Id="rId119" Type="http://schemas.openxmlformats.org/officeDocument/2006/relationships/customXml" Target="../ink/ink507.xml"/><Relationship Id="rId120" Type="http://schemas.openxmlformats.org/officeDocument/2006/relationships/customXml" Target="../ink/ink508.xml"/><Relationship Id="rId121" Type="http://schemas.openxmlformats.org/officeDocument/2006/relationships/customXml" Target="../ink/ink509.xml"/><Relationship Id="rId122" Type="http://schemas.openxmlformats.org/officeDocument/2006/relationships/customXml" Target="../ink/ink510.xml"/><Relationship Id="rId123" Type="http://schemas.openxmlformats.org/officeDocument/2006/relationships/customXml" Target="../ink/ink511.xml"/><Relationship Id="rId124" Type="http://schemas.openxmlformats.org/officeDocument/2006/relationships/customXml" Target="../ink/ink512.xml"/><Relationship Id="rId125" Type="http://schemas.openxmlformats.org/officeDocument/2006/relationships/customXml" Target="../ink/ink513.xml"/><Relationship Id="rId126" Type="http://schemas.openxmlformats.org/officeDocument/2006/relationships/customXml" Target="../ink/ink514.xml"/><Relationship Id="rId127" Type="http://schemas.openxmlformats.org/officeDocument/2006/relationships/customXml" Target="../ink/ink515.xml"/><Relationship Id="rId128" Type="http://schemas.openxmlformats.org/officeDocument/2006/relationships/customXml" Target="../ink/ink516.xml"/><Relationship Id="rId129" Type="http://schemas.openxmlformats.org/officeDocument/2006/relationships/customXml" Target="../ink/ink517.xml"/><Relationship Id="rId130" Type="http://schemas.openxmlformats.org/officeDocument/2006/relationships/customXml" Target="../ink/ink518.xml"/><Relationship Id="rId131" Type="http://schemas.openxmlformats.org/officeDocument/2006/relationships/customXml" Target="../ink/ink519.xml"/><Relationship Id="rId132" Type="http://schemas.openxmlformats.org/officeDocument/2006/relationships/customXml" Target="../ink/ink520.xml"/><Relationship Id="rId133" Type="http://schemas.openxmlformats.org/officeDocument/2006/relationships/customXml" Target="../ink/ink521.xml"/><Relationship Id="rId134" Type="http://schemas.openxmlformats.org/officeDocument/2006/relationships/customXml" Target="../ink/ink522.xml"/><Relationship Id="rId135" Type="http://schemas.openxmlformats.org/officeDocument/2006/relationships/customXml" Target="../ink/ink523.xml"/><Relationship Id="rId136" Type="http://schemas.openxmlformats.org/officeDocument/2006/relationships/customXml" Target="../ink/ink524.xml"/><Relationship Id="rId137" Type="http://schemas.openxmlformats.org/officeDocument/2006/relationships/customXml" Target="../ink/ink525.xml"/><Relationship Id="rId138" Type="http://schemas.openxmlformats.org/officeDocument/2006/relationships/customXml" Target="../ink/ink526.xml"/><Relationship Id="rId139" Type="http://schemas.openxmlformats.org/officeDocument/2006/relationships/customXml" Target="../ink/ink527.xml"/><Relationship Id="rId140" Type="http://schemas.openxmlformats.org/officeDocument/2006/relationships/customXml" Target="../ink/ink528.xml"/><Relationship Id="rId141" Type="http://schemas.openxmlformats.org/officeDocument/2006/relationships/customXml" Target="../ink/ink529.xml"/><Relationship Id="rId142" Type="http://schemas.openxmlformats.org/officeDocument/2006/relationships/customXml" Target="../ink/ink530.xml"/><Relationship Id="rId143" Type="http://schemas.openxmlformats.org/officeDocument/2006/relationships/customXml" Target="../ink/ink531.xml"/><Relationship Id="rId144" Type="http://schemas.openxmlformats.org/officeDocument/2006/relationships/customXml" Target="../ink/ink532.xml"/><Relationship Id="rId145" Type="http://schemas.openxmlformats.org/officeDocument/2006/relationships/customXml" Target="../ink/ink533.xml"/><Relationship Id="rId146"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customXml" Target="../ink/ink534.xml"/><Relationship Id="rId5" Type="http://schemas.openxmlformats.org/officeDocument/2006/relationships/customXml" Target="../ink/ink535.xml"/><Relationship Id="rId6" Type="http://schemas.openxmlformats.org/officeDocument/2006/relationships/customXml" Target="../ink/ink536.xml"/><Relationship Id="rId7" Type="http://schemas.openxmlformats.org/officeDocument/2006/relationships/customXml" Target="../ink/ink537.xml"/><Relationship Id="rId8" Type="http://schemas.openxmlformats.org/officeDocument/2006/relationships/customXml" Target="../ink/ink538.xml"/><Relationship Id="rId9" Type="http://schemas.openxmlformats.org/officeDocument/2006/relationships/customXml" Target="../ink/ink539.xml"/><Relationship Id="rId10" Type="http://schemas.openxmlformats.org/officeDocument/2006/relationships/customXml" Target="../ink/ink540.xml"/><Relationship Id="rId11" Type="http://schemas.openxmlformats.org/officeDocument/2006/relationships/customXml" Target="../ink/ink541.xml"/><Relationship Id="rId12" Type="http://schemas.openxmlformats.org/officeDocument/2006/relationships/customXml" Target="../ink/ink542.xml"/><Relationship Id="rId13" Type="http://schemas.openxmlformats.org/officeDocument/2006/relationships/customXml" Target="../ink/ink543.xml"/><Relationship Id="rId14" Type="http://schemas.openxmlformats.org/officeDocument/2006/relationships/customXml" Target="../ink/ink544.xml"/><Relationship Id="rId15" Type="http://schemas.openxmlformats.org/officeDocument/2006/relationships/customXml" Target="../ink/ink545.xml"/><Relationship Id="rId16" Type="http://schemas.openxmlformats.org/officeDocument/2006/relationships/customXml" Target="../ink/ink546.xml"/><Relationship Id="rId17" Type="http://schemas.openxmlformats.org/officeDocument/2006/relationships/customXml" Target="../ink/ink547.xml"/><Relationship Id="rId18" Type="http://schemas.openxmlformats.org/officeDocument/2006/relationships/customXml" Target="../ink/ink548.xml"/><Relationship Id="rId19" Type="http://schemas.openxmlformats.org/officeDocument/2006/relationships/customXml" Target="../ink/ink549.xml"/><Relationship Id="rId20" Type="http://schemas.openxmlformats.org/officeDocument/2006/relationships/customXml" Target="../ink/ink550.xml"/><Relationship Id="rId21" Type="http://schemas.openxmlformats.org/officeDocument/2006/relationships/customXml" Target="../ink/ink551.xml"/><Relationship Id="rId22" Type="http://schemas.openxmlformats.org/officeDocument/2006/relationships/customXml" Target="../ink/ink552.xml"/><Relationship Id="rId23" Type="http://schemas.openxmlformats.org/officeDocument/2006/relationships/customXml" Target="../ink/ink553.xml"/><Relationship Id="rId24" Type="http://schemas.openxmlformats.org/officeDocument/2006/relationships/customXml" Target="../ink/ink554.xml"/><Relationship Id="rId25" Type="http://schemas.openxmlformats.org/officeDocument/2006/relationships/customXml" Target="../ink/ink555.xml"/><Relationship Id="rId26" Type="http://schemas.openxmlformats.org/officeDocument/2006/relationships/customXml" Target="../ink/ink556.xml"/><Relationship Id="rId27" Type="http://schemas.openxmlformats.org/officeDocument/2006/relationships/customXml" Target="../ink/ink557.xml"/><Relationship Id="rId28" Type="http://schemas.openxmlformats.org/officeDocument/2006/relationships/customXml" Target="../ink/ink558.xml"/><Relationship Id="rId29" Type="http://schemas.openxmlformats.org/officeDocument/2006/relationships/customXml" Target="../ink/ink559.xml"/><Relationship Id="rId30" Type="http://schemas.openxmlformats.org/officeDocument/2006/relationships/customXml" Target="../ink/ink560.xml"/><Relationship Id="rId31" Type="http://schemas.openxmlformats.org/officeDocument/2006/relationships/customXml" Target="../ink/ink561.xml"/><Relationship Id="rId32" Type="http://schemas.openxmlformats.org/officeDocument/2006/relationships/customXml" Target="../ink/ink562.xml"/><Relationship Id="rId33" Type="http://schemas.openxmlformats.org/officeDocument/2006/relationships/customXml" Target="../ink/ink563.xml"/><Relationship Id="rId34" Type="http://schemas.openxmlformats.org/officeDocument/2006/relationships/customXml" Target="../ink/ink564.xml"/><Relationship Id="rId35" Type="http://schemas.openxmlformats.org/officeDocument/2006/relationships/customXml" Target="../ink/ink565.xml"/><Relationship Id="rId36" Type="http://schemas.openxmlformats.org/officeDocument/2006/relationships/customXml" Target="../ink/ink566.xml"/><Relationship Id="rId37" Type="http://schemas.openxmlformats.org/officeDocument/2006/relationships/customXml" Target="../ink/ink567.xml"/><Relationship Id="rId38" Type="http://schemas.openxmlformats.org/officeDocument/2006/relationships/customXml" Target="../ink/ink568.xml"/><Relationship Id="rId39" Type="http://schemas.openxmlformats.org/officeDocument/2006/relationships/customXml" Target="../ink/ink569.xml"/><Relationship Id="rId40" Type="http://schemas.openxmlformats.org/officeDocument/2006/relationships/customXml" Target="../ink/ink570.xml"/><Relationship Id="rId41" Type="http://schemas.openxmlformats.org/officeDocument/2006/relationships/customXml" Target="../ink/ink571.xml"/><Relationship Id="rId42" Type="http://schemas.openxmlformats.org/officeDocument/2006/relationships/customXml" Target="../ink/ink572.xml"/><Relationship Id="rId43" Type="http://schemas.openxmlformats.org/officeDocument/2006/relationships/customXml" Target="../ink/ink573.xml"/><Relationship Id="rId44" Type="http://schemas.openxmlformats.org/officeDocument/2006/relationships/customXml" Target="../ink/ink574.xml"/><Relationship Id="rId45"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customXml" Target="../ink/ink575.xml"/><Relationship Id="rId4" Type="http://schemas.openxmlformats.org/officeDocument/2006/relationships/customXml" Target="../ink/ink811.xml"/><Relationship Id="rId5" Type="http://schemas.openxmlformats.org/officeDocument/2006/relationships/customXml" Target="../ink/ink812.xml"/><Relationship Id="rId6" Type="http://schemas.openxmlformats.org/officeDocument/2006/relationships/customXml" Target="../ink/ink813.xml"/><Relationship Id="rId7" Type="http://schemas.openxmlformats.org/officeDocument/2006/relationships/customXml" Target="../ink/ink814.xml"/><Relationship Id="rId8" Type="http://schemas.openxmlformats.org/officeDocument/2006/relationships/customXml" Target="../ink/ink815.xml"/><Relationship Id="rId9" Type="http://schemas.openxmlformats.org/officeDocument/2006/relationships/customXml" Target="../ink/ink816.xml"/><Relationship Id="rId10" Type="http://schemas.openxmlformats.org/officeDocument/2006/relationships/customXml" Target="../ink/ink817.xml"/><Relationship Id="rId11" Type="http://schemas.openxmlformats.org/officeDocument/2006/relationships/customXml" Target="../ink/ink818.xml"/><Relationship Id="rId12" Type="http://schemas.openxmlformats.org/officeDocument/2006/relationships/customXml" Target="../ink/ink819.xml"/><Relationship Id="rId13" Type="http://schemas.openxmlformats.org/officeDocument/2006/relationships/customXml" Target="../ink/ink820.xml"/><Relationship Id="rId14" Type="http://schemas.openxmlformats.org/officeDocument/2006/relationships/customXml" Target="../ink/ink821.xml"/><Relationship Id="rId15" Type="http://schemas.openxmlformats.org/officeDocument/2006/relationships/customXml" Target="../ink/ink822.xml"/><Relationship Id="rId16" Type="http://schemas.openxmlformats.org/officeDocument/2006/relationships/customXml" Target="../ink/ink823.xml"/><Relationship Id="rId17" Type="http://schemas.openxmlformats.org/officeDocument/2006/relationships/customXml" Target="../ink/ink824.xml"/><Relationship Id="rId18" Type="http://schemas.openxmlformats.org/officeDocument/2006/relationships/customXml" Target="../ink/ink825.xml"/><Relationship Id="rId19" Type="http://schemas.openxmlformats.org/officeDocument/2006/relationships/customXml" Target="../ink/ink826.xml"/><Relationship Id="rId20" Type="http://schemas.openxmlformats.org/officeDocument/2006/relationships/customXml" Target="../ink/ink827.xml"/><Relationship Id="rId21" Type="http://schemas.openxmlformats.org/officeDocument/2006/relationships/customXml" Target="../ink/ink828.xml"/><Relationship Id="rId22" Type="http://schemas.openxmlformats.org/officeDocument/2006/relationships/customXml" Target="../ink/ink829.xml"/><Relationship Id="rId23" Type="http://schemas.openxmlformats.org/officeDocument/2006/relationships/customXml" Target="../ink/ink830.xml"/><Relationship Id="rId24" Type="http://schemas.openxmlformats.org/officeDocument/2006/relationships/customXml" Target="../ink/ink831.xml"/><Relationship Id="rId25" Type="http://schemas.openxmlformats.org/officeDocument/2006/relationships/customXml" Target="../ink/ink832.xml"/><Relationship Id="rId26" Type="http://schemas.openxmlformats.org/officeDocument/2006/relationships/customXml" Target="../ink/ink833.xml"/><Relationship Id="rId27" Type="http://schemas.openxmlformats.org/officeDocument/2006/relationships/customXml" Target="../ink/ink834.xml"/><Relationship Id="rId28" Type="http://schemas.openxmlformats.org/officeDocument/2006/relationships/customXml" Target="../ink/ink835.xml"/><Relationship Id="rId29" Type="http://schemas.openxmlformats.org/officeDocument/2006/relationships/customXml" Target="../ink/ink836.xml"/><Relationship Id="rId30" Type="http://schemas.openxmlformats.org/officeDocument/2006/relationships/customXml" Target="../ink/ink837.xml"/><Relationship Id="rId31" Type="http://schemas.openxmlformats.org/officeDocument/2006/relationships/customXml" Target="../ink/ink838.xml"/><Relationship Id="rId32" Type="http://schemas.openxmlformats.org/officeDocument/2006/relationships/customXml" Target="../ink/ink839.xml"/><Relationship Id="rId33" Type="http://schemas.openxmlformats.org/officeDocument/2006/relationships/customXml" Target="../ink/ink840.xml"/><Relationship Id="rId34" Type="http://schemas.openxmlformats.org/officeDocument/2006/relationships/customXml" Target="../ink/ink841.xml"/><Relationship Id="rId35" Type="http://schemas.openxmlformats.org/officeDocument/2006/relationships/customXml" Target="../ink/ink842.xml"/><Relationship Id="rId36" Type="http://schemas.openxmlformats.org/officeDocument/2006/relationships/customXml" Target="../ink/ink843.xml"/><Relationship Id="rId37" Type="http://schemas.openxmlformats.org/officeDocument/2006/relationships/customXml" Target="../ink/ink844.xml"/><Relationship Id="rId38" Type="http://schemas.openxmlformats.org/officeDocument/2006/relationships/customXml" Target="../ink/ink845.xml"/><Relationship Id="rId39" Type="http://schemas.openxmlformats.org/officeDocument/2006/relationships/customXml" Target="../ink/ink846.xml"/><Relationship Id="rId40" Type="http://schemas.openxmlformats.org/officeDocument/2006/relationships/customXml" Target="../ink/ink847.xml"/><Relationship Id="rId41" Type="http://schemas.openxmlformats.org/officeDocument/2006/relationships/customXml" Target="../ink/ink848.xml"/><Relationship Id="rId42" Type="http://schemas.openxmlformats.org/officeDocument/2006/relationships/customXml" Target="../ink/ink849.xml"/><Relationship Id="rId43" Type="http://schemas.openxmlformats.org/officeDocument/2006/relationships/customXml" Target="../ink/ink850.xml"/><Relationship Id="rId44" Type="http://schemas.openxmlformats.org/officeDocument/2006/relationships/customXml" Target="../ink/ink851.xml"/><Relationship Id="rId45" Type="http://schemas.openxmlformats.org/officeDocument/2006/relationships/customXml" Target="../ink/ink852.xml"/><Relationship Id="rId46" Type="http://schemas.openxmlformats.org/officeDocument/2006/relationships/customXml" Target="../ink/ink853.xml"/><Relationship Id="rId47" Type="http://schemas.openxmlformats.org/officeDocument/2006/relationships/customXml" Target="../ink/ink854.xml"/><Relationship Id="rId48" Type="http://schemas.openxmlformats.org/officeDocument/2006/relationships/customXml" Target="../ink/ink855.xml"/><Relationship Id="rId49" Type="http://schemas.openxmlformats.org/officeDocument/2006/relationships/customXml" Target="../ink/ink856.xml"/><Relationship Id="rId50" Type="http://schemas.openxmlformats.org/officeDocument/2006/relationships/customXml" Target="../ink/ink857.xml"/><Relationship Id="rId51" Type="http://schemas.openxmlformats.org/officeDocument/2006/relationships/customXml" Target="../ink/ink858.xml"/><Relationship Id="rId52" Type="http://schemas.openxmlformats.org/officeDocument/2006/relationships/customXml" Target="../ink/ink859.xml"/><Relationship Id="rId53" Type="http://schemas.openxmlformats.org/officeDocument/2006/relationships/customXml" Target="../ink/ink860.xml"/><Relationship Id="rId5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customXml" Target="../ink/ink658.xml"/><Relationship Id="rId4" Type="http://schemas.openxmlformats.org/officeDocument/2006/relationships/customXml" Target="../ink/ink659.xml"/><Relationship Id="rId5" Type="http://schemas.openxmlformats.org/officeDocument/2006/relationships/customXml" Target="../ink/ink660.xml"/><Relationship Id="rId6" Type="http://schemas.openxmlformats.org/officeDocument/2006/relationships/customXml" Target="../ink/ink661.xml"/><Relationship Id="rId7" Type="http://schemas.openxmlformats.org/officeDocument/2006/relationships/customXml" Target="../ink/ink662.xml"/><Relationship Id="rId8" Type="http://schemas.openxmlformats.org/officeDocument/2006/relationships/customXml" Target="../ink/ink663.xml"/><Relationship Id="rId9" Type="http://schemas.openxmlformats.org/officeDocument/2006/relationships/customXml" Target="../ink/ink664.xml"/><Relationship Id="rId10" Type="http://schemas.openxmlformats.org/officeDocument/2006/relationships/customXml" Target="../ink/ink665.xml"/><Relationship Id="rId11" Type="http://schemas.openxmlformats.org/officeDocument/2006/relationships/customXml" Target="../ink/ink666.xml"/><Relationship Id="rId12" Type="http://schemas.openxmlformats.org/officeDocument/2006/relationships/customXml" Target="../ink/ink667.xml"/><Relationship Id="rId13" Type="http://schemas.openxmlformats.org/officeDocument/2006/relationships/customXml" Target="../ink/ink668.xml"/><Relationship Id="rId14" Type="http://schemas.openxmlformats.org/officeDocument/2006/relationships/customXml" Target="../ink/ink669.xml"/><Relationship Id="rId15" Type="http://schemas.openxmlformats.org/officeDocument/2006/relationships/customXml" Target="../ink/ink670.xml"/><Relationship Id="rId16" Type="http://schemas.openxmlformats.org/officeDocument/2006/relationships/customXml" Target="../ink/ink671.xml"/><Relationship Id="rId17" Type="http://schemas.openxmlformats.org/officeDocument/2006/relationships/customXml" Target="../ink/ink672.xml"/><Relationship Id="rId18" Type="http://schemas.openxmlformats.org/officeDocument/2006/relationships/customXml" Target="../ink/ink673.xml"/><Relationship Id="rId19" Type="http://schemas.openxmlformats.org/officeDocument/2006/relationships/customXml" Target="../ink/ink674.xml"/><Relationship Id="rId20" Type="http://schemas.openxmlformats.org/officeDocument/2006/relationships/customXml" Target="../ink/ink675.xml"/><Relationship Id="rId21" Type="http://schemas.openxmlformats.org/officeDocument/2006/relationships/customXml" Target="../ink/ink676.xml"/><Relationship Id="rId22" Type="http://schemas.openxmlformats.org/officeDocument/2006/relationships/customXml" Target="../ink/ink677.xml"/><Relationship Id="rId23" Type="http://schemas.openxmlformats.org/officeDocument/2006/relationships/customXml" Target="../ink/ink678.xml"/><Relationship Id="rId24" Type="http://schemas.openxmlformats.org/officeDocument/2006/relationships/customXml" Target="../ink/ink679.xml"/><Relationship Id="rId25" Type="http://schemas.openxmlformats.org/officeDocument/2006/relationships/customXml" Target="../ink/ink680.xml"/><Relationship Id="rId26" Type="http://schemas.openxmlformats.org/officeDocument/2006/relationships/customXml" Target="../ink/ink681.xml"/><Relationship Id="rId27" Type="http://schemas.openxmlformats.org/officeDocument/2006/relationships/customXml" Target="../ink/ink682.xml"/><Relationship Id="rId28" Type="http://schemas.openxmlformats.org/officeDocument/2006/relationships/customXml" Target="../ink/ink683.xml"/><Relationship Id="rId29" Type="http://schemas.openxmlformats.org/officeDocument/2006/relationships/customXml" Target="../ink/ink684.xml"/><Relationship Id="rId30" Type="http://schemas.openxmlformats.org/officeDocument/2006/relationships/customXml" Target="../ink/ink685.xml"/><Relationship Id="rId31" Type="http://schemas.openxmlformats.org/officeDocument/2006/relationships/customXml" Target="../ink/ink686.xml"/><Relationship Id="rId32" Type="http://schemas.openxmlformats.org/officeDocument/2006/relationships/customXml" Target="../ink/ink687.xml"/><Relationship Id="rId33" Type="http://schemas.openxmlformats.org/officeDocument/2006/relationships/customXml" Target="../ink/ink688.xml"/><Relationship Id="rId34" Type="http://schemas.openxmlformats.org/officeDocument/2006/relationships/customXml" Target="../ink/ink689.xml"/><Relationship Id="rId35" Type="http://schemas.openxmlformats.org/officeDocument/2006/relationships/customXml" Target="../ink/ink690.xml"/><Relationship Id="rId36" Type="http://schemas.openxmlformats.org/officeDocument/2006/relationships/customXml" Target="../ink/ink691.xml"/><Relationship Id="rId37" Type="http://schemas.openxmlformats.org/officeDocument/2006/relationships/customXml" Target="../ink/ink692.xml"/><Relationship Id="rId38" Type="http://schemas.openxmlformats.org/officeDocument/2006/relationships/customXml" Target="../ink/ink693.xml"/><Relationship Id="rId39" Type="http://schemas.openxmlformats.org/officeDocument/2006/relationships/customXml" Target="../ink/ink694.xml"/><Relationship Id="rId40" Type="http://schemas.openxmlformats.org/officeDocument/2006/relationships/customXml" Target="../ink/ink695.xml"/><Relationship Id="rId41" Type="http://schemas.openxmlformats.org/officeDocument/2006/relationships/customXml" Target="../ink/ink696.xml"/><Relationship Id="rId42" Type="http://schemas.openxmlformats.org/officeDocument/2006/relationships/customXml" Target="../ink/ink697.xml"/><Relationship Id="rId43" Type="http://schemas.openxmlformats.org/officeDocument/2006/relationships/customXml" Target="../ink/ink698.xml"/><Relationship Id="rId44" Type="http://schemas.openxmlformats.org/officeDocument/2006/relationships/customXml" Target="../ink/ink699.xml"/><Relationship Id="rId45" Type="http://schemas.openxmlformats.org/officeDocument/2006/relationships/customXml" Target="../ink/ink700.xml"/><Relationship Id="rId46" Type="http://schemas.openxmlformats.org/officeDocument/2006/relationships/customXml" Target="../ink/ink701.xml"/><Relationship Id="rId47" Type="http://schemas.openxmlformats.org/officeDocument/2006/relationships/customXml" Target="../ink/ink702.xml"/><Relationship Id="rId48" Type="http://schemas.openxmlformats.org/officeDocument/2006/relationships/customXml" Target="../ink/ink703.xml"/><Relationship Id="rId49" Type="http://schemas.openxmlformats.org/officeDocument/2006/relationships/customXml" Target="../ink/ink704.xml"/><Relationship Id="rId50" Type="http://schemas.openxmlformats.org/officeDocument/2006/relationships/customXml" Target="../ink/ink705.xml"/><Relationship Id="rId51" Type="http://schemas.openxmlformats.org/officeDocument/2006/relationships/customXml" Target="../ink/ink706.xml"/><Relationship Id="rId52" Type="http://schemas.openxmlformats.org/officeDocument/2006/relationships/customXml" Target="../ink/ink707.xml"/><Relationship Id="rId53" Type="http://schemas.openxmlformats.org/officeDocument/2006/relationships/customXml" Target="../ink/ink708.xml"/><Relationship Id="rId54" Type="http://schemas.openxmlformats.org/officeDocument/2006/relationships/customXml" Target="../ink/ink709.xml"/><Relationship Id="rId55" Type="http://schemas.openxmlformats.org/officeDocument/2006/relationships/customXml" Target="../ink/ink710.xml"/><Relationship Id="rId56" Type="http://schemas.openxmlformats.org/officeDocument/2006/relationships/customXml" Target="../ink/ink711.xml"/><Relationship Id="rId57" Type="http://schemas.openxmlformats.org/officeDocument/2006/relationships/customXml" Target="../ink/ink712.xml"/><Relationship Id="rId58" Type="http://schemas.openxmlformats.org/officeDocument/2006/relationships/customXml" Target="../ink/ink713.xml"/><Relationship Id="rId59" Type="http://schemas.openxmlformats.org/officeDocument/2006/relationships/customXml" Target="../ink/ink714.xml"/><Relationship Id="rId60" Type="http://schemas.openxmlformats.org/officeDocument/2006/relationships/customXml" Target="../ink/ink715.xml"/><Relationship Id="rId61" Type="http://schemas.openxmlformats.org/officeDocument/2006/relationships/customXml" Target="../ink/ink716.xml"/><Relationship Id="rId62" Type="http://schemas.openxmlformats.org/officeDocument/2006/relationships/customXml" Target="../ink/ink717.xml"/><Relationship Id="rId63" Type="http://schemas.openxmlformats.org/officeDocument/2006/relationships/customXml" Target="../ink/ink718.xml"/><Relationship Id="rId64" Type="http://schemas.openxmlformats.org/officeDocument/2006/relationships/customXml" Target="../ink/ink719.xml"/><Relationship Id="rId65" Type="http://schemas.openxmlformats.org/officeDocument/2006/relationships/customXml" Target="../ink/ink720.xml"/><Relationship Id="rId66" Type="http://schemas.openxmlformats.org/officeDocument/2006/relationships/customXml" Target="../ink/ink721.xml"/><Relationship Id="rId67" Type="http://schemas.openxmlformats.org/officeDocument/2006/relationships/customXml" Target="../ink/ink722.xml"/><Relationship Id="rId68" Type="http://schemas.openxmlformats.org/officeDocument/2006/relationships/customXml" Target="../ink/ink723.xml"/><Relationship Id="rId69" Type="http://schemas.openxmlformats.org/officeDocument/2006/relationships/customXml" Target="../ink/ink724.xml"/><Relationship Id="rId70" Type="http://schemas.openxmlformats.org/officeDocument/2006/relationships/customXml" Target="../ink/ink725.xml"/><Relationship Id="rId71" Type="http://schemas.openxmlformats.org/officeDocument/2006/relationships/customXml" Target="../ink/ink726.xml"/><Relationship Id="rId72" Type="http://schemas.openxmlformats.org/officeDocument/2006/relationships/customXml" Target="../ink/ink727.xml"/><Relationship Id="rId73" Type="http://schemas.openxmlformats.org/officeDocument/2006/relationships/customXml" Target="../ink/ink728.xml"/><Relationship Id="rId74" Type="http://schemas.openxmlformats.org/officeDocument/2006/relationships/customXml" Target="../ink/ink729.xml"/><Relationship Id="rId75" Type="http://schemas.openxmlformats.org/officeDocument/2006/relationships/customXml" Target="../ink/ink730.xml"/><Relationship Id="rId76" Type="http://schemas.openxmlformats.org/officeDocument/2006/relationships/customXml" Target="../ink/ink731.xml"/><Relationship Id="rId77" Type="http://schemas.openxmlformats.org/officeDocument/2006/relationships/customXml" Target="../ink/ink732.xml"/><Relationship Id="rId78" Type="http://schemas.openxmlformats.org/officeDocument/2006/relationships/customXml" Target="../ink/ink733.xml"/><Relationship Id="rId79" Type="http://schemas.openxmlformats.org/officeDocument/2006/relationships/customXml" Target="../ink/ink734.xml"/><Relationship Id="rId80" Type="http://schemas.openxmlformats.org/officeDocument/2006/relationships/customXml" Target="../ink/ink735.xml"/><Relationship Id="rId81" Type="http://schemas.openxmlformats.org/officeDocument/2006/relationships/customXml" Target="../ink/ink736.xml"/><Relationship Id="rId82" Type="http://schemas.openxmlformats.org/officeDocument/2006/relationships/customXml" Target="../ink/ink737.xml"/><Relationship Id="rId83" Type="http://schemas.openxmlformats.org/officeDocument/2006/relationships/customXml" Target="../ink/ink738.xml"/><Relationship Id="rId84" Type="http://schemas.openxmlformats.org/officeDocument/2006/relationships/customXml" Target="../ink/ink739.xml"/><Relationship Id="rId85" Type="http://schemas.openxmlformats.org/officeDocument/2006/relationships/customXml" Target="../ink/ink740.xml"/><Relationship Id="rId86" Type="http://schemas.openxmlformats.org/officeDocument/2006/relationships/customXml" Target="../ink/ink741.xml"/><Relationship Id="rId87" Type="http://schemas.openxmlformats.org/officeDocument/2006/relationships/customXml" Target="../ink/ink742.xml"/><Relationship Id="rId88" Type="http://schemas.openxmlformats.org/officeDocument/2006/relationships/customXml" Target="../ink/ink743.xml"/><Relationship Id="rId89" Type="http://schemas.openxmlformats.org/officeDocument/2006/relationships/customXml" Target="../ink/ink744.xml"/><Relationship Id="rId90" Type="http://schemas.openxmlformats.org/officeDocument/2006/relationships/customXml" Target="../ink/ink745.xml"/><Relationship Id="rId91" Type="http://schemas.openxmlformats.org/officeDocument/2006/relationships/customXml" Target="../ink/ink746.xml"/><Relationship Id="rId92" Type="http://schemas.openxmlformats.org/officeDocument/2006/relationships/customXml" Target="../ink/ink747.xml"/><Relationship Id="rId93" Type="http://schemas.openxmlformats.org/officeDocument/2006/relationships/customXml" Target="../ink/ink748.xml"/><Relationship Id="rId94" Type="http://schemas.openxmlformats.org/officeDocument/2006/relationships/customXml" Target="../ink/ink749.xml"/><Relationship Id="rId95" Type="http://schemas.openxmlformats.org/officeDocument/2006/relationships/customXml" Target="../ink/ink750.xml"/><Relationship Id="rId96" Type="http://schemas.openxmlformats.org/officeDocument/2006/relationships/customXml" Target="../ink/ink751.xml"/><Relationship Id="rId97" Type="http://schemas.openxmlformats.org/officeDocument/2006/relationships/customXml" Target="../ink/ink752.xml"/><Relationship Id="rId98" Type="http://schemas.openxmlformats.org/officeDocument/2006/relationships/customXml" Target="../ink/ink753.xml"/><Relationship Id="rId99" Type="http://schemas.openxmlformats.org/officeDocument/2006/relationships/customXml" Target="../ink/ink754.xml"/><Relationship Id="rId100" Type="http://schemas.openxmlformats.org/officeDocument/2006/relationships/customXml" Target="../ink/ink755.xml"/><Relationship Id="rId101" Type="http://schemas.openxmlformats.org/officeDocument/2006/relationships/customXml" Target="../ink/ink756.xml"/><Relationship Id="rId102" Type="http://schemas.openxmlformats.org/officeDocument/2006/relationships/customXml" Target="../ink/ink757.xml"/><Relationship Id="rId103" Type="http://schemas.openxmlformats.org/officeDocument/2006/relationships/customXml" Target="../ink/ink758.xml"/><Relationship Id="rId104" Type="http://schemas.openxmlformats.org/officeDocument/2006/relationships/customXml" Target="../ink/ink759.xml"/><Relationship Id="rId105" Type="http://schemas.openxmlformats.org/officeDocument/2006/relationships/customXml" Target="../ink/ink760.xml"/><Relationship Id="rId106" Type="http://schemas.openxmlformats.org/officeDocument/2006/relationships/customXml" Target="../ink/ink761.xml"/><Relationship Id="rId107" Type="http://schemas.openxmlformats.org/officeDocument/2006/relationships/customXml" Target="../ink/ink762.xml"/><Relationship Id="rId108" Type="http://schemas.openxmlformats.org/officeDocument/2006/relationships/customXml" Target="../ink/ink763.xml"/><Relationship Id="rId109" Type="http://schemas.openxmlformats.org/officeDocument/2006/relationships/customXml" Target="../ink/ink764.xml"/><Relationship Id="rId110" Type="http://schemas.openxmlformats.org/officeDocument/2006/relationships/customXml" Target="../ink/ink765.xml"/><Relationship Id="rId111" Type="http://schemas.openxmlformats.org/officeDocument/2006/relationships/customXml" Target="../ink/ink766.xml"/><Relationship Id="rId112" Type="http://schemas.openxmlformats.org/officeDocument/2006/relationships/customXml" Target="../ink/ink767.xml"/><Relationship Id="rId113" Type="http://schemas.openxmlformats.org/officeDocument/2006/relationships/customXml" Target="../ink/ink768.xml"/><Relationship Id="rId114" Type="http://schemas.openxmlformats.org/officeDocument/2006/relationships/customXml" Target="../ink/ink769.xml"/><Relationship Id="rId115" Type="http://schemas.openxmlformats.org/officeDocument/2006/relationships/customXml" Target="../ink/ink770.xml"/><Relationship Id="rId116" Type="http://schemas.openxmlformats.org/officeDocument/2006/relationships/customXml" Target="../ink/ink771.xml"/><Relationship Id="rId117" Type="http://schemas.openxmlformats.org/officeDocument/2006/relationships/customXml" Target="../ink/ink772.xml"/><Relationship Id="rId118" Type="http://schemas.openxmlformats.org/officeDocument/2006/relationships/customXml" Target="../ink/ink773.xml"/><Relationship Id="rId119" Type="http://schemas.openxmlformats.org/officeDocument/2006/relationships/customXml" Target="../ink/ink774.xml"/><Relationship Id="rId120" Type="http://schemas.openxmlformats.org/officeDocument/2006/relationships/customXml" Target="../ink/ink775.xml"/><Relationship Id="rId121" Type="http://schemas.openxmlformats.org/officeDocument/2006/relationships/customXml" Target="../ink/ink776.xml"/><Relationship Id="rId122" Type="http://schemas.openxmlformats.org/officeDocument/2006/relationships/customXml" Target="../ink/ink777.xml"/><Relationship Id="rId123" Type="http://schemas.openxmlformats.org/officeDocument/2006/relationships/customXml" Target="../ink/ink778.xml"/><Relationship Id="rId124" Type="http://schemas.openxmlformats.org/officeDocument/2006/relationships/customXml" Target="../ink/ink779.xml"/><Relationship Id="rId125" Type="http://schemas.openxmlformats.org/officeDocument/2006/relationships/customXml" Target="../ink/ink780.xml"/><Relationship Id="rId126" Type="http://schemas.openxmlformats.org/officeDocument/2006/relationships/customXml" Target="../ink/ink781.xml"/><Relationship Id="rId127" Type="http://schemas.openxmlformats.org/officeDocument/2006/relationships/customXml" Target="../ink/ink782.xml"/><Relationship Id="rId128" Type="http://schemas.openxmlformats.org/officeDocument/2006/relationships/customXml" Target="../ink/ink783.xml"/><Relationship Id="rId129" Type="http://schemas.openxmlformats.org/officeDocument/2006/relationships/customXml" Target="../ink/ink784.xml"/><Relationship Id="rId130" Type="http://schemas.openxmlformats.org/officeDocument/2006/relationships/customXml" Target="../ink/ink785.xml"/><Relationship Id="rId131" Type="http://schemas.openxmlformats.org/officeDocument/2006/relationships/customXml" Target="../ink/ink786.xml"/><Relationship Id="rId132" Type="http://schemas.openxmlformats.org/officeDocument/2006/relationships/customXml" Target="../ink/ink787.xml"/><Relationship Id="rId133" Type="http://schemas.openxmlformats.org/officeDocument/2006/relationships/customXml" Target="../ink/ink788.xml"/><Relationship Id="rId134" Type="http://schemas.openxmlformats.org/officeDocument/2006/relationships/customXml" Target="../ink/ink789.xml"/><Relationship Id="rId135" Type="http://schemas.openxmlformats.org/officeDocument/2006/relationships/customXml" Target="../ink/ink790.xml"/><Relationship Id="rId136" Type="http://schemas.openxmlformats.org/officeDocument/2006/relationships/customXml" Target="../ink/ink791.xml"/><Relationship Id="rId137" Type="http://schemas.openxmlformats.org/officeDocument/2006/relationships/customXml" Target="../ink/ink792.xml"/><Relationship Id="rId138" Type="http://schemas.openxmlformats.org/officeDocument/2006/relationships/customXml" Target="../ink/ink793.xml"/><Relationship Id="rId139" Type="http://schemas.openxmlformats.org/officeDocument/2006/relationships/customXml" Target="../ink/ink794.xml"/><Relationship Id="rId140" Type="http://schemas.openxmlformats.org/officeDocument/2006/relationships/customXml" Target="../ink/ink795.xml"/><Relationship Id="rId141" Type="http://schemas.openxmlformats.org/officeDocument/2006/relationships/customXml" Target="../ink/ink796.xml"/><Relationship Id="rId142" Type="http://schemas.openxmlformats.org/officeDocument/2006/relationships/customXml" Target="../ink/ink797.xml"/><Relationship Id="rId143" Type="http://schemas.openxmlformats.org/officeDocument/2006/relationships/customXml" Target="../ink/ink798.xml"/><Relationship Id="rId144" Type="http://schemas.openxmlformats.org/officeDocument/2006/relationships/customXml" Target="../ink/ink799.xml"/><Relationship Id="rId145" Type="http://schemas.openxmlformats.org/officeDocument/2006/relationships/customXml" Target="../ink/ink800.xml"/><Relationship Id="rId146" Type="http://schemas.openxmlformats.org/officeDocument/2006/relationships/customXml" Target="../ink/ink801.xml"/><Relationship Id="rId147" Type="http://schemas.openxmlformats.org/officeDocument/2006/relationships/customXml" Target="../ink/ink802.xml"/><Relationship Id="rId148" Type="http://schemas.openxmlformats.org/officeDocument/2006/relationships/customXml" Target="../ink/ink803.xml"/><Relationship Id="rId149" Type="http://schemas.openxmlformats.org/officeDocument/2006/relationships/customXml" Target="../ink/ink804.xml"/><Relationship Id="rId150" Type="http://schemas.openxmlformats.org/officeDocument/2006/relationships/customXml" Target="../ink/ink805.xml"/><Relationship Id="rId151" Type="http://schemas.openxmlformats.org/officeDocument/2006/relationships/customXml" Target="../ink/ink806.xml"/><Relationship Id="rId152" Type="http://schemas.openxmlformats.org/officeDocument/2006/relationships/customXml" Target="../ink/ink807.xml"/><Relationship Id="rId153" Type="http://schemas.openxmlformats.org/officeDocument/2006/relationships/customXml" Target="../ink/ink808.xml"/><Relationship Id="rId154" Type="http://schemas.openxmlformats.org/officeDocument/2006/relationships/customXml" Target="../ink/ink809.xml"/><Relationship Id="rId155" Type="http://schemas.openxmlformats.org/officeDocument/2006/relationships/customXml" Target="../ink/ink810.xml"/><Relationship Id="rId156"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1048586" name="Title 1"/>
          <p:cNvSpPr>
            <a:spLocks noGrp="1"/>
          </p:cNvSpPr>
          <p:nvPr>
            <p:ph type="ctrTitle"/>
          </p:nvPr>
        </p:nvSpPr>
        <p:spPr/>
        <p:txBody>
          <a:bodyPr>
            <a:normAutofit fontScale="95000"/>
          </a:bodyPr>
          <a:p>
            <a:r>
              <a:rPr b="1" dirty="0" lang="en-US"/>
              <a:t>IRE 317</a:t>
            </a:r>
            <a:br>
              <a:rPr b="1" dirty="0" lang="en-US"/>
            </a:br>
            <a:r>
              <a:rPr b="1" dirty="0" lang="en-US"/>
              <a:t>Control System Engineering</a:t>
            </a:r>
          </a:p>
        </p:txBody>
      </p:sp>
      <p:sp>
        <p:nvSpPr>
          <p:cNvPr id="1048587" name="Subtitle 2"/>
          <p:cNvSpPr>
            <a:spLocks noGrp="1"/>
          </p:cNvSpPr>
          <p:nvPr>
            <p:ph type="subTitle" idx="1"/>
          </p:nvPr>
        </p:nvSpPr>
        <p:spPr/>
        <p:txBody>
          <a:bodyPr/>
          <a:p>
            <a:r>
              <a:rPr dirty="0" lang="en-US"/>
              <a:t>Sadia Enam</a:t>
            </a:r>
          </a:p>
          <a:p>
            <a:r>
              <a:rPr dirty="0" lang="en-US"/>
              <a:t>Lecturer, IRE</a:t>
            </a:r>
          </a:p>
          <a:p>
            <a:r>
              <a:rPr dirty="0" lang="en-US"/>
              <a:t>University of Frontier Technology, Bangladesh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sp>
        <p:nvSpPr>
          <p:cNvPr id="1048593" name="Title 1"/>
          <p:cNvSpPr>
            <a:spLocks noGrp="1"/>
          </p:cNvSpPr>
          <p:nvPr>
            <p:ph type="title"/>
          </p:nvPr>
        </p:nvSpPr>
        <p:spPr>
          <a:xfrm>
            <a:off x="365589" y="303481"/>
            <a:ext cx="10515600" cy="734210"/>
          </a:xfrm>
        </p:spPr>
        <p:txBody>
          <a:bodyPr/>
          <a:p>
            <a:r>
              <a:rPr b="1" dirty="0" lang="en-US"/>
              <a:t>Signal Flow Graph</a:t>
            </a:r>
            <a:endParaRPr dirty="0" lang="en-US"/>
          </a:p>
        </p:txBody>
      </p:sp>
      <p:sp>
        <p:nvSpPr>
          <p:cNvPr id="1048594" name="TextBox 3"/>
          <p:cNvSpPr txBox="1"/>
          <p:nvPr/>
        </p:nvSpPr>
        <p:spPr>
          <a:xfrm>
            <a:off x="92467" y="955994"/>
            <a:ext cx="11630345" cy="891540"/>
          </a:xfrm>
          <a:prstGeom prst="rect"/>
          <a:noFill/>
        </p:spPr>
        <p:txBody>
          <a:bodyPr wrap="square">
            <a:spAutoFit/>
          </a:bodyPr>
          <a:p>
            <a:pPr algn="just"/>
            <a:r>
              <a:rPr dirty="0" lang="en-US">
                <a:latin typeface="Times New Roman" panose="02020603050405020304" pitchFamily="18" charset="0"/>
                <a:cs typeface="Times New Roman" panose="02020603050405020304" pitchFamily="18" charset="0"/>
              </a:rPr>
              <a:t>The process of block diagram reduction is time consuming as at every stage modified block diagram is to be </a:t>
            </a:r>
            <a:r>
              <a:rPr dirty="0" lang="en-US">
                <a:highlight>
                  <a:srgbClr val="FFFF00"/>
                </a:highlight>
                <a:latin typeface="Times New Roman" panose="02020603050405020304" pitchFamily="18" charset="0"/>
                <a:cs typeface="Times New Roman" panose="02020603050405020304" pitchFamily="18" charset="0"/>
              </a:rPr>
              <a:t>redrawn</a:t>
            </a:r>
            <a:r>
              <a:rPr dirty="0" lang="en-US">
                <a:latin typeface="Times New Roman" panose="02020603050405020304" pitchFamily="18" charset="0"/>
                <a:cs typeface="Times New Roman" panose="02020603050405020304" pitchFamily="18" charset="0"/>
              </a:rPr>
              <a:t>. A simple method was developed by S.J Mason known as Signal Flow Graph. This method is very simple and does not go through any redraw process. It is applicable for liner systems.  </a:t>
            </a:r>
          </a:p>
        </p:txBody>
      </p:sp>
      <p:sp>
        <p:nvSpPr>
          <p:cNvPr id="1048595" name="TextBox 4"/>
          <p:cNvSpPr txBox="1"/>
          <p:nvPr/>
        </p:nvSpPr>
        <p:spPr>
          <a:xfrm>
            <a:off x="164386" y="2003487"/>
            <a:ext cx="6097712" cy="369332"/>
          </a:xfrm>
          <a:prstGeom prst="rect"/>
          <a:noFill/>
        </p:spPr>
        <p:txBody>
          <a:bodyPr wrap="square">
            <a:spAutoFit/>
          </a:bodyPr>
          <a:p>
            <a:pPr algn="l" fontAlgn="base">
              <a:buNone/>
            </a:pPr>
            <a:r>
              <a:rPr b="1" dirty="0" i="0" lang="en-US">
                <a:solidFill>
                  <a:srgbClr val="273239"/>
                </a:solidFill>
                <a:effectLst/>
                <a:latin typeface="Nunito" pitchFamily="2" charset="0"/>
              </a:rPr>
              <a:t>Basic Elements of Signal Flow Graph</a:t>
            </a:r>
          </a:p>
        </p:txBody>
      </p:sp>
      <p:sp>
        <p:nvSpPr>
          <p:cNvPr id="1048596" name="TextBox 6"/>
          <p:cNvSpPr txBox="1"/>
          <p:nvPr/>
        </p:nvSpPr>
        <p:spPr>
          <a:xfrm>
            <a:off x="164386" y="2372819"/>
            <a:ext cx="11470240" cy="4263390"/>
          </a:xfrm>
          <a:prstGeom prst="rect"/>
          <a:noFill/>
        </p:spPr>
        <p:txBody>
          <a:bodyPr wrap="square">
            <a:spAutoFit/>
          </a:bodyPr>
          <a:p>
            <a:pPr algn="just" fontAlgn="base" rtl="0">
              <a:spcAft>
                <a:spcPts val="750"/>
              </a:spcAft>
              <a:buNone/>
            </a:pPr>
            <a:r>
              <a:rPr b="1" dirty="0" i="0" lang="en-US">
                <a:solidFill>
                  <a:srgbClr val="273239"/>
                </a:solidFill>
                <a:effectLst/>
                <a:latin typeface="Times New Roman" panose="02020603050405020304" pitchFamily="18" charset="0"/>
                <a:cs typeface="Times New Roman" panose="02020603050405020304" pitchFamily="18" charset="0"/>
              </a:rPr>
              <a:t>Nodes and branches are the two basic elements of a Signal Flow Graph.</a:t>
            </a:r>
          </a:p>
          <a:p>
            <a:pPr algn="just" fontAlgn="base" rtl="0">
              <a:spcAft>
                <a:spcPts val="750"/>
              </a:spcAft>
              <a:buNone/>
            </a:pPr>
            <a:r>
              <a:rPr b="0" dirty="0" i="0" lang="en-US">
                <a:solidFill>
                  <a:srgbClr val="273239"/>
                </a:solidFill>
                <a:effectLst/>
                <a:latin typeface="Times New Roman" panose="02020603050405020304" pitchFamily="18" charset="0"/>
                <a:cs typeface="Times New Roman" panose="02020603050405020304" pitchFamily="18" charset="0"/>
              </a:rPr>
              <a:t>It is a point that represents a variable or a signal. There are three types of nodes:</a:t>
            </a:r>
          </a:p>
          <a:p>
            <a:pPr algn="just" fontAlgn="base" indent="-342900" marL="342900">
              <a:spcAft>
                <a:spcPts val="600"/>
              </a:spcAft>
              <a:buFont typeface="+mj-lt"/>
              <a:buAutoNum type="arabicPeriod"/>
            </a:pPr>
            <a:r>
              <a:rPr b="0" dirty="0" i="0" lang="en-US">
                <a:solidFill>
                  <a:srgbClr val="273239"/>
                </a:solidFill>
                <a:effectLst/>
                <a:latin typeface="Times New Roman" panose="02020603050405020304" pitchFamily="18" charset="0"/>
                <a:cs typeface="Times New Roman" panose="02020603050405020304" pitchFamily="18" charset="0"/>
              </a:rPr>
              <a:t>Input Node</a:t>
            </a:r>
          </a:p>
          <a:p>
            <a:pPr algn="just" fontAlgn="base" indent="-342900" marL="342900">
              <a:spcAft>
                <a:spcPts val="600"/>
              </a:spcAft>
              <a:buFont typeface="+mj-lt"/>
              <a:buAutoNum type="arabicPeriod"/>
            </a:pPr>
            <a:r>
              <a:rPr b="0" dirty="0" i="0" lang="en-US">
                <a:solidFill>
                  <a:srgbClr val="273239"/>
                </a:solidFill>
                <a:effectLst/>
                <a:latin typeface="Times New Roman" panose="02020603050405020304" pitchFamily="18" charset="0"/>
                <a:cs typeface="Times New Roman" panose="02020603050405020304" pitchFamily="18" charset="0"/>
              </a:rPr>
              <a:t>Output Node</a:t>
            </a:r>
          </a:p>
          <a:p>
            <a:pPr algn="just" fontAlgn="base" indent="-342900" marL="342900">
              <a:spcAft>
                <a:spcPts val="600"/>
              </a:spcAft>
              <a:buFont typeface="+mj-lt"/>
              <a:buAutoNum type="arabicPeriod"/>
            </a:pPr>
            <a:r>
              <a:rPr b="0" dirty="0" i="0" lang="en-US">
                <a:solidFill>
                  <a:srgbClr val="273239"/>
                </a:solidFill>
                <a:effectLst/>
                <a:latin typeface="Times New Roman" panose="02020603050405020304" pitchFamily="18" charset="0"/>
                <a:cs typeface="Times New Roman" panose="02020603050405020304" pitchFamily="18" charset="0"/>
              </a:rPr>
              <a:t>Mixed Node.</a:t>
            </a:r>
          </a:p>
          <a:p>
            <a:pPr algn="just" fontAlgn="base" rtl="0">
              <a:spcAft>
                <a:spcPts val="750"/>
              </a:spcAft>
              <a:buNone/>
            </a:pPr>
            <a:r>
              <a:rPr b="0" dirty="0" i="0" lang="en-US">
                <a:solidFill>
                  <a:srgbClr val="273239"/>
                </a:solidFill>
                <a:effectLst/>
                <a:latin typeface="Times New Roman" panose="02020603050405020304" pitchFamily="18" charset="0"/>
                <a:cs typeface="Times New Roman" panose="02020603050405020304" pitchFamily="18" charset="0"/>
              </a:rPr>
              <a:t>To identify a node, in Signal Flow Graph it mainly represents with circles, dots, you can find it in below images.</a:t>
            </a:r>
          </a:p>
          <a:p>
            <a:pPr algn="just" fontAlgn="base">
              <a:spcAft>
                <a:spcPts val="1800"/>
              </a:spcAft>
              <a:buFont typeface="Arial" panose="020B0604020202020204" pitchFamily="34" charset="0"/>
              <a:buChar char="•"/>
            </a:pPr>
            <a:r>
              <a:rPr b="1" dirty="0" i="0" lang="en-US">
                <a:solidFill>
                  <a:srgbClr val="273239"/>
                </a:solidFill>
                <a:effectLst/>
                <a:latin typeface="Times New Roman" panose="02020603050405020304" pitchFamily="18" charset="0"/>
                <a:cs typeface="Times New Roman" panose="02020603050405020304" pitchFamily="18" charset="0"/>
              </a:rPr>
              <a:t>Input Node</a:t>
            </a:r>
            <a:r>
              <a:rPr b="0" dirty="0" i="0" lang="en-US">
                <a:solidFill>
                  <a:srgbClr val="273239"/>
                </a:solidFill>
                <a:effectLst/>
                <a:latin typeface="Times New Roman" panose="02020603050405020304" pitchFamily="18" charset="0"/>
                <a:cs typeface="Times New Roman" panose="02020603050405020304" pitchFamily="18" charset="0"/>
              </a:rPr>
              <a:t>: It is a node where we provide only inputs and it has only outgoing branches. To identify the input node, always follow the arrow, if it enters the node then it is input node.</a:t>
            </a:r>
          </a:p>
          <a:p>
            <a:pPr algn="just" fontAlgn="base">
              <a:spcAft>
                <a:spcPts val="1800"/>
              </a:spcAft>
              <a:buFont typeface="Arial" panose="020B0604020202020204" pitchFamily="34" charset="0"/>
              <a:buChar char="•"/>
            </a:pPr>
            <a:r>
              <a:rPr b="1" dirty="0" i="0" lang="en-US">
                <a:solidFill>
                  <a:srgbClr val="273239"/>
                </a:solidFill>
                <a:effectLst/>
                <a:latin typeface="Times New Roman" panose="02020603050405020304" pitchFamily="18" charset="0"/>
                <a:cs typeface="Times New Roman" panose="02020603050405020304" pitchFamily="18" charset="0"/>
              </a:rPr>
              <a:t>Output Node</a:t>
            </a:r>
            <a:r>
              <a:rPr b="0" dirty="0" i="0" lang="en-US">
                <a:solidFill>
                  <a:srgbClr val="273239"/>
                </a:solidFill>
                <a:effectLst/>
                <a:latin typeface="Times New Roman" panose="02020603050405020304" pitchFamily="18" charset="0"/>
                <a:cs typeface="Times New Roman" panose="02020603050405020304" pitchFamily="18" charset="0"/>
              </a:rPr>
              <a:t>: It is a node that has only incoming branches. To identify the output node, always follow the arrow, if it goes out from node then it is output node.</a:t>
            </a:r>
          </a:p>
          <a:p>
            <a:pPr algn="just" fontAlgn="base">
              <a:spcAft>
                <a:spcPts val="1800"/>
              </a:spcAft>
              <a:buFont typeface="Arial" panose="020B0604020202020204" pitchFamily="34" charset="0"/>
              <a:buChar char="•"/>
            </a:pPr>
            <a:r>
              <a:rPr b="1" dirty="0" i="0" lang="en-US">
                <a:solidFill>
                  <a:srgbClr val="273239"/>
                </a:solidFill>
                <a:effectLst/>
                <a:latin typeface="Times New Roman" panose="02020603050405020304" pitchFamily="18" charset="0"/>
                <a:cs typeface="Times New Roman" panose="02020603050405020304" pitchFamily="18" charset="0"/>
              </a:rPr>
              <a:t>Mixed Node</a:t>
            </a:r>
            <a:r>
              <a:rPr b="0" dirty="0" i="0" lang="en-US">
                <a:solidFill>
                  <a:srgbClr val="273239"/>
                </a:solidFill>
                <a:effectLst/>
                <a:latin typeface="Times New Roman" panose="02020603050405020304" pitchFamily="18" charset="0"/>
                <a:cs typeface="Times New Roman" panose="02020603050405020304" pitchFamily="18" charset="0"/>
              </a:rPr>
              <a:t>: It is a node that has both incoming and outgoing branches. To identify the mixed node, always follow the arrow, if it has both incoming and outgoing arrow then it is mixed node.</a:t>
            </a:r>
          </a:p>
        </p:txBody>
      </p:sp>
      <mc:AlternateContent xmlns:mc="http://schemas.openxmlformats.org/markup-compatibility/2006">
        <mc:Choice xmlns:p14="http://schemas.microsoft.com/office/powerpoint/2010/main" Requires="p14">
          <p:contentPart p14:bwMode="auto" r:id="rId1">
            <p14:nvContentPartPr>
              <p14:cNvPr id="1048673" name=""/>
              <p14:cNvContentPartPr/>
              <p14:nvPr/>
            </p14:nvContentPartPr>
            <p14:xfrm>
              <a:off x="10017719" y="2754724"/>
              <a:ext cx="125450" cy="141845"/>
            </p14:xfrm>
          </p:contentPart>
        </mc:Choice>
        <mc:Fallback>
          <p:sp>
            <p:nvSpPr>
              <p:cNvPr id="1048673" name=""/>
              <p:cNvSpPr/>
              <p:nvPr/>
            </p:nvSpPr>
            <p:spPr>
              <a:xfrm>
                <a:off x="10017719" y="2754724"/>
                <a:ext cx="125450" cy="141845"/>
              </a:xfrm>
            </p:spPr>
          </p:sp>
        </mc:Fallback>
      </mc:AlternateContent>
      <mc:AlternateContent xmlns:mc="http://schemas.openxmlformats.org/markup-compatibility/2006">
        <mc:Choice xmlns:p14="http://schemas.microsoft.com/office/powerpoint/2010/main" Requires="p14">
          <p:contentPart p14:bwMode="auto" r:id="rId2">
            <p14:nvContentPartPr>
              <p14:cNvPr id="1048674" name=""/>
              <p14:cNvContentPartPr/>
              <p14:nvPr/>
            </p14:nvContentPartPr>
            <p14:xfrm>
              <a:off x="8753752" y="2828679"/>
              <a:ext cx="1291481" cy="17066"/>
            </p14:xfrm>
          </p:contentPart>
        </mc:Choice>
        <mc:Fallback>
          <p:sp>
            <p:nvSpPr>
              <p:cNvPr id="1048674" name=""/>
              <p:cNvSpPr/>
              <p:nvPr/>
            </p:nvSpPr>
            <p:spPr>
              <a:xfrm>
                <a:off x="8753752" y="2828679"/>
                <a:ext cx="1291481" cy="17066"/>
              </a:xfrm>
            </p:spPr>
          </p:sp>
        </mc:Fallback>
      </mc:AlternateContent>
      <mc:AlternateContent xmlns:mc="http://schemas.openxmlformats.org/markup-compatibility/2006">
        <mc:Choice xmlns:p14="http://schemas.microsoft.com/office/powerpoint/2010/main" Requires="p14">
          <p:contentPart p14:bwMode="auto" r:id="rId3">
            <p14:nvContentPartPr>
              <p14:cNvPr id="1048675" name=""/>
              <p14:cNvContentPartPr/>
              <p14:nvPr/>
            </p14:nvContentPartPr>
            <p14:xfrm>
              <a:off x="9866206" y="2743787"/>
              <a:ext cx="155479" cy="217246"/>
            </p14:xfrm>
          </p:contentPart>
        </mc:Choice>
        <mc:Fallback>
          <p:sp>
            <p:nvSpPr>
              <p:cNvPr id="1048675" name=""/>
              <p:cNvSpPr/>
              <p:nvPr/>
            </p:nvSpPr>
            <p:spPr>
              <a:xfrm>
                <a:off x="9866206" y="2743787"/>
                <a:ext cx="155479" cy="217246"/>
              </a:xfrm>
            </p:spPr>
          </p:sp>
        </mc:Fallback>
      </mc:AlternateContent>
      <mc:AlternateContent xmlns:mc="http://schemas.openxmlformats.org/markup-compatibility/2006">
        <mc:Choice xmlns:p14="http://schemas.microsoft.com/office/powerpoint/2010/main" Requires="p14">
          <p:contentPart p14:bwMode="auto" r:id="rId4">
            <p14:nvContentPartPr>
              <p14:cNvPr id="1048676" name=""/>
              <p14:cNvContentPartPr/>
              <p14:nvPr/>
            </p14:nvContentPartPr>
            <p14:xfrm>
              <a:off x="9867395" y="2717719"/>
              <a:ext cx="168357" cy="269930"/>
            </p14:xfrm>
          </p:contentPart>
        </mc:Choice>
        <mc:Fallback>
          <p:sp>
            <p:nvSpPr>
              <p:cNvPr id="1048676" name=""/>
              <p:cNvSpPr/>
              <p:nvPr/>
            </p:nvSpPr>
            <p:spPr>
              <a:xfrm>
                <a:off x="9867395" y="2717719"/>
                <a:ext cx="168357" cy="269930"/>
              </a:xfrm>
            </p:spPr>
          </p:sp>
        </mc:Fallback>
      </mc:AlternateContent>
      <mc:AlternateContent xmlns:mc="http://schemas.openxmlformats.org/markup-compatibility/2006">
        <mc:Choice xmlns:p14="http://schemas.microsoft.com/office/powerpoint/2010/main" Requires="p14">
          <p:contentPart p14:bwMode="auto" r:id="rId5">
            <p14:nvContentPartPr>
              <p14:cNvPr id="1048677" name=""/>
              <p14:cNvContentPartPr/>
              <p14:nvPr/>
            </p14:nvContentPartPr>
            <p14:xfrm>
              <a:off x="10006118" y="3134136"/>
              <a:ext cx="74882" cy="177121"/>
            </p14:xfrm>
          </p:contentPart>
        </mc:Choice>
        <mc:Fallback>
          <p:sp>
            <p:nvSpPr>
              <p:cNvPr id="1048677" name=""/>
              <p:cNvSpPr/>
              <p:nvPr/>
            </p:nvSpPr>
            <p:spPr>
              <a:xfrm>
                <a:off x="10006118" y="3134136"/>
                <a:ext cx="74882" cy="177121"/>
              </a:xfrm>
            </p:spPr>
          </p:sp>
        </mc:Fallback>
      </mc:AlternateContent>
      <mc:AlternateContent xmlns:mc="http://schemas.openxmlformats.org/markup-compatibility/2006">
        <mc:Choice xmlns:p14="http://schemas.microsoft.com/office/powerpoint/2010/main" Requires="p14">
          <p:contentPart p14:bwMode="auto" r:id="rId6">
            <p14:nvContentPartPr>
              <p14:cNvPr id="1048678" name=""/>
              <p14:cNvContentPartPr/>
              <p14:nvPr/>
            </p14:nvContentPartPr>
            <p14:xfrm>
              <a:off x="10033766" y="3008099"/>
              <a:ext cx="22711" cy="62622"/>
            </p14:xfrm>
          </p:contentPart>
        </mc:Choice>
        <mc:Fallback>
          <p:sp>
            <p:nvSpPr>
              <p:cNvPr id="1048678" name=""/>
              <p:cNvSpPr/>
              <p:nvPr/>
            </p:nvSpPr>
            <p:spPr>
              <a:xfrm>
                <a:off x="10033766" y="3008099"/>
                <a:ext cx="22711" cy="62622"/>
              </a:xfrm>
            </p:spPr>
          </p:sp>
        </mc:Fallback>
      </mc:AlternateContent>
      <mc:AlternateContent xmlns:mc="http://schemas.openxmlformats.org/markup-compatibility/2006">
        <mc:Choice xmlns:p14="http://schemas.microsoft.com/office/powerpoint/2010/main" Requires="p14">
          <p:contentPart p14:bwMode="auto" r:id="rId7">
            <p14:nvContentPartPr>
              <p14:cNvPr id="1048679" name=""/>
              <p14:cNvContentPartPr/>
              <p14:nvPr/>
            </p14:nvContentPartPr>
            <p14:xfrm>
              <a:off x="10086599" y="3006016"/>
              <a:ext cx="235145" cy="439127"/>
            </p14:xfrm>
          </p:contentPart>
        </mc:Choice>
        <mc:Fallback>
          <p:sp>
            <p:nvSpPr>
              <p:cNvPr id="1048679" name=""/>
              <p:cNvSpPr/>
              <p:nvPr/>
            </p:nvSpPr>
            <p:spPr>
              <a:xfrm>
                <a:off x="10086599" y="3006016"/>
                <a:ext cx="235145" cy="439127"/>
              </a:xfrm>
            </p:spPr>
          </p:sp>
        </mc:Fallback>
      </mc:AlternateContent>
      <mc:AlternateContent xmlns:mc="http://schemas.openxmlformats.org/markup-compatibility/2006">
        <mc:Choice xmlns:p14="http://schemas.microsoft.com/office/powerpoint/2010/main" Requires="p14">
          <p:contentPart p14:bwMode="auto" r:id="rId8">
            <p14:nvContentPartPr>
              <p14:cNvPr id="1048680" name=""/>
              <p14:cNvContentPartPr/>
              <p14:nvPr/>
            </p14:nvContentPartPr>
            <p14:xfrm>
              <a:off x="10300242" y="3131271"/>
              <a:ext cx="51410" cy="451526"/>
            </p14:xfrm>
          </p:contentPart>
        </mc:Choice>
        <mc:Fallback>
          <p:sp>
            <p:nvSpPr>
              <p:cNvPr id="1048680" name=""/>
              <p:cNvSpPr/>
              <p:nvPr/>
            </p:nvSpPr>
            <p:spPr>
              <a:xfrm>
                <a:off x="10300242" y="3131271"/>
                <a:ext cx="51410" cy="451526"/>
              </a:xfrm>
            </p:spPr>
          </p:sp>
        </mc:Fallback>
      </mc:AlternateContent>
      <mc:AlternateContent xmlns:mc="http://schemas.openxmlformats.org/markup-compatibility/2006">
        <mc:Choice xmlns:p14="http://schemas.microsoft.com/office/powerpoint/2010/main" Requires="p14">
          <p:contentPart p14:bwMode="auto" r:id="rId9">
            <p14:nvContentPartPr>
              <p14:cNvPr id="1048681" name=""/>
              <p14:cNvContentPartPr/>
              <p14:nvPr/>
            </p14:nvContentPartPr>
            <p14:xfrm>
              <a:off x="10332855" y="3127929"/>
              <a:ext cx="192398" cy="160449"/>
            </p14:xfrm>
          </p:contentPart>
        </mc:Choice>
        <mc:Fallback>
          <p:sp>
            <p:nvSpPr>
              <p:cNvPr id="1048681" name=""/>
              <p:cNvSpPr/>
              <p:nvPr/>
            </p:nvSpPr>
            <p:spPr>
              <a:xfrm>
                <a:off x="10332855" y="3127929"/>
                <a:ext cx="192398" cy="160449"/>
              </a:xfrm>
            </p:spPr>
          </p:sp>
        </mc:Fallback>
      </mc:AlternateContent>
      <mc:AlternateContent xmlns:mc="http://schemas.openxmlformats.org/markup-compatibility/2006">
        <mc:Choice xmlns:p14="http://schemas.microsoft.com/office/powerpoint/2010/main" Requires="p14">
          <p:contentPart p14:bwMode="auto" r:id="rId10">
            <p14:nvContentPartPr>
              <p14:cNvPr id="1048682" name=""/>
              <p14:cNvContentPartPr/>
              <p14:nvPr/>
            </p14:nvContentPartPr>
            <p14:xfrm>
              <a:off x="4502993" y="5551228"/>
              <a:ext cx="1491218" cy="65677"/>
            </p14:xfrm>
          </p:contentPart>
        </mc:Choice>
        <mc:Fallback>
          <p:sp>
            <p:nvSpPr>
              <p:cNvPr id="1048682" name=""/>
              <p:cNvSpPr/>
              <p:nvPr/>
            </p:nvSpPr>
            <p:spPr>
              <a:xfrm>
                <a:off x="4502993" y="5551228"/>
                <a:ext cx="1491218" cy="65677"/>
              </a:xfrm>
            </p:spPr>
          </p:sp>
        </mc:Fallback>
      </mc:AlternateContent>
      <mc:AlternateContent xmlns:mc="http://schemas.openxmlformats.org/markup-compatibility/2006">
        <mc:Choice xmlns:p14="http://schemas.microsoft.com/office/powerpoint/2010/main" Requires="p14">
          <p:contentPart p14:bwMode="auto" r:id="rId11">
            <p14:nvContentPartPr>
              <p14:cNvPr id="1048683" name=""/>
              <p14:cNvContentPartPr/>
              <p14:nvPr/>
            </p14:nvContentPartPr>
            <p14:xfrm>
              <a:off x="1261918" y="5827741"/>
              <a:ext cx="1542644" cy="126922"/>
            </p14:xfrm>
          </p:contentPart>
        </mc:Choice>
        <mc:Fallback>
          <p:sp>
            <p:nvSpPr>
              <p:cNvPr id="1048683" name=""/>
              <p:cNvSpPr/>
              <p:nvPr/>
            </p:nvSpPr>
            <p:spPr>
              <a:xfrm>
                <a:off x="1261918" y="5827741"/>
                <a:ext cx="1542644" cy="126922"/>
              </a:xfrm>
            </p:spPr>
          </p:sp>
        </mc:Fallback>
      </mc:AlternateContent>
      <mc:AlternateContent xmlns:mc="http://schemas.openxmlformats.org/markup-compatibility/2006">
        <mc:Choice xmlns:p14="http://schemas.microsoft.com/office/powerpoint/2010/main" Requires="p14">
          <p:contentPart p14:bwMode="auto" r:id="rId12">
            <p14:nvContentPartPr>
              <p14:cNvPr id="1048684" name=""/>
              <p14:cNvContentPartPr/>
              <p14:nvPr/>
            </p14:nvContentPartPr>
            <p14:xfrm>
              <a:off x="3154435" y="5891579"/>
              <a:ext cx="1736968" cy="115295"/>
            </p14:xfrm>
          </p:contentPart>
        </mc:Choice>
        <mc:Fallback>
          <p:sp>
            <p:nvSpPr>
              <p:cNvPr id="1048684" name=""/>
              <p:cNvSpPr/>
              <p:nvPr/>
            </p:nvSpPr>
            <p:spPr>
              <a:xfrm>
                <a:off x="3154435" y="5891579"/>
                <a:ext cx="1736968" cy="115295"/>
              </a:xfrm>
            </p:spPr>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0" name=""/>
        <p:cNvGrpSpPr/>
        <p:nvPr/>
      </p:nvGrpSpPr>
      <p:grpSpPr>
        <a:xfrm>
          <a:off x="0" y="0"/>
          <a:ext cx="0" cy="0"/>
          <a:chOff x="0" y="0"/>
          <a:chExt cx="0" cy="0"/>
        </a:xfrm>
      </p:grpSpPr>
      <p:sp>
        <p:nvSpPr>
          <p:cNvPr id="1048597" name="Title 1"/>
          <p:cNvSpPr>
            <a:spLocks noGrp="1"/>
          </p:cNvSpPr>
          <p:nvPr>
            <p:ph type="title"/>
          </p:nvPr>
        </p:nvSpPr>
        <p:spPr>
          <a:xfrm>
            <a:off x="365589" y="303481"/>
            <a:ext cx="10515600" cy="734210"/>
          </a:xfrm>
        </p:spPr>
        <p:txBody>
          <a:bodyPr/>
          <a:p>
            <a:r>
              <a:rPr b="1" dirty="0" lang="en-US"/>
              <a:t>Signal Flow Graph</a:t>
            </a:r>
            <a:endParaRPr dirty="0" lang="en-US"/>
          </a:p>
        </p:txBody>
      </p:sp>
      <p:sp>
        <p:nvSpPr>
          <p:cNvPr id="1048598" name="TextBox 3"/>
          <p:cNvSpPr txBox="1"/>
          <p:nvPr/>
        </p:nvSpPr>
        <p:spPr>
          <a:xfrm>
            <a:off x="365589" y="1037691"/>
            <a:ext cx="11067836" cy="1615440"/>
          </a:xfrm>
          <a:prstGeom prst="rect"/>
          <a:noFill/>
        </p:spPr>
        <p:txBody>
          <a:bodyPr wrap="square">
            <a:spAutoFit/>
          </a:bodyPr>
          <a:p>
            <a:pPr algn="just" fontAlgn="base"/>
            <a:r>
              <a:rPr b="1" dirty="0" sz="2000" lang="en-US">
                <a:latin typeface="Times New Roman" panose="02020603050405020304" pitchFamily="18" charset="0"/>
                <a:cs typeface="Times New Roman" panose="02020603050405020304" pitchFamily="18" charset="0"/>
              </a:rPr>
              <a:t>Branch</a:t>
            </a:r>
          </a:p>
          <a:p>
            <a:pPr algn="just" fontAlgn="base"/>
            <a:r>
              <a:rPr dirty="0" sz="2000" lang="en-US">
                <a:latin typeface="Times New Roman" panose="02020603050405020304" pitchFamily="18" charset="0"/>
                <a:cs typeface="Times New Roman" panose="02020603050405020304" pitchFamily="18" charset="0"/>
              </a:rPr>
              <a:t>It is a line segment which joins two nodes. Since we use this in electronics equipment, which likewise has gain in both positive and negative, also it has directions, we must provide them the branch in order to finish our signal flow graph. Let's use a little diagram to ensure we grasp this properly.</a:t>
            </a:r>
          </a:p>
        </p:txBody>
      </p:sp>
      <p:pic>
        <p:nvPicPr>
          <p:cNvPr id="2097152" name="Picture 5"/>
          <p:cNvPicPr>
            <a:picLocks noChangeAspect="1"/>
          </p:cNvPicPr>
          <p:nvPr/>
        </p:nvPicPr>
        <p:blipFill>
          <a:blip xmlns:r="http://schemas.openxmlformats.org/officeDocument/2006/relationships" r:embed="rId1"/>
          <a:stretch>
            <a:fillRect/>
          </a:stretch>
        </p:blipFill>
        <p:spPr>
          <a:xfrm>
            <a:off x="7733267" y="2749515"/>
            <a:ext cx="4102311" cy="1358970"/>
          </a:xfrm>
          <a:prstGeom prst="rect"/>
        </p:spPr>
      </p:pic>
      <p:sp>
        <p:nvSpPr>
          <p:cNvPr id="1048599" name="TextBox 7"/>
          <p:cNvSpPr txBox="1"/>
          <p:nvPr/>
        </p:nvSpPr>
        <p:spPr>
          <a:xfrm>
            <a:off x="365589" y="2852355"/>
            <a:ext cx="6097712" cy="2225040"/>
          </a:xfrm>
          <a:prstGeom prst="rect"/>
          <a:noFill/>
        </p:spPr>
        <p:txBody>
          <a:bodyPr wrap="square">
            <a:spAutoFit/>
          </a:bodyPr>
          <a:p>
            <a:pPr algn="just"/>
            <a:r>
              <a:rPr b="0" dirty="0" sz="2000" i="0" lang="en-US">
                <a:solidFill>
                  <a:srgbClr val="273239"/>
                </a:solidFill>
                <a:effectLst/>
                <a:latin typeface="Times New Roman" panose="02020603050405020304" pitchFamily="18" charset="0"/>
                <a:cs typeface="Times New Roman" panose="02020603050405020304" pitchFamily="18" charset="0"/>
              </a:rPr>
              <a:t>Here we can see the black dots (y1, y2, y3, y4) they are the nodes of the Signal flow graph, and the lines are the branches. As we see that these branches has some directions that is defined by the arrow symbols. So, we can say </a:t>
            </a:r>
            <a:r>
              <a:rPr b="0" dirty="0" sz="2000" i="0" lang="en-US" err="1">
                <a:solidFill>
                  <a:srgbClr val="273239"/>
                </a:solidFill>
                <a:effectLst/>
                <a:latin typeface="Times New Roman" panose="02020603050405020304" pitchFamily="18" charset="0"/>
                <a:cs typeface="Times New Roman" panose="02020603050405020304" pitchFamily="18" charset="0"/>
              </a:rPr>
              <a:t>a,b,c</a:t>
            </a:r>
            <a:r>
              <a:rPr b="0" dirty="0" sz="2000" i="0" lang="en-US">
                <a:solidFill>
                  <a:srgbClr val="273239"/>
                </a:solidFill>
                <a:effectLst/>
                <a:latin typeface="Times New Roman" panose="02020603050405020304" pitchFamily="18" charset="0"/>
                <a:cs typeface="Times New Roman" panose="02020603050405020304" pitchFamily="18" charset="0"/>
              </a:rPr>
              <a:t> are the positive gain branches and the d is negative gain branch that is why it is in negative sign.</a:t>
            </a:r>
            <a:endParaRPr dirty="0" sz="2000" lang="en-US">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2">
            <p14:nvContentPartPr>
              <p14:cNvPr id="1048685" name=""/>
              <p14:cNvContentPartPr/>
              <p14:nvPr/>
            </p14:nvContentPartPr>
            <p14:xfrm>
              <a:off x="8206392" y="3096924"/>
              <a:ext cx="907794" cy="94354"/>
            </p14:xfrm>
          </p:contentPart>
        </mc:Choice>
        <mc:Fallback>
          <p:sp>
            <p:nvSpPr>
              <p:cNvPr id="1048685" name=""/>
              <p:cNvSpPr/>
              <p:nvPr/>
            </p:nvSpPr>
            <p:spPr>
              <a:xfrm>
                <a:off x="8206392" y="3096924"/>
                <a:ext cx="907794" cy="94354"/>
              </a:xfrm>
            </p:spPr>
          </p:sp>
        </mc:Fallback>
      </mc:AlternateContent>
      <mc:AlternateContent xmlns:mc="http://schemas.openxmlformats.org/markup-compatibility/2006">
        <mc:Choice xmlns:p14="http://schemas.microsoft.com/office/powerpoint/2010/main" Requires="p14">
          <p:contentPart p14:bwMode="auto" r:id="rId3">
            <p14:nvContentPartPr>
              <p14:cNvPr id="1048686" name=""/>
              <p14:cNvContentPartPr/>
              <p14:nvPr/>
            </p14:nvContentPartPr>
            <p14:xfrm>
              <a:off x="8078409" y="3066407"/>
              <a:ext cx="126995" cy="122237"/>
            </p14:xfrm>
          </p:contentPart>
        </mc:Choice>
        <mc:Fallback>
          <p:sp>
            <p:nvSpPr>
              <p:cNvPr id="1048686" name=""/>
              <p:cNvSpPr/>
              <p:nvPr/>
            </p:nvSpPr>
            <p:spPr>
              <a:xfrm>
                <a:off x="8078409" y="3066407"/>
                <a:ext cx="126995" cy="122237"/>
              </a:xfrm>
            </p:spPr>
          </p:sp>
        </mc:Fallback>
      </mc:AlternateContent>
      <mc:AlternateContent xmlns:mc="http://schemas.openxmlformats.org/markup-compatibility/2006">
        <mc:Choice xmlns:p14="http://schemas.microsoft.com/office/powerpoint/2010/main" Requires="p14">
          <p:contentPart p14:bwMode="auto" r:id="rId4">
            <p14:nvContentPartPr>
              <p14:cNvPr id="1048687" name=""/>
              <p14:cNvContentPartPr/>
              <p14:nvPr/>
            </p14:nvContentPartPr>
            <p14:xfrm>
              <a:off x="9057291" y="3038593"/>
              <a:ext cx="131861" cy="155453"/>
            </p14:xfrm>
          </p:contentPart>
        </mc:Choice>
        <mc:Fallback>
          <p:sp>
            <p:nvSpPr>
              <p:cNvPr id="1048687" name=""/>
              <p:cNvSpPr/>
              <p:nvPr/>
            </p:nvSpPr>
            <p:spPr>
              <a:xfrm>
                <a:off x="9057291" y="3038593"/>
                <a:ext cx="131861" cy="155453"/>
              </a:xfrm>
            </p:spPr>
          </p:sp>
        </mc:Fallback>
      </mc:AlternateContent>
      <mc:AlternateContent xmlns:mc="http://schemas.openxmlformats.org/markup-compatibility/2006">
        <mc:Choice xmlns:p14="http://schemas.microsoft.com/office/powerpoint/2010/main" Requires="p14">
          <p:contentPart p14:bwMode="auto" r:id="rId5">
            <p14:nvContentPartPr>
              <p14:cNvPr id="1048688" name=""/>
              <p14:cNvContentPartPr/>
              <p14:nvPr/>
            </p14:nvContentPartPr>
            <p14:xfrm>
              <a:off x="10820270" y="3060936"/>
              <a:ext cx="158195" cy="150296"/>
            </p14:xfrm>
          </p:contentPart>
        </mc:Choice>
        <mc:Fallback>
          <p:sp>
            <p:nvSpPr>
              <p:cNvPr id="1048688" name=""/>
              <p:cNvSpPr/>
              <p:nvPr/>
            </p:nvSpPr>
            <p:spPr>
              <a:xfrm>
                <a:off x="10820270" y="3060936"/>
                <a:ext cx="158195" cy="150296"/>
              </a:xfrm>
            </p:spPr>
          </p:sp>
        </mc:Fallback>
      </mc:AlternateContent>
      <mc:AlternateContent xmlns:mc="http://schemas.openxmlformats.org/markup-compatibility/2006">
        <mc:Choice xmlns:p14="http://schemas.microsoft.com/office/powerpoint/2010/main" Requires="p14">
          <p:contentPart p14:bwMode="auto" r:id="rId6">
            <p14:nvContentPartPr>
              <p14:cNvPr id="1048689" name=""/>
              <p14:cNvContentPartPr/>
              <p14:nvPr/>
            </p14:nvContentPartPr>
            <p14:xfrm>
              <a:off x="9093305" y="2798502"/>
              <a:ext cx="61314" cy="209102"/>
            </p14:xfrm>
          </p:contentPart>
        </mc:Choice>
        <mc:Fallback>
          <p:sp>
            <p:nvSpPr>
              <p:cNvPr id="1048689" name=""/>
              <p:cNvSpPr/>
              <p:nvPr/>
            </p:nvSpPr>
            <p:spPr>
              <a:xfrm>
                <a:off x="9093305" y="2798502"/>
                <a:ext cx="61314" cy="209102"/>
              </a:xfrm>
            </p:spPr>
          </p:sp>
        </mc:Fallback>
      </mc:AlternateContent>
      <mc:AlternateContent xmlns:mc="http://schemas.openxmlformats.org/markup-compatibility/2006">
        <mc:Choice xmlns:p14="http://schemas.microsoft.com/office/powerpoint/2010/main" Requires="p14">
          <p:contentPart p14:bwMode="auto" r:id="rId7">
            <p14:nvContentPartPr>
              <p14:cNvPr id="1048690" name=""/>
              <p14:cNvContentPartPr/>
              <p14:nvPr/>
            </p14:nvContentPartPr>
            <p14:xfrm>
              <a:off x="10901868" y="2688349"/>
              <a:ext cx="9127" cy="286183"/>
            </p14:xfrm>
          </p:contentPart>
        </mc:Choice>
        <mc:Fallback>
          <p:sp>
            <p:nvSpPr>
              <p:cNvPr id="1048690" name=""/>
              <p:cNvSpPr/>
              <p:nvPr/>
            </p:nvSpPr>
            <p:spPr>
              <a:xfrm>
                <a:off x="10901868" y="2688349"/>
                <a:ext cx="9127" cy="286183"/>
              </a:xfrm>
            </p:spPr>
          </p:sp>
        </mc:Fallback>
      </mc:AlternateContent>
      <mc:AlternateContent xmlns:mc="http://schemas.openxmlformats.org/markup-compatibility/2006">
        <mc:Choice xmlns:p14="http://schemas.microsoft.com/office/powerpoint/2010/main" Requires="p14">
          <p:contentPart p14:bwMode="auto" r:id="rId8">
            <p14:nvContentPartPr>
              <p14:cNvPr id="1048691" name=""/>
              <p14:cNvContentPartPr/>
              <p14:nvPr/>
            </p14:nvContentPartPr>
            <p14:xfrm>
              <a:off x="2726133" y="1976395"/>
              <a:ext cx="1407052" cy="71462"/>
            </p14:xfrm>
          </p:contentPart>
        </mc:Choice>
        <mc:Fallback>
          <p:sp>
            <p:nvSpPr>
              <p:cNvPr id="1048691" name=""/>
              <p:cNvSpPr/>
              <p:nvPr/>
            </p:nvSpPr>
            <p:spPr>
              <a:xfrm>
                <a:off x="2726133" y="1976395"/>
                <a:ext cx="1407052" cy="71462"/>
              </a:xfrm>
            </p:spPr>
          </p:sp>
        </mc:Fallback>
      </mc:AlternateContent>
      <mc:AlternateContent xmlns:mc="http://schemas.openxmlformats.org/markup-compatibility/2006">
        <mc:Choice xmlns:p14="http://schemas.microsoft.com/office/powerpoint/2010/main" Requires="p14">
          <p:contentPart p14:bwMode="auto" r:id="rId9">
            <p14:nvContentPartPr>
              <p14:cNvPr id="1048692" name=""/>
              <p14:cNvContentPartPr/>
              <p14:nvPr/>
            </p14:nvContentPartPr>
            <p14:xfrm>
              <a:off x="4807995" y="1951396"/>
              <a:ext cx="1108208" cy="116869"/>
            </p14:xfrm>
          </p:contentPart>
        </mc:Choice>
        <mc:Fallback>
          <p:sp>
            <p:nvSpPr>
              <p:cNvPr id="1048692" name=""/>
              <p:cNvSpPr/>
              <p:nvPr/>
            </p:nvSpPr>
            <p:spPr>
              <a:xfrm>
                <a:off x="4807995" y="1951396"/>
                <a:ext cx="1108208" cy="116869"/>
              </a:xfrm>
            </p:spPr>
          </p:sp>
        </mc:Fallback>
      </mc:AlternateContent>
      <mc:AlternateContent xmlns:mc="http://schemas.openxmlformats.org/markup-compatibility/2006">
        <mc:Choice xmlns:p14="http://schemas.microsoft.com/office/powerpoint/2010/main" Requires="p14">
          <p:contentPart p14:bwMode="auto" r:id="rId10">
            <p14:nvContentPartPr>
              <p14:cNvPr id="1048693" name=""/>
              <p14:cNvContentPartPr/>
              <p14:nvPr/>
            </p14:nvContentPartPr>
            <p14:xfrm>
              <a:off x="9814229" y="3466180"/>
              <a:ext cx="307908" cy="169222"/>
            </p14:xfrm>
          </p:contentPart>
        </mc:Choice>
        <mc:Fallback>
          <p:sp>
            <p:nvSpPr>
              <p:cNvPr id="1048693" name=""/>
              <p:cNvSpPr/>
              <p:nvPr/>
            </p:nvSpPr>
            <p:spPr>
              <a:xfrm>
                <a:off x="9814229" y="3466180"/>
                <a:ext cx="307908" cy="169222"/>
              </a:xfrm>
            </p:spPr>
          </p:sp>
        </mc:Fallback>
      </mc:AlternateContent>
      <mc:AlternateContent xmlns:mc="http://schemas.openxmlformats.org/markup-compatibility/2006">
        <mc:Choice xmlns:p14="http://schemas.microsoft.com/office/powerpoint/2010/main" Requires="p14">
          <p:contentPart p14:bwMode="auto" r:id="rId11">
            <p14:nvContentPartPr>
              <p14:cNvPr id="1048694" name=""/>
              <p14:cNvContentPartPr/>
              <p14:nvPr/>
            </p14:nvContentPartPr>
            <p14:xfrm>
              <a:off x="9962147" y="3011771"/>
              <a:ext cx="158771" cy="233516"/>
            </p14:xfrm>
          </p:contentPart>
        </mc:Choice>
        <mc:Fallback>
          <p:sp>
            <p:nvSpPr>
              <p:cNvPr id="1048694" name=""/>
              <p:cNvSpPr/>
              <p:nvPr/>
            </p:nvSpPr>
            <p:spPr>
              <a:xfrm>
                <a:off x="9962147" y="3011771"/>
                <a:ext cx="158771" cy="233516"/>
              </a:xfrm>
            </p:spPr>
          </p:sp>
        </mc:Fallback>
      </mc:AlternateContent>
      <mc:AlternateContent xmlns:mc="http://schemas.openxmlformats.org/markup-compatibility/2006">
        <mc:Choice xmlns:p14="http://schemas.microsoft.com/office/powerpoint/2010/main" Requires="p14">
          <p:contentPart p14:bwMode="auto" r:id="rId12">
            <p14:nvContentPartPr>
              <p14:cNvPr id="1048695" name=""/>
              <p14:cNvContentPartPr/>
              <p14:nvPr/>
            </p14:nvContentPartPr>
            <p14:xfrm>
              <a:off x="9980013" y="3018541"/>
              <a:ext cx="147172" cy="215874"/>
            </p14:xfrm>
          </p:contentPart>
        </mc:Choice>
        <mc:Fallback>
          <p:sp>
            <p:nvSpPr>
              <p:cNvPr id="1048695" name=""/>
              <p:cNvSpPr/>
              <p:nvPr/>
            </p:nvSpPr>
            <p:spPr>
              <a:xfrm>
                <a:off x="9980013" y="3018541"/>
                <a:ext cx="147172" cy="215874"/>
              </a:xfrm>
            </p:spPr>
          </p:sp>
        </mc:Fallback>
      </mc:AlternateContent>
      <mc:AlternateContent xmlns:mc="http://schemas.openxmlformats.org/markup-compatibility/2006">
        <mc:Choice xmlns:p14="http://schemas.microsoft.com/office/powerpoint/2010/main" Requires="p14">
          <p:contentPart p14:bwMode="auto" r:id="rId13">
            <p14:nvContentPartPr>
              <p14:cNvPr id="1048696" name=""/>
              <p14:cNvContentPartPr/>
              <p14:nvPr/>
            </p14:nvContentPartPr>
            <p14:xfrm>
              <a:off x="9567509" y="2659866"/>
              <a:ext cx="534913" cy="445246"/>
            </p14:xfrm>
          </p:contentPart>
        </mc:Choice>
        <mc:Fallback>
          <p:sp>
            <p:nvSpPr>
              <p:cNvPr id="1048696" name=""/>
              <p:cNvSpPr/>
              <p:nvPr/>
            </p:nvSpPr>
            <p:spPr>
              <a:xfrm>
                <a:off x="9567509" y="2659866"/>
                <a:ext cx="534913" cy="445246"/>
              </a:xfrm>
            </p:spPr>
          </p:sp>
        </mc:Fallback>
      </mc:AlternateContent>
      <mc:AlternateContent xmlns:mc="http://schemas.openxmlformats.org/markup-compatibility/2006">
        <mc:Choice xmlns:p14="http://schemas.microsoft.com/office/powerpoint/2010/main" Requires="p14">
          <p:contentPart p14:bwMode="auto" r:id="rId14">
            <p14:nvContentPartPr>
              <p14:cNvPr id="1048697" name=""/>
              <p14:cNvContentPartPr/>
              <p14:nvPr/>
            </p14:nvContentPartPr>
            <p14:xfrm>
              <a:off x="9163369" y="3110725"/>
              <a:ext cx="1733737" cy="497686"/>
            </p14:xfrm>
          </p:contentPart>
        </mc:Choice>
        <mc:Fallback>
          <p:sp>
            <p:nvSpPr>
              <p:cNvPr id="1048697" name=""/>
              <p:cNvSpPr/>
              <p:nvPr/>
            </p:nvSpPr>
            <p:spPr>
              <a:xfrm>
                <a:off x="9163369" y="3110725"/>
                <a:ext cx="1733737" cy="497686"/>
              </a:xfrm>
            </p:spPr>
          </p:sp>
        </mc:Fallback>
      </mc:AlternateContent>
      <mc:AlternateContent xmlns:mc="http://schemas.openxmlformats.org/markup-compatibility/2006">
        <mc:Choice xmlns:p14="http://schemas.microsoft.com/office/powerpoint/2010/main" Requires="p14">
          <p:contentPart p14:bwMode="auto" r:id="rId15">
            <p14:nvContentPartPr>
              <p14:cNvPr id="1048698" name=""/>
              <p14:cNvContentPartPr/>
              <p14:nvPr/>
            </p14:nvContentPartPr>
            <p14:xfrm>
              <a:off x="9591509" y="3877729"/>
              <a:ext cx="519517" cy="390323"/>
            </p14:xfrm>
          </p:contentPart>
        </mc:Choice>
        <mc:Fallback>
          <p:sp>
            <p:nvSpPr>
              <p:cNvPr id="1048698" name=""/>
              <p:cNvSpPr/>
              <p:nvPr/>
            </p:nvSpPr>
            <p:spPr>
              <a:xfrm>
                <a:off x="9591509" y="3877729"/>
                <a:ext cx="519517" cy="390323"/>
              </a:xfrm>
            </p:spPr>
          </p:sp>
        </mc:Fallback>
      </mc:AlternateContent>
      <mc:AlternateContent xmlns:mc="http://schemas.openxmlformats.org/markup-compatibility/2006">
        <mc:Choice xmlns:p14="http://schemas.microsoft.com/office/powerpoint/2010/main" Requires="p14">
          <p:contentPart p14:bwMode="auto" r:id="rId16">
            <p14:nvContentPartPr>
              <p14:cNvPr id="1048699" name=""/>
              <p14:cNvContentPartPr/>
              <p14:nvPr/>
            </p14:nvContentPartPr>
            <p14:xfrm>
              <a:off x="1239618" y="3435756"/>
              <a:ext cx="3390063" cy="74900"/>
            </p14:xfrm>
          </p:contentPart>
        </mc:Choice>
        <mc:Fallback>
          <p:sp>
            <p:nvSpPr>
              <p:cNvPr id="1048699" name=""/>
              <p:cNvSpPr/>
              <p:nvPr/>
            </p:nvSpPr>
            <p:spPr>
              <a:xfrm>
                <a:off x="1239618" y="3435756"/>
                <a:ext cx="3390063" cy="74900"/>
              </a:xfrm>
            </p:spPr>
          </p:sp>
        </mc:Fallback>
      </mc:AlternateContent>
      <mc:AlternateContent xmlns:mc="http://schemas.openxmlformats.org/markup-compatibility/2006">
        <mc:Choice xmlns:p14="http://schemas.microsoft.com/office/powerpoint/2010/main" Requires="p14">
          <p:contentPart p14:bwMode="auto" r:id="rId17">
            <p14:nvContentPartPr>
              <p14:cNvPr id="1048700" name=""/>
              <p14:cNvContentPartPr/>
              <p14:nvPr/>
            </p14:nvContentPartPr>
            <p14:xfrm>
              <a:off x="505387" y="3745946"/>
              <a:ext cx="1499063" cy="75688"/>
            </p14:xfrm>
          </p:contentPart>
        </mc:Choice>
        <mc:Fallback>
          <p:sp>
            <p:nvSpPr>
              <p:cNvPr id="1048700" name=""/>
              <p:cNvSpPr/>
              <p:nvPr/>
            </p:nvSpPr>
            <p:spPr>
              <a:xfrm>
                <a:off x="505387" y="3745946"/>
                <a:ext cx="1499063" cy="75688"/>
              </a:xfrm>
            </p:spPr>
          </p:sp>
        </mc:Fallback>
      </mc:AlternateContent>
      <mc:AlternateContent xmlns:mc="http://schemas.openxmlformats.org/markup-compatibility/2006">
        <mc:Choice xmlns:p14="http://schemas.microsoft.com/office/powerpoint/2010/main" Requires="p14">
          <p:contentPart p14:bwMode="auto" r:id="rId18">
            <p14:nvContentPartPr>
              <p14:cNvPr id="1048701" name=""/>
              <p14:cNvContentPartPr/>
              <p14:nvPr/>
            </p14:nvContentPartPr>
            <p14:xfrm>
              <a:off x="4480230" y="3774270"/>
              <a:ext cx="1660384" cy="72481"/>
            </p14:xfrm>
          </p:contentPart>
        </mc:Choice>
        <mc:Fallback>
          <p:sp>
            <p:nvSpPr>
              <p:cNvPr id="1048701" name=""/>
              <p:cNvSpPr/>
              <p:nvPr/>
            </p:nvSpPr>
            <p:spPr>
              <a:xfrm>
                <a:off x="4480230" y="3774270"/>
                <a:ext cx="1660384" cy="72481"/>
              </a:xfrm>
            </p:spPr>
          </p:sp>
        </mc:Fallback>
      </mc:AlternateContent>
      <mc:AlternateContent xmlns:mc="http://schemas.openxmlformats.org/markup-compatibility/2006">
        <mc:Choice xmlns:p14="http://schemas.microsoft.com/office/powerpoint/2010/main" Requires="p14">
          <p:contentPart p14:bwMode="auto" r:id="rId19">
            <p14:nvContentPartPr>
              <p14:cNvPr id="1048702" name=""/>
              <p14:cNvContentPartPr/>
              <p14:nvPr/>
            </p14:nvContentPartPr>
            <p14:xfrm>
              <a:off x="298451" y="4047202"/>
              <a:ext cx="2289634" cy="76764"/>
            </p14:xfrm>
          </p:contentPart>
        </mc:Choice>
        <mc:Fallback>
          <p:sp>
            <p:nvSpPr>
              <p:cNvPr id="1048702" name=""/>
              <p:cNvSpPr/>
              <p:nvPr/>
            </p:nvSpPr>
            <p:spPr>
              <a:xfrm>
                <a:off x="298451" y="4047202"/>
                <a:ext cx="2289634" cy="76764"/>
              </a:xfrm>
            </p:spPr>
          </p:sp>
        </mc:Fallback>
      </mc:AlternateContent>
      <mc:AlternateContent xmlns:mc="http://schemas.openxmlformats.org/markup-compatibility/2006">
        <mc:Choice xmlns:p14="http://schemas.microsoft.com/office/powerpoint/2010/main" Requires="p14">
          <p:contentPart p14:bwMode="auto" r:id="rId20">
            <p14:nvContentPartPr>
              <p14:cNvPr id="1048703" name=""/>
              <p14:cNvContentPartPr/>
              <p14:nvPr/>
            </p14:nvContentPartPr>
            <p14:xfrm>
              <a:off x="463722" y="4383576"/>
              <a:ext cx="899571" cy="73132"/>
            </p14:xfrm>
          </p:contentPart>
        </mc:Choice>
        <mc:Fallback>
          <p:sp>
            <p:nvSpPr>
              <p:cNvPr id="1048703" name=""/>
              <p:cNvSpPr/>
              <p:nvPr/>
            </p:nvSpPr>
            <p:spPr>
              <a:xfrm>
                <a:off x="463722" y="4383576"/>
                <a:ext cx="899571" cy="73132"/>
              </a:xfrm>
            </p:spPr>
          </p:sp>
        </mc:Fallback>
      </mc:AlternateContent>
      <mc:AlternateContent xmlns:mc="http://schemas.openxmlformats.org/markup-compatibility/2006">
        <mc:Choice xmlns:p14="http://schemas.microsoft.com/office/powerpoint/2010/main" Requires="p14">
          <p:contentPart p14:bwMode="auto" r:id="rId21">
            <p14:nvContentPartPr>
              <p14:cNvPr id="1048704" name=""/>
              <p14:cNvContentPartPr/>
              <p14:nvPr/>
            </p14:nvContentPartPr>
            <p14:xfrm>
              <a:off x="4380234" y="4390604"/>
              <a:ext cx="1889781" cy="85432"/>
            </p14:xfrm>
          </p:contentPart>
        </mc:Choice>
        <mc:Fallback>
          <p:sp>
            <p:nvSpPr>
              <p:cNvPr id="1048704" name=""/>
              <p:cNvSpPr/>
              <p:nvPr/>
            </p:nvSpPr>
            <p:spPr>
              <a:xfrm>
                <a:off x="4380234" y="4390604"/>
                <a:ext cx="1889781" cy="85432"/>
              </a:xfrm>
            </p:spPr>
          </p:sp>
        </mc:Fallback>
      </mc:AlternateContent>
      <mc:AlternateContent xmlns:mc="http://schemas.openxmlformats.org/markup-compatibility/2006">
        <mc:Choice xmlns:p14="http://schemas.microsoft.com/office/powerpoint/2010/main" Requires="p14">
          <p:contentPart p14:bwMode="auto" r:id="rId22">
            <p14:nvContentPartPr>
              <p14:cNvPr id="1048705" name=""/>
              <p14:cNvContentPartPr/>
              <p14:nvPr/>
            </p14:nvContentPartPr>
            <p14:xfrm>
              <a:off x="2639099" y="4723942"/>
              <a:ext cx="177872" cy="6153"/>
            </p14:xfrm>
          </p:contentPart>
        </mc:Choice>
        <mc:Fallback>
          <p:sp>
            <p:nvSpPr>
              <p:cNvPr id="1048705" name=""/>
              <p:cNvSpPr/>
              <p:nvPr/>
            </p:nvSpPr>
            <p:spPr>
              <a:xfrm>
                <a:off x="2639099" y="4723942"/>
                <a:ext cx="177872" cy="6153"/>
              </a:xfrm>
            </p:spPr>
          </p:sp>
        </mc:Fallback>
      </mc:AlternateContent>
      <mc:AlternateContent xmlns:mc="http://schemas.openxmlformats.org/markup-compatibility/2006">
        <mc:Choice xmlns:p14="http://schemas.microsoft.com/office/powerpoint/2010/main" Requires="p14">
          <p:contentPart p14:bwMode="auto" r:id="rId23">
            <p14:nvContentPartPr>
              <p14:cNvPr id="1048706" name=""/>
              <p14:cNvContentPartPr/>
              <p14:nvPr/>
            </p14:nvContentPartPr>
            <p14:xfrm>
              <a:off x="4665799" y="4766910"/>
              <a:ext cx="1518898" cy="63696"/>
            </p14:xfrm>
          </p:contentPart>
        </mc:Choice>
        <mc:Fallback>
          <p:sp>
            <p:nvSpPr>
              <p:cNvPr id="1048706" name=""/>
              <p:cNvSpPr/>
              <p:nvPr/>
            </p:nvSpPr>
            <p:spPr>
              <a:xfrm>
                <a:off x="4665799" y="4766910"/>
                <a:ext cx="1518898" cy="63696"/>
              </a:xfrm>
            </p:spPr>
          </p:sp>
        </mc:Fallback>
      </mc:AlternateContent>
      <mc:AlternateContent xmlns:mc="http://schemas.openxmlformats.org/markup-compatibility/2006">
        <mc:Choice xmlns:p14="http://schemas.microsoft.com/office/powerpoint/2010/main" Requires="p14">
          <p:contentPart p14:bwMode="auto" r:id="rId24">
            <p14:nvContentPartPr>
              <p14:cNvPr id="1048707" name=""/>
              <p14:cNvContentPartPr/>
              <p14:nvPr/>
            </p14:nvContentPartPr>
            <p14:xfrm>
              <a:off x="204473" y="4732353"/>
              <a:ext cx="3183386" cy="439518"/>
            </p14:xfrm>
          </p:contentPart>
        </mc:Choice>
        <mc:Fallback>
          <p:sp>
            <p:nvSpPr>
              <p:cNvPr id="1048707" name=""/>
              <p:cNvSpPr/>
              <p:nvPr/>
            </p:nvSpPr>
            <p:spPr>
              <a:xfrm>
                <a:off x="204473" y="4732353"/>
                <a:ext cx="3183386" cy="439518"/>
              </a:xfrm>
            </p:spPr>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sp>
        <p:nvSpPr>
          <p:cNvPr id="1048600" name="Title 1"/>
          <p:cNvSpPr>
            <a:spLocks noGrp="1"/>
          </p:cNvSpPr>
          <p:nvPr>
            <p:ph type="title"/>
          </p:nvPr>
        </p:nvSpPr>
        <p:spPr>
          <a:xfrm>
            <a:off x="365589" y="303481"/>
            <a:ext cx="10515600" cy="734210"/>
          </a:xfrm>
        </p:spPr>
        <p:txBody>
          <a:bodyPr/>
          <a:p>
            <a:r>
              <a:rPr b="1" dirty="0" lang="en-US"/>
              <a:t>Signal Flow Graph</a:t>
            </a:r>
            <a:endParaRPr dirty="0" lang="en-US"/>
          </a:p>
        </p:txBody>
      </p:sp>
      <p:sp>
        <p:nvSpPr>
          <p:cNvPr id="1048601" name="TextBox 3"/>
          <p:cNvSpPr txBox="1"/>
          <p:nvPr/>
        </p:nvSpPr>
        <p:spPr>
          <a:xfrm>
            <a:off x="869023" y="1645746"/>
            <a:ext cx="8706492" cy="2936240"/>
          </a:xfrm>
          <a:prstGeom prst="rect"/>
          <a:noFill/>
        </p:spPr>
        <p:txBody>
          <a:bodyPr wrap="square">
            <a:spAutoFit/>
          </a:bodyPr>
          <a:p>
            <a:pPr algn="just" fontAlgn="base"/>
            <a:r>
              <a:rPr b="1" dirty="0" sz="2400" lang="en-US">
                <a:latin typeface="Times New Roman" panose="02020603050405020304" pitchFamily="18" charset="0"/>
                <a:cs typeface="Times New Roman" panose="02020603050405020304" pitchFamily="18" charset="0"/>
              </a:rPr>
              <a:t>Characteristics of SFG</a:t>
            </a:r>
          </a:p>
          <a:p>
            <a:pPr algn="just" fontAlgn="base" indent="-342900" marL="342900">
              <a:buFont typeface="+mj-lt"/>
              <a:buAutoNum type="arabicPeriod"/>
            </a:pPr>
            <a:r>
              <a:rPr dirty="0" sz="2400" lang="en-US">
                <a:latin typeface="Times New Roman" panose="02020603050405020304" pitchFamily="18" charset="0"/>
                <a:cs typeface="Times New Roman" panose="02020603050405020304" pitchFamily="18" charset="0"/>
              </a:rPr>
              <a:t>Nodes</a:t>
            </a:r>
          </a:p>
          <a:p>
            <a:pPr algn="just" fontAlgn="base" indent="-342900" marL="342900">
              <a:buFont typeface="+mj-lt"/>
              <a:buAutoNum type="arabicPeriod"/>
            </a:pPr>
            <a:r>
              <a:rPr dirty="0" sz="2400" lang="en-US">
                <a:latin typeface="Times New Roman" panose="02020603050405020304" pitchFamily="18" charset="0"/>
                <a:cs typeface="Times New Roman" panose="02020603050405020304" pitchFamily="18" charset="0"/>
              </a:rPr>
              <a:t>Branches or Edges</a:t>
            </a:r>
          </a:p>
          <a:p>
            <a:pPr algn="just" fontAlgn="base" indent="-342900" marL="342900">
              <a:buFont typeface="+mj-lt"/>
              <a:buAutoNum type="arabicPeriod"/>
            </a:pPr>
            <a:r>
              <a:rPr dirty="0" sz="2400" lang="en-US">
                <a:latin typeface="Times New Roman" panose="02020603050405020304" pitchFamily="18" charset="0"/>
                <a:cs typeface="Times New Roman" panose="02020603050405020304" pitchFamily="18" charset="0"/>
              </a:rPr>
              <a:t>Forward Paths</a:t>
            </a:r>
          </a:p>
          <a:p>
            <a:pPr algn="just" fontAlgn="base" indent="-342900" marL="342900">
              <a:buFont typeface="+mj-lt"/>
              <a:buAutoNum type="arabicPeriod"/>
            </a:pPr>
            <a:r>
              <a:rPr dirty="0" sz="2400" lang="en-US">
                <a:latin typeface="Times New Roman" panose="02020603050405020304" pitchFamily="18" charset="0"/>
                <a:cs typeface="Times New Roman" panose="02020603050405020304" pitchFamily="18" charset="0"/>
              </a:rPr>
              <a:t>Single Loops</a:t>
            </a:r>
          </a:p>
          <a:p>
            <a:pPr algn="just" fontAlgn="base" indent="-342900" marL="342900">
              <a:buFont typeface="+mj-lt"/>
              <a:buAutoNum type="arabicPeriod"/>
            </a:pPr>
            <a:r>
              <a:rPr dirty="0" sz="2400" lang="en-US">
                <a:latin typeface="Times New Roman" panose="02020603050405020304" pitchFamily="18" charset="0"/>
                <a:cs typeface="Times New Roman" panose="02020603050405020304" pitchFamily="18" charset="0"/>
              </a:rPr>
              <a:t>Non-touching Loops</a:t>
            </a:r>
          </a:p>
          <a:p>
            <a:pPr algn="just" fontAlgn="base" indent="-342900" marL="342900">
              <a:buFont typeface="+mj-lt"/>
              <a:buAutoNum type="arabicPeriod"/>
            </a:pPr>
            <a:r>
              <a:rPr dirty="0" sz="2400" lang="en-US">
                <a:latin typeface="Times New Roman" panose="02020603050405020304" pitchFamily="18" charset="0"/>
                <a:cs typeface="Times New Roman" panose="02020603050405020304" pitchFamily="18" charset="0"/>
              </a:rPr>
              <a:t>Mason Gain Formula</a:t>
            </a:r>
          </a:p>
          <a:p>
            <a:pPr algn="just" fontAlgn="base"/>
            <a:endParaRPr b="1" dirty="0" sz="2400" lang="en-US">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1">
            <p14:nvContentPartPr>
              <p14:cNvPr id="1048708" name=""/>
              <p14:cNvContentPartPr/>
              <p14:nvPr/>
            </p14:nvContentPartPr>
            <p14:xfrm>
              <a:off x="665831" y="2038425"/>
              <a:ext cx="422866" cy="248374"/>
            </p14:xfrm>
          </p:contentPart>
        </mc:Choice>
        <mc:Fallback>
          <p:sp>
            <p:nvSpPr>
              <p:cNvPr id="1048708" name=""/>
              <p:cNvSpPr/>
              <p:nvPr/>
            </p:nvSpPr>
            <p:spPr>
              <a:xfrm>
                <a:off x="665831" y="2038425"/>
                <a:ext cx="422866" cy="248374"/>
              </a:xfrm>
            </p:spPr>
          </p:sp>
        </mc:Fallback>
      </mc:AlternateContent>
      <mc:AlternateContent xmlns:mc="http://schemas.openxmlformats.org/markup-compatibility/2006">
        <mc:Choice xmlns:p14="http://schemas.microsoft.com/office/powerpoint/2010/main" Requires="p14">
          <p:contentPart p14:bwMode="auto" r:id="rId2">
            <p14:nvContentPartPr>
              <p14:cNvPr id="1048709" name=""/>
              <p14:cNvContentPartPr/>
              <p14:nvPr/>
            </p14:nvContentPartPr>
            <p14:xfrm>
              <a:off x="699417" y="2393910"/>
              <a:ext cx="424001" cy="230376"/>
            </p14:xfrm>
          </p:contentPart>
        </mc:Choice>
        <mc:Fallback>
          <p:sp>
            <p:nvSpPr>
              <p:cNvPr id="1048709" name=""/>
              <p:cNvSpPr/>
              <p:nvPr/>
            </p:nvSpPr>
            <p:spPr>
              <a:xfrm>
                <a:off x="699417" y="2393910"/>
                <a:ext cx="424001" cy="230376"/>
              </a:xfrm>
            </p:spPr>
          </p:sp>
        </mc:Fallback>
      </mc:AlternateContent>
      <mc:AlternateContent xmlns:mc="http://schemas.openxmlformats.org/markup-compatibility/2006">
        <mc:Choice xmlns:p14="http://schemas.microsoft.com/office/powerpoint/2010/main" Requires="p14">
          <p:contentPart p14:bwMode="auto" r:id="rId3">
            <p14:nvContentPartPr>
              <p14:cNvPr id="1048710" name=""/>
              <p14:cNvContentPartPr/>
              <p14:nvPr/>
            </p14:nvContentPartPr>
            <p14:xfrm>
              <a:off x="776664" y="2844723"/>
              <a:ext cx="340736" cy="126881"/>
            </p14:xfrm>
          </p:contentPart>
        </mc:Choice>
        <mc:Fallback>
          <p:sp>
            <p:nvSpPr>
              <p:cNvPr id="1048710" name=""/>
              <p:cNvSpPr/>
              <p:nvPr/>
            </p:nvSpPr>
            <p:spPr>
              <a:xfrm>
                <a:off x="776664" y="2844723"/>
                <a:ext cx="340736" cy="126881"/>
              </a:xfrm>
            </p:spPr>
          </p:sp>
        </mc:Fallback>
      </mc:AlternateContent>
      <mc:AlternateContent xmlns:mc="http://schemas.openxmlformats.org/markup-compatibility/2006">
        <mc:Choice xmlns:p14="http://schemas.microsoft.com/office/powerpoint/2010/main" Requires="p14">
          <p:contentPart p14:bwMode="auto" r:id="rId4">
            <p14:nvContentPartPr>
              <p14:cNvPr id="1048711" name=""/>
              <p14:cNvContentPartPr/>
              <p14:nvPr/>
            </p14:nvContentPartPr>
            <p14:xfrm>
              <a:off x="199381" y="4786961"/>
              <a:ext cx="3972900" cy="87856"/>
            </p14:xfrm>
          </p:contentPart>
        </mc:Choice>
        <mc:Fallback>
          <p:sp>
            <p:nvSpPr>
              <p:cNvPr id="1048711" name=""/>
              <p:cNvSpPr/>
              <p:nvPr/>
            </p:nvSpPr>
            <p:spPr>
              <a:xfrm>
                <a:off x="199381" y="4786961"/>
                <a:ext cx="3972900" cy="87856"/>
              </a:xfrm>
            </p:spPr>
          </p:sp>
        </mc:Fallback>
      </mc:AlternateContent>
      <mc:AlternateContent xmlns:mc="http://schemas.openxmlformats.org/markup-compatibility/2006">
        <mc:Choice xmlns:p14="http://schemas.microsoft.com/office/powerpoint/2010/main" Requires="p14">
          <p:contentPart p14:bwMode="auto" r:id="rId5">
            <p14:nvContentPartPr>
              <p14:cNvPr id="1048712" name=""/>
              <p14:cNvContentPartPr/>
              <p14:nvPr/>
            </p14:nvContentPartPr>
            <p14:xfrm>
              <a:off x="3737667" y="4621864"/>
              <a:ext cx="488470" cy="428047"/>
            </p14:xfrm>
          </p:contentPart>
        </mc:Choice>
        <mc:Fallback>
          <p:sp>
            <p:nvSpPr>
              <p:cNvPr id="1048712" name=""/>
              <p:cNvSpPr/>
              <p:nvPr/>
            </p:nvSpPr>
            <p:spPr>
              <a:xfrm>
                <a:off x="3737667" y="4621864"/>
                <a:ext cx="488470" cy="428047"/>
              </a:xfrm>
            </p:spPr>
          </p:sp>
        </mc:Fallback>
      </mc:AlternateContent>
      <mc:AlternateContent xmlns:mc="http://schemas.openxmlformats.org/markup-compatibility/2006">
        <mc:Choice xmlns:p14="http://schemas.microsoft.com/office/powerpoint/2010/main" Requires="p14">
          <p:contentPart p14:bwMode="auto" r:id="rId6">
            <p14:nvContentPartPr>
              <p14:cNvPr id="1048713" name=""/>
              <p14:cNvContentPartPr/>
              <p14:nvPr/>
            </p14:nvContentPartPr>
            <p14:xfrm>
              <a:off x="2322908" y="4601812"/>
              <a:ext cx="445748" cy="481706"/>
            </p14:xfrm>
          </p:contentPart>
        </mc:Choice>
        <mc:Fallback>
          <p:sp>
            <p:nvSpPr>
              <p:cNvPr id="1048713" name=""/>
              <p:cNvSpPr/>
              <p:nvPr/>
            </p:nvSpPr>
            <p:spPr>
              <a:xfrm>
                <a:off x="2322908" y="4601812"/>
                <a:ext cx="445748" cy="481706"/>
              </a:xfrm>
            </p:spPr>
          </p:sp>
        </mc:Fallback>
      </mc:AlternateContent>
      <mc:AlternateContent xmlns:mc="http://schemas.openxmlformats.org/markup-compatibility/2006">
        <mc:Choice xmlns:p14="http://schemas.microsoft.com/office/powerpoint/2010/main" Requires="p14">
          <p:contentPart p14:bwMode="auto" r:id="rId7">
            <p14:nvContentPartPr>
              <p14:cNvPr id="1048714" name=""/>
              <p14:cNvContentPartPr/>
              <p14:nvPr/>
            </p14:nvContentPartPr>
            <p14:xfrm>
              <a:off x="1153510" y="4588792"/>
              <a:ext cx="347743" cy="410582"/>
            </p14:xfrm>
          </p:contentPart>
        </mc:Choice>
        <mc:Fallback>
          <p:sp>
            <p:nvSpPr>
              <p:cNvPr id="1048714" name=""/>
              <p:cNvSpPr/>
              <p:nvPr/>
            </p:nvSpPr>
            <p:spPr>
              <a:xfrm>
                <a:off x="1153510" y="4588792"/>
                <a:ext cx="347743" cy="410582"/>
              </a:xfrm>
            </p:spPr>
          </p:sp>
        </mc:Fallback>
      </mc:AlternateContent>
      <mc:AlternateContent xmlns:mc="http://schemas.openxmlformats.org/markup-compatibility/2006">
        <mc:Choice xmlns:p14="http://schemas.microsoft.com/office/powerpoint/2010/main" Requires="p14">
          <p:contentPart p14:bwMode="auto" r:id="rId8">
            <p14:nvContentPartPr>
              <p14:cNvPr id="1048715" name=""/>
              <p14:cNvContentPartPr/>
              <p14:nvPr/>
            </p14:nvContentPartPr>
            <p14:xfrm>
              <a:off x="883119" y="3145629"/>
              <a:ext cx="339812" cy="329190"/>
            </p14:xfrm>
          </p:contentPart>
        </mc:Choice>
        <mc:Fallback>
          <p:sp>
            <p:nvSpPr>
              <p:cNvPr id="1048715" name=""/>
              <p:cNvSpPr/>
              <p:nvPr/>
            </p:nvSpPr>
            <p:spPr>
              <a:xfrm>
                <a:off x="883119" y="3145629"/>
                <a:ext cx="339812" cy="329190"/>
              </a:xfrm>
            </p:spPr>
          </p:sp>
        </mc:Fallback>
      </mc:AlternateContent>
      <mc:AlternateContent xmlns:mc="http://schemas.openxmlformats.org/markup-compatibility/2006">
        <mc:Choice xmlns:p14="http://schemas.microsoft.com/office/powerpoint/2010/main" Requires="p14">
          <p:contentPart p14:bwMode="auto" r:id="rId9">
            <p14:nvContentPartPr>
              <p14:cNvPr id="1048716" name=""/>
              <p14:cNvContentPartPr/>
              <p14:nvPr/>
            </p14:nvContentPartPr>
            <p14:xfrm>
              <a:off x="1406425" y="4796785"/>
              <a:ext cx="132541" cy="100561"/>
            </p14:xfrm>
          </p:contentPart>
        </mc:Choice>
        <mc:Fallback>
          <p:sp>
            <p:nvSpPr>
              <p:cNvPr id="1048716" name=""/>
              <p:cNvSpPr/>
              <p:nvPr/>
            </p:nvSpPr>
            <p:spPr>
              <a:xfrm>
                <a:off x="1406425" y="4796785"/>
                <a:ext cx="132541" cy="100561"/>
              </a:xfrm>
            </p:spPr>
          </p:sp>
        </mc:Fallback>
      </mc:AlternateContent>
      <mc:AlternateContent xmlns:mc="http://schemas.openxmlformats.org/markup-compatibility/2006">
        <mc:Choice xmlns:p14="http://schemas.microsoft.com/office/powerpoint/2010/main" Requires="p14">
          <p:contentPart p14:bwMode="auto" r:id="rId10">
            <p14:nvContentPartPr>
              <p14:cNvPr id="1048717" name=""/>
              <p14:cNvContentPartPr/>
              <p14:nvPr/>
            </p14:nvContentPartPr>
            <p14:xfrm>
              <a:off x="2651560" y="4806747"/>
              <a:ext cx="155590" cy="127490"/>
            </p14:xfrm>
          </p:contentPart>
        </mc:Choice>
        <mc:Fallback>
          <p:sp>
            <p:nvSpPr>
              <p:cNvPr id="1048717" name=""/>
              <p:cNvSpPr/>
              <p:nvPr/>
            </p:nvSpPr>
            <p:spPr>
              <a:xfrm>
                <a:off x="2651560" y="4806747"/>
                <a:ext cx="155590" cy="127490"/>
              </a:xfrm>
            </p:spPr>
          </p:sp>
        </mc:Fallback>
      </mc:AlternateContent>
      <mc:AlternateContent xmlns:mc="http://schemas.openxmlformats.org/markup-compatibility/2006">
        <mc:Choice xmlns:p14="http://schemas.microsoft.com/office/powerpoint/2010/main" Requires="p14">
          <p:contentPart p14:bwMode="auto" r:id="rId11">
            <p14:nvContentPartPr>
              <p14:cNvPr id="1048718" name=""/>
              <p14:cNvContentPartPr/>
              <p14:nvPr/>
            </p14:nvContentPartPr>
            <p14:xfrm>
              <a:off x="2027550" y="4697642"/>
              <a:ext cx="255156" cy="243825"/>
            </p14:xfrm>
          </p:contentPart>
        </mc:Choice>
        <mc:Fallback>
          <p:sp>
            <p:nvSpPr>
              <p:cNvPr id="1048718" name=""/>
              <p:cNvSpPr/>
              <p:nvPr/>
            </p:nvSpPr>
            <p:spPr>
              <a:xfrm>
                <a:off x="2027550" y="4697642"/>
                <a:ext cx="255156" cy="243825"/>
              </a:xfrm>
            </p:spPr>
          </p:sp>
        </mc:Fallback>
      </mc:AlternateContent>
      <mc:AlternateContent xmlns:mc="http://schemas.openxmlformats.org/markup-compatibility/2006">
        <mc:Choice xmlns:p14="http://schemas.microsoft.com/office/powerpoint/2010/main" Requires="p14">
          <p:contentPart p14:bwMode="auto" r:id="rId12">
            <p14:nvContentPartPr>
              <p14:cNvPr id="1048719" name=""/>
              <p14:cNvContentPartPr/>
              <p14:nvPr/>
            </p14:nvContentPartPr>
            <p14:xfrm>
              <a:off x="1504236" y="4891124"/>
              <a:ext cx="1258570" cy="534283"/>
            </p14:xfrm>
          </p:contentPart>
        </mc:Choice>
        <mc:Fallback>
          <p:sp>
            <p:nvSpPr>
              <p:cNvPr id="1048719" name=""/>
              <p:cNvSpPr/>
              <p:nvPr/>
            </p:nvSpPr>
            <p:spPr>
              <a:xfrm>
                <a:off x="1504236" y="4891124"/>
                <a:ext cx="1258570" cy="534283"/>
              </a:xfrm>
            </p:spPr>
          </p:sp>
        </mc:Fallback>
      </mc:AlternateContent>
      <mc:AlternateContent xmlns:mc="http://schemas.openxmlformats.org/markup-compatibility/2006">
        <mc:Choice xmlns:p14="http://schemas.microsoft.com/office/powerpoint/2010/main" Requires="p14">
          <p:contentPart p14:bwMode="auto" r:id="rId13">
            <p14:nvContentPartPr>
              <p14:cNvPr id="1048720" name=""/>
              <p14:cNvContentPartPr/>
              <p14:nvPr/>
            </p14:nvContentPartPr>
            <p14:xfrm>
              <a:off x="286376" y="5688107"/>
              <a:ext cx="48185" cy="73034"/>
            </p14:xfrm>
          </p:contentPart>
        </mc:Choice>
        <mc:Fallback>
          <p:sp>
            <p:nvSpPr>
              <p:cNvPr id="1048720" name=""/>
              <p:cNvSpPr/>
              <p:nvPr/>
            </p:nvSpPr>
            <p:spPr>
              <a:xfrm>
                <a:off x="286376" y="5688107"/>
                <a:ext cx="48185" cy="73034"/>
              </a:xfrm>
            </p:spPr>
          </p:sp>
        </mc:Fallback>
      </mc:AlternateContent>
      <mc:AlternateContent xmlns:mc="http://schemas.openxmlformats.org/markup-compatibility/2006">
        <mc:Choice xmlns:p14="http://schemas.microsoft.com/office/powerpoint/2010/main" Requires="p14">
          <p:contentPart p14:bwMode="auto" r:id="rId14">
            <p14:nvContentPartPr>
              <p14:cNvPr id="1048721" name=""/>
              <p14:cNvContentPartPr/>
              <p14:nvPr/>
            </p14:nvContentPartPr>
            <p14:xfrm>
              <a:off x="292433" y="5688228"/>
              <a:ext cx="1115913" cy="235656"/>
            </p14:xfrm>
          </p:contentPart>
        </mc:Choice>
        <mc:Fallback>
          <p:sp>
            <p:nvSpPr>
              <p:cNvPr id="1048721" name=""/>
              <p:cNvSpPr/>
              <p:nvPr/>
            </p:nvSpPr>
            <p:spPr>
              <a:xfrm>
                <a:off x="292433" y="5688228"/>
                <a:ext cx="1115913" cy="235656"/>
              </a:xfrm>
            </p:spPr>
          </p:sp>
        </mc:Fallback>
      </mc:AlternateContent>
      <mc:AlternateContent xmlns:mc="http://schemas.openxmlformats.org/markup-compatibility/2006">
        <mc:Choice xmlns:p14="http://schemas.microsoft.com/office/powerpoint/2010/main" Requires="p14">
          <p:contentPart p14:bwMode="auto" r:id="rId15">
            <p14:nvContentPartPr>
              <p14:cNvPr id="1048722" name=""/>
              <p14:cNvContentPartPr/>
              <p14:nvPr/>
            </p14:nvContentPartPr>
            <p14:xfrm>
              <a:off x="1426060" y="5889239"/>
              <a:ext cx="1098879" cy="87924"/>
            </p14:xfrm>
          </p:contentPart>
        </mc:Choice>
        <mc:Fallback>
          <p:sp>
            <p:nvSpPr>
              <p:cNvPr id="1048722" name=""/>
              <p:cNvSpPr/>
              <p:nvPr/>
            </p:nvSpPr>
            <p:spPr>
              <a:xfrm>
                <a:off x="1426060" y="5889239"/>
                <a:ext cx="1098879" cy="87924"/>
              </a:xfrm>
            </p:spPr>
          </p:sp>
        </mc:Fallback>
      </mc:AlternateContent>
      <mc:AlternateContent xmlns:mc="http://schemas.openxmlformats.org/markup-compatibility/2006">
        <mc:Choice xmlns:p14="http://schemas.microsoft.com/office/powerpoint/2010/main" Requires="p14">
          <p:contentPart p14:bwMode="auto" r:id="rId16">
            <p14:nvContentPartPr>
              <p14:cNvPr id="1048723" name=""/>
              <p14:cNvContentPartPr/>
              <p14:nvPr/>
            </p14:nvContentPartPr>
            <p14:xfrm>
              <a:off x="2538517" y="5922198"/>
              <a:ext cx="941265" cy="93036"/>
            </p14:xfrm>
          </p:contentPart>
        </mc:Choice>
        <mc:Fallback>
          <p:sp>
            <p:nvSpPr>
              <p:cNvPr id="1048723" name=""/>
              <p:cNvSpPr/>
              <p:nvPr/>
            </p:nvSpPr>
            <p:spPr>
              <a:xfrm>
                <a:off x="2538517" y="5922198"/>
                <a:ext cx="941265" cy="93036"/>
              </a:xfrm>
            </p:spPr>
          </p:sp>
        </mc:Fallback>
      </mc:AlternateContent>
      <mc:AlternateContent xmlns:mc="http://schemas.openxmlformats.org/markup-compatibility/2006">
        <mc:Choice xmlns:p14="http://schemas.microsoft.com/office/powerpoint/2010/main" Requires="p14">
          <p:contentPart p14:bwMode="auto" r:id="rId17">
            <p14:nvContentPartPr>
              <p14:cNvPr id="1048724" name=""/>
              <p14:cNvContentPartPr/>
              <p14:nvPr/>
            </p14:nvContentPartPr>
            <p14:xfrm>
              <a:off x="3047417" y="5864523"/>
              <a:ext cx="197079" cy="196086"/>
            </p14:xfrm>
          </p:contentPart>
        </mc:Choice>
        <mc:Fallback>
          <p:sp>
            <p:nvSpPr>
              <p:cNvPr id="1048724" name=""/>
              <p:cNvSpPr/>
              <p:nvPr/>
            </p:nvSpPr>
            <p:spPr>
              <a:xfrm>
                <a:off x="3047417" y="5864523"/>
                <a:ext cx="197079" cy="196086"/>
              </a:xfrm>
            </p:spPr>
          </p:sp>
        </mc:Fallback>
      </mc:AlternateContent>
      <mc:AlternateContent xmlns:mc="http://schemas.openxmlformats.org/markup-compatibility/2006">
        <mc:Choice xmlns:p14="http://schemas.microsoft.com/office/powerpoint/2010/main" Requires="p14">
          <p:contentPart p14:bwMode="auto" r:id="rId18">
            <p14:nvContentPartPr>
              <p14:cNvPr id="1048725" name=""/>
              <p14:cNvContentPartPr/>
              <p14:nvPr/>
            </p14:nvContentPartPr>
            <p14:xfrm>
              <a:off x="2027550" y="5817129"/>
              <a:ext cx="203889" cy="245822"/>
            </p14:xfrm>
          </p:contentPart>
        </mc:Choice>
        <mc:Fallback>
          <p:sp>
            <p:nvSpPr>
              <p:cNvPr id="1048725" name=""/>
              <p:cNvSpPr/>
              <p:nvPr/>
            </p:nvSpPr>
            <p:spPr>
              <a:xfrm>
                <a:off x="2027550" y="5817129"/>
                <a:ext cx="203889" cy="245822"/>
              </a:xfrm>
            </p:spPr>
          </p:sp>
        </mc:Fallback>
      </mc:AlternateContent>
      <mc:AlternateContent xmlns:mc="http://schemas.openxmlformats.org/markup-compatibility/2006">
        <mc:Choice xmlns:p14="http://schemas.microsoft.com/office/powerpoint/2010/main" Requires="p14">
          <p:contentPart p14:bwMode="auto" r:id="rId19">
            <p14:nvContentPartPr>
              <p14:cNvPr id="1048726" name=""/>
              <p14:cNvContentPartPr/>
              <p14:nvPr/>
            </p14:nvContentPartPr>
            <p14:xfrm>
              <a:off x="953055" y="5694998"/>
              <a:ext cx="187021" cy="288790"/>
            </p14:xfrm>
          </p:contentPart>
        </mc:Choice>
        <mc:Fallback>
          <p:sp>
            <p:nvSpPr>
              <p:cNvPr id="1048726" name=""/>
              <p:cNvSpPr/>
              <p:nvPr/>
            </p:nvSpPr>
            <p:spPr>
              <a:xfrm>
                <a:off x="953055" y="5694998"/>
                <a:ext cx="187021" cy="288790"/>
              </a:xfrm>
            </p:spPr>
          </p:sp>
        </mc:Fallback>
      </mc:AlternateContent>
      <mc:AlternateContent xmlns:mc="http://schemas.openxmlformats.org/markup-compatibility/2006">
        <mc:Choice xmlns:p14="http://schemas.microsoft.com/office/powerpoint/2010/main" Requires="p14">
          <p:contentPart p14:bwMode="auto" r:id="rId20">
            <p14:nvContentPartPr>
              <p14:cNvPr id="1048727" name=""/>
              <p14:cNvContentPartPr/>
              <p14:nvPr/>
            </p14:nvContentPartPr>
            <p14:xfrm>
              <a:off x="284563" y="5253702"/>
              <a:ext cx="3121460" cy="693764"/>
            </p14:xfrm>
          </p:contentPart>
        </mc:Choice>
        <mc:Fallback>
          <p:sp>
            <p:nvSpPr>
              <p:cNvPr id="1048727" name=""/>
              <p:cNvSpPr/>
              <p:nvPr/>
            </p:nvSpPr>
            <p:spPr>
              <a:xfrm>
                <a:off x="284563" y="5253702"/>
                <a:ext cx="3121460" cy="693764"/>
              </a:xfrm>
            </p:spPr>
          </p:sp>
        </mc:Fallback>
      </mc:AlternateContent>
      <mc:AlternateContent xmlns:mc="http://schemas.openxmlformats.org/markup-compatibility/2006">
        <mc:Choice xmlns:p14="http://schemas.microsoft.com/office/powerpoint/2010/main" Requires="p14">
          <p:contentPart p14:bwMode="auto" r:id="rId21">
            <p14:nvContentPartPr>
              <p14:cNvPr id="1048728" name=""/>
              <p14:cNvContentPartPr/>
              <p14:nvPr/>
            </p14:nvContentPartPr>
            <p14:xfrm>
              <a:off x="1556272" y="5194497"/>
              <a:ext cx="128347" cy="192002"/>
            </p14:xfrm>
          </p:contentPart>
        </mc:Choice>
        <mc:Fallback>
          <p:sp>
            <p:nvSpPr>
              <p:cNvPr id="1048728" name=""/>
              <p:cNvSpPr/>
              <p:nvPr/>
            </p:nvSpPr>
            <p:spPr>
              <a:xfrm>
                <a:off x="1556272" y="5194497"/>
                <a:ext cx="128347" cy="192002"/>
              </a:xfrm>
            </p:spPr>
          </p:sp>
        </mc:Fallback>
      </mc:AlternateContent>
      <mc:AlternateContent xmlns:mc="http://schemas.openxmlformats.org/markup-compatibility/2006">
        <mc:Choice xmlns:p14="http://schemas.microsoft.com/office/powerpoint/2010/main" Requires="p14">
          <p:contentPart p14:bwMode="auto" r:id="rId22">
            <p14:nvContentPartPr>
              <p14:cNvPr id="1048729" name=""/>
              <p14:cNvContentPartPr/>
              <p14:nvPr/>
            </p14:nvContentPartPr>
            <p14:xfrm>
              <a:off x="1383308" y="5872335"/>
              <a:ext cx="7692" cy="18801"/>
            </p14:xfrm>
          </p:contentPart>
        </mc:Choice>
        <mc:Fallback>
          <p:sp>
            <p:nvSpPr>
              <p:cNvPr id="1048729" name=""/>
              <p:cNvSpPr/>
              <p:nvPr/>
            </p:nvSpPr>
            <p:spPr>
              <a:xfrm>
                <a:off x="1383308" y="5872335"/>
                <a:ext cx="7692" cy="18801"/>
              </a:xfrm>
            </p:spPr>
          </p:sp>
        </mc:Fallback>
      </mc:AlternateContent>
      <mc:AlternateContent xmlns:mc="http://schemas.openxmlformats.org/markup-compatibility/2006">
        <mc:Choice xmlns:p14="http://schemas.microsoft.com/office/powerpoint/2010/main" Requires="p14">
          <p:contentPart p14:bwMode="auto" r:id="rId23">
            <p14:nvContentPartPr>
              <p14:cNvPr id="1048730" name=""/>
              <p14:cNvContentPartPr/>
              <p14:nvPr/>
            </p14:nvContentPartPr>
            <p14:xfrm>
              <a:off x="1405819" y="5922505"/>
              <a:ext cx="1084569" cy="435884"/>
            </p14:xfrm>
          </p:contentPart>
        </mc:Choice>
        <mc:Fallback>
          <p:sp>
            <p:nvSpPr>
              <p:cNvPr id="1048730" name=""/>
              <p:cNvSpPr/>
              <p:nvPr/>
            </p:nvSpPr>
            <p:spPr>
              <a:xfrm>
                <a:off x="1405819" y="5922505"/>
                <a:ext cx="1084569" cy="435884"/>
              </a:xfrm>
            </p:spPr>
          </p:sp>
        </mc:Fallback>
      </mc:AlternateContent>
      <mc:AlternateContent xmlns:mc="http://schemas.openxmlformats.org/markup-compatibility/2006">
        <mc:Choice xmlns:p14="http://schemas.microsoft.com/office/powerpoint/2010/main" Requires="p14">
          <p:contentPart p14:bwMode="auto" r:id="rId24">
            <p14:nvContentPartPr>
              <p14:cNvPr id="1048731" name=""/>
              <p14:cNvContentPartPr/>
              <p14:nvPr/>
            </p14:nvContentPartPr>
            <p14:xfrm>
              <a:off x="1407806" y="5905618"/>
              <a:ext cx="118837" cy="187569"/>
            </p14:xfrm>
          </p:contentPart>
        </mc:Choice>
        <mc:Fallback>
          <p:sp>
            <p:nvSpPr>
              <p:cNvPr id="1048731" name=""/>
              <p:cNvSpPr/>
              <p:nvPr/>
            </p:nvSpPr>
            <p:spPr>
              <a:xfrm>
                <a:off x="1407806" y="5905618"/>
                <a:ext cx="118837" cy="187569"/>
              </a:xfrm>
            </p:spPr>
          </p:sp>
        </mc:Fallback>
      </mc:AlternateContent>
      <mc:AlternateContent xmlns:mc="http://schemas.openxmlformats.org/markup-compatibility/2006">
        <mc:Choice xmlns:p14="http://schemas.microsoft.com/office/powerpoint/2010/main" Requires="p14">
          <p:contentPart p14:bwMode="auto" r:id="rId25">
            <p14:nvContentPartPr>
              <p14:cNvPr id="1048732" name=""/>
              <p14:cNvContentPartPr/>
              <p14:nvPr/>
            </p14:nvContentPartPr>
            <p14:xfrm>
              <a:off x="294866" y="5325482"/>
              <a:ext cx="314221" cy="363527"/>
            </p14:xfrm>
          </p:contentPart>
        </mc:Choice>
        <mc:Fallback>
          <p:sp>
            <p:nvSpPr>
              <p:cNvPr id="1048732" name=""/>
              <p:cNvSpPr/>
              <p:nvPr/>
            </p:nvSpPr>
            <p:spPr>
              <a:xfrm>
                <a:off x="294866" y="5325482"/>
                <a:ext cx="314221" cy="363527"/>
              </a:xfrm>
            </p:spPr>
          </p:sp>
        </mc:Fallback>
      </mc:AlternateContent>
      <mc:AlternateContent xmlns:mc="http://schemas.openxmlformats.org/markup-compatibility/2006">
        <mc:Choice xmlns:p14="http://schemas.microsoft.com/office/powerpoint/2010/main" Requires="p14">
          <p:contentPart p14:bwMode="auto" r:id="rId26">
            <p14:nvContentPartPr>
              <p14:cNvPr id="1048733" name=""/>
              <p14:cNvContentPartPr/>
              <p14:nvPr/>
            </p14:nvContentPartPr>
            <p14:xfrm>
              <a:off x="1594696" y="6163583"/>
              <a:ext cx="16568" cy="1188"/>
            </p14:xfrm>
          </p:contentPart>
        </mc:Choice>
        <mc:Fallback>
          <p:sp>
            <p:nvSpPr>
              <p:cNvPr id="1048733" name=""/>
              <p:cNvSpPr/>
              <p:nvPr/>
            </p:nvSpPr>
            <p:spPr>
              <a:xfrm>
                <a:off x="1594696" y="6163583"/>
                <a:ext cx="16568" cy="1188"/>
              </a:xfrm>
            </p:spPr>
          </p:sp>
        </mc:Fallback>
      </mc:AlternateContent>
      <mc:AlternateContent xmlns:mc="http://schemas.openxmlformats.org/markup-compatibility/2006">
        <mc:Choice xmlns:p14="http://schemas.microsoft.com/office/powerpoint/2010/main" Requires="p14">
          <p:contentPart p14:bwMode="auto" r:id="rId27">
            <p14:nvContentPartPr>
              <p14:cNvPr id="1048734" name=""/>
              <p14:cNvContentPartPr/>
              <p14:nvPr/>
            </p14:nvContentPartPr>
            <p14:xfrm>
              <a:off x="671119" y="5759720"/>
              <a:ext cx="86110" cy="13400"/>
            </p14:xfrm>
          </p:contentPart>
        </mc:Choice>
        <mc:Fallback>
          <p:sp>
            <p:nvSpPr>
              <p:cNvPr id="1048734" name=""/>
              <p:cNvSpPr/>
              <p:nvPr/>
            </p:nvSpPr>
            <p:spPr>
              <a:xfrm>
                <a:off x="671119" y="5759720"/>
                <a:ext cx="86110" cy="13400"/>
              </a:xfrm>
            </p:spPr>
          </p:sp>
        </mc:Fallback>
      </mc:AlternateContent>
      <mc:AlternateContent xmlns:mc="http://schemas.openxmlformats.org/markup-compatibility/2006">
        <mc:Choice xmlns:p14="http://schemas.microsoft.com/office/powerpoint/2010/main" Requires="p14">
          <p:contentPart p14:bwMode="auto" r:id="rId28">
            <p14:nvContentPartPr>
              <p14:cNvPr id="1048735" name=""/>
              <p14:cNvContentPartPr/>
              <p14:nvPr/>
            </p14:nvContentPartPr>
            <p14:xfrm>
              <a:off x="292433" y="5681777"/>
              <a:ext cx="302170" cy="40130"/>
            </p14:xfrm>
          </p:contentPart>
        </mc:Choice>
        <mc:Fallback>
          <p:sp>
            <p:nvSpPr>
              <p:cNvPr id="1048735" name=""/>
              <p:cNvSpPr/>
              <p:nvPr/>
            </p:nvSpPr>
            <p:spPr>
              <a:xfrm>
                <a:off x="292433" y="5681777"/>
                <a:ext cx="302170" cy="40130"/>
              </a:xfrm>
            </p:spPr>
          </p:sp>
        </mc:Fallback>
      </mc:AlternateContent>
      <mc:AlternateContent xmlns:mc="http://schemas.openxmlformats.org/markup-compatibility/2006">
        <mc:Choice xmlns:p14="http://schemas.microsoft.com/office/powerpoint/2010/main" Requires="p14">
          <p:contentPart p14:bwMode="auto" r:id="rId29">
            <p14:nvContentPartPr>
              <p14:cNvPr id="1048736" name=""/>
              <p14:cNvContentPartPr/>
              <p14:nvPr/>
            </p14:nvContentPartPr>
            <p14:xfrm>
              <a:off x="591817" y="5866346"/>
              <a:ext cx="20048" cy="303516"/>
            </p14:xfrm>
          </p:contentPart>
        </mc:Choice>
        <mc:Fallback>
          <p:sp>
            <p:nvSpPr>
              <p:cNvPr id="1048736" name=""/>
              <p:cNvSpPr/>
              <p:nvPr/>
            </p:nvSpPr>
            <p:spPr>
              <a:xfrm>
                <a:off x="591817" y="5866346"/>
                <a:ext cx="20048" cy="303516"/>
              </a:xfrm>
            </p:spPr>
          </p:sp>
        </mc:Fallback>
      </mc:AlternateContent>
      <mc:AlternateContent xmlns:mc="http://schemas.openxmlformats.org/markup-compatibility/2006">
        <mc:Choice xmlns:p14="http://schemas.microsoft.com/office/powerpoint/2010/main" Requires="p14">
          <p:contentPart p14:bwMode="auto" r:id="rId30">
            <p14:nvContentPartPr>
              <p14:cNvPr id="1048737" name=""/>
              <p14:cNvContentPartPr/>
              <p14:nvPr/>
            </p14:nvContentPartPr>
            <p14:xfrm>
              <a:off x="610939" y="5908531"/>
              <a:ext cx="181125" cy="38788"/>
            </p14:xfrm>
          </p:contentPart>
        </mc:Choice>
        <mc:Fallback>
          <p:sp>
            <p:nvSpPr>
              <p:cNvPr id="1048737" name=""/>
              <p:cNvSpPr/>
              <p:nvPr/>
            </p:nvSpPr>
            <p:spPr>
              <a:xfrm>
                <a:off x="610939" y="5908531"/>
                <a:ext cx="181125" cy="38788"/>
              </a:xfrm>
            </p:spPr>
          </p:sp>
        </mc:Fallback>
      </mc:AlternateContent>
      <mc:AlternateContent xmlns:mc="http://schemas.openxmlformats.org/markup-compatibility/2006">
        <mc:Choice xmlns:p14="http://schemas.microsoft.com/office/powerpoint/2010/main" Requires="p14">
          <p:contentPart p14:bwMode="auto" r:id="rId31">
            <p14:nvContentPartPr>
              <p14:cNvPr id="1048738" name=""/>
              <p14:cNvContentPartPr/>
              <p14:nvPr/>
            </p14:nvContentPartPr>
            <p14:xfrm>
              <a:off x="575755" y="5979362"/>
              <a:ext cx="140456" cy="52064"/>
            </p14:xfrm>
          </p:contentPart>
        </mc:Choice>
        <mc:Fallback>
          <p:sp>
            <p:nvSpPr>
              <p:cNvPr id="1048738" name=""/>
              <p:cNvSpPr/>
              <p:nvPr/>
            </p:nvSpPr>
            <p:spPr>
              <a:xfrm>
                <a:off x="575755" y="5979362"/>
                <a:ext cx="140456" cy="52064"/>
              </a:xfrm>
            </p:spPr>
          </p:sp>
        </mc:Fallback>
      </mc:AlternateContent>
      <mc:AlternateContent xmlns:mc="http://schemas.openxmlformats.org/markup-compatibility/2006">
        <mc:Choice xmlns:p14="http://schemas.microsoft.com/office/powerpoint/2010/main" Requires="p14">
          <p:contentPart p14:bwMode="auto" r:id="rId32">
            <p14:nvContentPartPr>
              <p14:cNvPr id="1048739" name=""/>
              <p14:cNvContentPartPr/>
              <p14:nvPr/>
            </p14:nvContentPartPr>
            <p14:xfrm>
              <a:off x="789752" y="6097586"/>
              <a:ext cx="29808" cy="299479"/>
            </p14:xfrm>
          </p:contentPart>
        </mc:Choice>
        <mc:Fallback>
          <p:sp>
            <p:nvSpPr>
              <p:cNvPr id="1048739" name=""/>
              <p:cNvSpPr/>
              <p:nvPr/>
            </p:nvSpPr>
            <p:spPr>
              <a:xfrm>
                <a:off x="789752" y="6097586"/>
                <a:ext cx="29808" cy="299479"/>
              </a:xfrm>
            </p:spPr>
          </p:sp>
        </mc:Fallback>
      </mc:AlternateContent>
      <mc:AlternateContent xmlns:mc="http://schemas.openxmlformats.org/markup-compatibility/2006">
        <mc:Choice xmlns:p14="http://schemas.microsoft.com/office/powerpoint/2010/main" Requires="p14">
          <p:contentPart p14:bwMode="auto" r:id="rId33">
            <p14:nvContentPartPr>
              <p14:cNvPr id="1048740" name=""/>
              <p14:cNvContentPartPr/>
              <p14:nvPr/>
            </p14:nvContentPartPr>
            <p14:xfrm>
              <a:off x="378763" y="5042160"/>
              <a:ext cx="35887" cy="232096"/>
            </p14:xfrm>
          </p:contentPart>
        </mc:Choice>
        <mc:Fallback>
          <p:sp>
            <p:nvSpPr>
              <p:cNvPr id="1048740" name=""/>
              <p:cNvSpPr/>
              <p:nvPr/>
            </p:nvSpPr>
            <p:spPr>
              <a:xfrm>
                <a:off x="378763" y="5042160"/>
                <a:ext cx="35887" cy="232096"/>
              </a:xfrm>
            </p:spPr>
          </p:sp>
        </mc:Fallback>
      </mc:AlternateContent>
      <mc:AlternateContent xmlns:mc="http://schemas.openxmlformats.org/markup-compatibility/2006">
        <mc:Choice xmlns:p14="http://schemas.microsoft.com/office/powerpoint/2010/main" Requires="p14">
          <p:contentPart p14:bwMode="auto" r:id="rId34">
            <p14:nvContentPartPr>
              <p14:cNvPr id="1048741" name=""/>
              <p14:cNvContentPartPr/>
              <p14:nvPr/>
            </p14:nvContentPartPr>
            <p14:xfrm>
              <a:off x="295674" y="4972216"/>
              <a:ext cx="309478" cy="49045"/>
            </p14:xfrm>
          </p:contentPart>
        </mc:Choice>
        <mc:Fallback>
          <p:sp>
            <p:nvSpPr>
              <p:cNvPr id="1048741" name=""/>
              <p:cNvSpPr/>
              <p:nvPr/>
            </p:nvSpPr>
            <p:spPr>
              <a:xfrm>
                <a:off x="295674" y="4972216"/>
                <a:ext cx="309478" cy="49045"/>
              </a:xfrm>
            </p:spPr>
          </p:sp>
        </mc:Fallback>
      </mc:AlternateContent>
      <mc:AlternateContent xmlns:mc="http://schemas.openxmlformats.org/markup-compatibility/2006">
        <mc:Choice xmlns:p14="http://schemas.microsoft.com/office/powerpoint/2010/main" Requires="p14">
          <p:contentPart p14:bwMode="auto" r:id="rId35">
            <p14:nvContentPartPr>
              <p14:cNvPr id="1048742" name=""/>
              <p14:cNvContentPartPr/>
              <p14:nvPr/>
            </p14:nvContentPartPr>
            <p14:xfrm>
              <a:off x="393355" y="5129509"/>
              <a:ext cx="186208" cy="26379"/>
            </p14:xfrm>
          </p:contentPart>
        </mc:Choice>
        <mc:Fallback>
          <p:sp>
            <p:nvSpPr>
              <p:cNvPr id="1048742" name=""/>
              <p:cNvSpPr/>
              <p:nvPr/>
            </p:nvSpPr>
            <p:spPr>
              <a:xfrm>
                <a:off x="393355" y="5129509"/>
                <a:ext cx="186208" cy="26379"/>
              </a:xfrm>
            </p:spPr>
          </p:sp>
        </mc:Fallback>
      </mc:AlternateContent>
      <mc:AlternateContent xmlns:mc="http://schemas.openxmlformats.org/markup-compatibility/2006">
        <mc:Choice xmlns:p14="http://schemas.microsoft.com/office/powerpoint/2010/main" Requires="p14">
          <p:contentPart p14:bwMode="auto" r:id="rId36">
            <p14:nvContentPartPr>
              <p14:cNvPr id="1048743" name=""/>
              <p14:cNvContentPartPr/>
              <p14:nvPr/>
            </p14:nvContentPartPr>
            <p14:xfrm>
              <a:off x="603995" y="5055810"/>
              <a:ext cx="278601" cy="132358"/>
            </p14:xfrm>
          </p:contentPart>
        </mc:Choice>
        <mc:Fallback>
          <p:sp>
            <p:nvSpPr>
              <p:cNvPr id="1048743" name=""/>
              <p:cNvSpPr/>
              <p:nvPr/>
            </p:nvSpPr>
            <p:spPr>
              <a:xfrm>
                <a:off x="603995" y="5055810"/>
                <a:ext cx="278601" cy="132358"/>
              </a:xfrm>
            </p:spPr>
          </p:sp>
        </mc:Fallback>
      </mc:AlternateContent>
      <mc:AlternateContent xmlns:mc="http://schemas.openxmlformats.org/markup-compatibility/2006">
        <mc:Choice xmlns:p14="http://schemas.microsoft.com/office/powerpoint/2010/main" Requires="p14">
          <p:contentPart p14:bwMode="auto" r:id="rId37">
            <p14:nvContentPartPr>
              <p14:cNvPr id="1048744" name=""/>
              <p14:cNvContentPartPr/>
              <p14:nvPr/>
            </p14:nvContentPartPr>
            <p14:xfrm>
              <a:off x="0" y="0"/>
              <a:ext cx="0" cy="0"/>
            </p14:xfrm>
          </p:contentPart>
        </mc:Choice>
        <mc:Fallback>
          <p:sp>
            <p:nvSpPr>
              <p:cNvPr id="1048744"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38">
            <p14:nvContentPartPr>
              <p14:cNvPr id="1048745" name=""/>
              <p14:cNvContentPartPr/>
              <p14:nvPr/>
            </p14:nvContentPartPr>
            <p14:xfrm>
              <a:off x="0" y="0"/>
              <a:ext cx="0" cy="0"/>
            </p14:xfrm>
          </p:contentPart>
        </mc:Choice>
        <mc:Fallback>
          <p:sp>
            <p:nvSpPr>
              <p:cNvPr id="1048745"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39">
            <p14:nvContentPartPr>
              <p14:cNvPr id="1048746" name=""/>
              <p14:cNvContentPartPr/>
              <p14:nvPr/>
            </p14:nvContentPartPr>
            <p14:xfrm>
              <a:off x="0" y="0"/>
              <a:ext cx="0" cy="0"/>
            </p14:xfrm>
          </p:contentPart>
        </mc:Choice>
        <mc:Fallback>
          <p:sp>
            <p:nvSpPr>
              <p:cNvPr id="1048746"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40">
            <p14:nvContentPartPr>
              <p14:cNvPr id="1048747" name=""/>
              <p14:cNvContentPartPr/>
              <p14:nvPr/>
            </p14:nvContentPartPr>
            <p14:xfrm>
              <a:off x="0" y="0"/>
              <a:ext cx="0" cy="0"/>
            </p14:xfrm>
          </p:contentPart>
        </mc:Choice>
        <mc:Fallback>
          <p:sp>
            <p:nvSpPr>
              <p:cNvPr id="1048747"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41">
            <p14:nvContentPartPr>
              <p14:cNvPr id="1048748" name=""/>
              <p14:cNvContentPartPr/>
              <p14:nvPr/>
            </p14:nvContentPartPr>
            <p14:xfrm>
              <a:off x="0" y="0"/>
              <a:ext cx="0" cy="0"/>
            </p14:xfrm>
          </p:contentPart>
        </mc:Choice>
        <mc:Fallback>
          <p:sp>
            <p:nvSpPr>
              <p:cNvPr id="1048748"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42">
            <p14:nvContentPartPr>
              <p14:cNvPr id="1048749" name=""/>
              <p14:cNvContentPartPr/>
              <p14:nvPr/>
            </p14:nvContentPartPr>
            <p14:xfrm>
              <a:off x="0" y="0"/>
              <a:ext cx="0" cy="0"/>
            </p14:xfrm>
          </p:contentPart>
        </mc:Choice>
        <mc:Fallback>
          <p:sp>
            <p:nvSpPr>
              <p:cNvPr id="1048749"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43">
            <p14:nvContentPartPr>
              <p14:cNvPr id="1048750" name=""/>
              <p14:cNvContentPartPr/>
              <p14:nvPr/>
            </p14:nvContentPartPr>
            <p14:xfrm>
              <a:off x="1286375" y="5366626"/>
              <a:ext cx="42632" cy="8168"/>
            </p14:xfrm>
          </p:contentPart>
        </mc:Choice>
        <mc:Fallback>
          <p:sp>
            <p:nvSpPr>
              <p:cNvPr id="1048750" name=""/>
              <p:cNvSpPr/>
              <p:nvPr/>
            </p:nvSpPr>
            <p:spPr>
              <a:xfrm>
                <a:off x="1286375" y="5366626"/>
                <a:ext cx="42632" cy="8168"/>
              </a:xfrm>
            </p:spPr>
          </p:sp>
        </mc:Fallback>
      </mc:AlternateContent>
      <mc:AlternateContent xmlns:mc="http://schemas.openxmlformats.org/markup-compatibility/2006">
        <mc:Choice xmlns:p14="http://schemas.microsoft.com/office/powerpoint/2010/main" Requires="p14">
          <p:contentPart p14:bwMode="auto" r:id="rId44">
            <p14:nvContentPartPr>
              <p14:cNvPr id="1048751" name=""/>
              <p14:cNvContentPartPr/>
              <p14:nvPr/>
            </p14:nvContentPartPr>
            <p14:xfrm>
              <a:off x="1368209" y="5396007"/>
              <a:ext cx="5199" cy="20876"/>
            </p14:xfrm>
          </p:contentPart>
        </mc:Choice>
        <mc:Fallback>
          <p:sp>
            <p:nvSpPr>
              <p:cNvPr id="1048751" name=""/>
              <p:cNvSpPr/>
              <p:nvPr/>
            </p:nvSpPr>
            <p:spPr>
              <a:xfrm>
                <a:off x="1368209" y="5396007"/>
                <a:ext cx="5199" cy="20876"/>
              </a:xfrm>
            </p:spPr>
          </p:sp>
        </mc:Fallback>
      </mc:AlternateContent>
      <mc:AlternateContent xmlns:mc="http://schemas.openxmlformats.org/markup-compatibility/2006">
        <mc:Choice xmlns:p14="http://schemas.microsoft.com/office/powerpoint/2010/main" Requires="p14">
          <p:contentPart p14:bwMode="auto" r:id="rId45">
            <p14:nvContentPartPr>
              <p14:cNvPr id="1048752" name=""/>
              <p14:cNvContentPartPr/>
              <p14:nvPr/>
            </p14:nvContentPartPr>
            <p14:xfrm>
              <a:off x="1383315" y="5323659"/>
              <a:ext cx="2130" cy="16235"/>
            </p14:xfrm>
          </p:contentPart>
        </mc:Choice>
        <mc:Fallback>
          <p:sp>
            <p:nvSpPr>
              <p:cNvPr id="1048752" name=""/>
              <p:cNvSpPr/>
              <p:nvPr/>
            </p:nvSpPr>
            <p:spPr>
              <a:xfrm>
                <a:off x="1383315" y="5323659"/>
                <a:ext cx="2130" cy="16235"/>
              </a:xfrm>
            </p:spPr>
          </p:sp>
        </mc:Fallback>
      </mc:AlternateContent>
      <mc:AlternateContent xmlns:mc="http://schemas.openxmlformats.org/markup-compatibility/2006">
        <mc:Choice xmlns:p14="http://schemas.microsoft.com/office/powerpoint/2010/main" Requires="p14">
          <p:contentPart p14:bwMode="auto" r:id="rId46">
            <p14:nvContentPartPr>
              <p14:cNvPr id="1048753" name=""/>
              <p14:cNvContentPartPr/>
              <p14:nvPr/>
            </p14:nvContentPartPr>
            <p14:xfrm>
              <a:off x="1736970" y="6092406"/>
              <a:ext cx="55403" cy="11170"/>
            </p14:xfrm>
          </p:contentPart>
        </mc:Choice>
        <mc:Fallback>
          <p:sp>
            <p:nvSpPr>
              <p:cNvPr id="1048753" name=""/>
              <p:cNvSpPr/>
              <p:nvPr/>
            </p:nvSpPr>
            <p:spPr>
              <a:xfrm>
                <a:off x="1736970" y="6092406"/>
                <a:ext cx="55403" cy="11170"/>
              </a:xfrm>
            </p:spPr>
          </p:sp>
        </mc:Fallback>
      </mc:AlternateContent>
      <mc:AlternateContent xmlns:mc="http://schemas.openxmlformats.org/markup-compatibility/2006">
        <mc:Choice xmlns:p14="http://schemas.microsoft.com/office/powerpoint/2010/main" Requires="p14">
          <p:contentPart p14:bwMode="auto" r:id="rId47">
            <p14:nvContentPartPr>
              <p14:cNvPr id="1048754" name=""/>
              <p14:cNvContentPartPr/>
              <p14:nvPr/>
            </p14:nvContentPartPr>
            <p14:xfrm>
              <a:off x="1784275" y="6070728"/>
              <a:ext cx="30782" cy="32847"/>
            </p14:xfrm>
          </p:contentPart>
        </mc:Choice>
        <mc:Fallback>
          <p:sp>
            <p:nvSpPr>
              <p:cNvPr id="1048754" name=""/>
              <p:cNvSpPr/>
              <p:nvPr/>
            </p:nvSpPr>
            <p:spPr>
              <a:xfrm>
                <a:off x="1784275" y="6070728"/>
                <a:ext cx="30782" cy="32847"/>
              </a:xfrm>
            </p:spPr>
          </p:sp>
        </mc:Fallback>
      </mc:AlternateContent>
      <mc:AlternateContent xmlns:mc="http://schemas.openxmlformats.org/markup-compatibility/2006">
        <mc:Choice xmlns:p14="http://schemas.microsoft.com/office/powerpoint/2010/main" Requires="p14">
          <p:contentPart p14:bwMode="auto" r:id="rId48">
            <p14:nvContentPartPr>
              <p14:cNvPr id="1048755" name=""/>
              <p14:cNvContentPartPr/>
              <p14:nvPr/>
            </p14:nvContentPartPr>
            <p14:xfrm>
              <a:off x="1745980" y="6083524"/>
              <a:ext cx="68152" cy="120040"/>
            </p14:xfrm>
          </p:contentPart>
        </mc:Choice>
        <mc:Fallback>
          <p:sp>
            <p:nvSpPr>
              <p:cNvPr id="1048755" name=""/>
              <p:cNvSpPr/>
              <p:nvPr/>
            </p:nvSpPr>
            <p:spPr>
              <a:xfrm>
                <a:off x="1745980" y="6083524"/>
                <a:ext cx="68152" cy="120040"/>
              </a:xfrm>
            </p:spPr>
          </p:sp>
        </mc:Fallback>
      </mc:AlternateContent>
      <mc:AlternateContent xmlns:mc="http://schemas.openxmlformats.org/markup-compatibility/2006">
        <mc:Choice xmlns:p14="http://schemas.microsoft.com/office/powerpoint/2010/main" Requires="p14">
          <p:contentPart p14:bwMode="auto" r:id="rId49">
            <p14:nvContentPartPr>
              <p14:cNvPr id="1048756" name=""/>
              <p14:cNvContentPartPr/>
              <p14:nvPr/>
            </p14:nvContentPartPr>
            <p14:xfrm>
              <a:off x="1754260" y="6092639"/>
              <a:ext cx="18669" cy="36535"/>
            </p14:xfrm>
          </p:contentPart>
        </mc:Choice>
        <mc:Fallback>
          <p:sp>
            <p:nvSpPr>
              <p:cNvPr id="1048756" name=""/>
              <p:cNvSpPr/>
              <p:nvPr/>
            </p:nvSpPr>
            <p:spPr>
              <a:xfrm>
                <a:off x="1754260" y="6092639"/>
                <a:ext cx="18669" cy="36535"/>
              </a:xfrm>
            </p:spPr>
          </p:sp>
        </mc:Fallback>
      </mc:AlternateContent>
      <mc:AlternateContent xmlns:mc="http://schemas.openxmlformats.org/markup-compatibility/2006">
        <mc:Choice xmlns:p14="http://schemas.microsoft.com/office/powerpoint/2010/main" Requires="p14">
          <p:contentPart p14:bwMode="auto" r:id="rId50">
            <p14:nvContentPartPr>
              <p14:cNvPr id="1048757" name=""/>
              <p14:cNvContentPartPr/>
              <p14:nvPr/>
            </p14:nvContentPartPr>
            <p14:xfrm>
              <a:off x="831916" y="3458950"/>
              <a:ext cx="351170" cy="273224"/>
            </p14:xfrm>
          </p:contentPart>
        </mc:Choice>
        <mc:Fallback>
          <p:sp>
            <p:nvSpPr>
              <p:cNvPr id="1048757" name=""/>
              <p:cNvSpPr/>
              <p:nvPr/>
            </p:nvSpPr>
            <p:spPr>
              <a:xfrm>
                <a:off x="831916" y="3458950"/>
                <a:ext cx="351170" cy="273224"/>
              </a:xfrm>
            </p:spPr>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1048602" name="Title 1"/>
          <p:cNvSpPr>
            <a:spLocks noGrp="1"/>
          </p:cNvSpPr>
          <p:nvPr>
            <p:ph type="title"/>
          </p:nvPr>
        </p:nvSpPr>
        <p:spPr>
          <a:xfrm>
            <a:off x="365589" y="303481"/>
            <a:ext cx="10515600" cy="734210"/>
          </a:xfrm>
        </p:spPr>
        <p:txBody>
          <a:bodyPr/>
          <a:p>
            <a:r>
              <a:rPr b="1" dirty="0" lang="en-US"/>
              <a:t>Signal Flow Graph</a:t>
            </a:r>
            <a:endParaRPr dirty="0" lang="en-US"/>
          </a:p>
        </p:txBody>
      </p:sp>
      <p:sp>
        <p:nvSpPr>
          <p:cNvPr id="1048603" name="TextBox 3"/>
          <p:cNvSpPr txBox="1"/>
          <p:nvPr/>
        </p:nvSpPr>
        <p:spPr>
          <a:xfrm>
            <a:off x="480317" y="1037691"/>
            <a:ext cx="6097712" cy="400110"/>
          </a:xfrm>
          <a:prstGeom prst="rect"/>
          <a:noFill/>
        </p:spPr>
        <p:txBody>
          <a:bodyPr wrap="square">
            <a:spAutoFit/>
          </a:bodyPr>
          <a:p>
            <a:r>
              <a:rPr dirty="0" sz="2000" lang="en-US">
                <a:latin typeface="Times New Roman" panose="02020603050405020304" pitchFamily="18" charset="0"/>
                <a:cs typeface="Times New Roman" panose="02020603050405020304" pitchFamily="18" charset="0"/>
              </a:rPr>
              <a:t>Construct a SFG from a set of equations</a:t>
            </a:r>
          </a:p>
        </p:txBody>
      </p:sp>
      <p:pic>
        <p:nvPicPr>
          <p:cNvPr id="2097153" name="Picture 2"/>
          <p:cNvPicPr>
            <a:picLocks noChangeAspect="1"/>
          </p:cNvPicPr>
          <p:nvPr/>
        </p:nvPicPr>
        <p:blipFill>
          <a:blip xmlns:r="http://schemas.openxmlformats.org/officeDocument/2006/relationships" r:embed="rId1"/>
          <a:stretch>
            <a:fillRect/>
          </a:stretch>
        </p:blipFill>
        <p:spPr>
          <a:xfrm>
            <a:off x="857470" y="1575844"/>
            <a:ext cx="4797458" cy="1993610"/>
          </a:xfrm>
          <a:prstGeom prst="rect"/>
        </p:spPr>
      </p:pic>
      <p:pic>
        <p:nvPicPr>
          <p:cNvPr id="2097154" name="Picture 4"/>
          <p:cNvPicPr>
            <a:picLocks noChangeAspect="1"/>
          </p:cNvPicPr>
          <p:nvPr/>
        </p:nvPicPr>
        <p:blipFill>
          <a:blip xmlns:r="http://schemas.openxmlformats.org/officeDocument/2006/relationships" r:embed="rId2"/>
          <a:stretch>
            <a:fillRect/>
          </a:stretch>
        </p:blipFill>
        <p:spPr>
          <a:xfrm>
            <a:off x="857470" y="3826698"/>
            <a:ext cx="10006041" cy="2553553"/>
          </a:xfrm>
          <a:prstGeom prst="rect"/>
        </p:spPr>
      </p:pic>
      <mc:AlternateContent xmlns:mc="http://schemas.openxmlformats.org/markup-compatibility/2006">
        <mc:Choice xmlns:p14="http://schemas.microsoft.com/office/powerpoint/2010/main" Requires="p14">
          <p:contentPart p14:bwMode="auto" r:id="rId3">
            <p14:nvContentPartPr>
              <p14:cNvPr id="1048758" name=""/>
              <p14:cNvContentPartPr/>
              <p14:nvPr/>
            </p14:nvContentPartPr>
            <p14:xfrm>
              <a:off x="5329890" y="2130335"/>
              <a:ext cx="1115275" cy="712791"/>
            </p14:xfrm>
          </p:contentPart>
        </mc:Choice>
        <mc:Fallback>
          <p:sp>
            <p:nvSpPr>
              <p:cNvPr id="1048758" name=""/>
              <p:cNvSpPr/>
              <p:nvPr/>
            </p:nvSpPr>
            <p:spPr>
              <a:xfrm>
                <a:off x="5329890" y="2130335"/>
                <a:ext cx="1115275" cy="712791"/>
              </a:xfrm>
            </p:spPr>
          </p:sp>
        </mc:Fallback>
      </mc:AlternateContent>
      <mc:AlternateContent xmlns:mc="http://schemas.openxmlformats.org/markup-compatibility/2006">
        <mc:Choice xmlns:p14="http://schemas.microsoft.com/office/powerpoint/2010/main" Requires="p14">
          <p:contentPart p14:bwMode="auto" r:id="rId4">
            <p14:nvContentPartPr>
              <p14:cNvPr id="1048759" name=""/>
              <p14:cNvContentPartPr/>
              <p14:nvPr/>
            </p14:nvContentPartPr>
            <p14:xfrm>
              <a:off x="4806143" y="1739946"/>
              <a:ext cx="87959" cy="170305"/>
            </p14:xfrm>
          </p:contentPart>
        </mc:Choice>
        <mc:Fallback>
          <p:sp>
            <p:nvSpPr>
              <p:cNvPr id="1048759" name=""/>
              <p:cNvSpPr/>
              <p:nvPr/>
            </p:nvSpPr>
            <p:spPr>
              <a:xfrm>
                <a:off x="4806143" y="1739946"/>
                <a:ext cx="87959" cy="170305"/>
              </a:xfrm>
            </p:spPr>
          </p:sp>
        </mc:Fallback>
      </mc:AlternateContent>
      <mc:AlternateContent xmlns:mc="http://schemas.openxmlformats.org/markup-compatibility/2006">
        <mc:Choice xmlns:p14="http://schemas.microsoft.com/office/powerpoint/2010/main" Requires="p14">
          <p:contentPart p14:bwMode="auto" r:id="rId5">
            <p14:nvContentPartPr>
              <p14:cNvPr id="1048760" name=""/>
              <p14:cNvContentPartPr/>
              <p14:nvPr/>
            </p14:nvContentPartPr>
            <p14:xfrm>
              <a:off x="4091357" y="1824691"/>
              <a:ext cx="75799" cy="111601"/>
            </p14:xfrm>
          </p:contentPart>
        </mc:Choice>
        <mc:Fallback>
          <p:sp>
            <p:nvSpPr>
              <p:cNvPr id="1048760" name=""/>
              <p:cNvSpPr/>
              <p:nvPr/>
            </p:nvSpPr>
            <p:spPr>
              <a:xfrm>
                <a:off x="4091357" y="1824691"/>
                <a:ext cx="75799" cy="111601"/>
              </a:xfrm>
            </p:spPr>
          </p:sp>
        </mc:Fallback>
      </mc:AlternateContent>
      <mc:AlternateContent xmlns:mc="http://schemas.openxmlformats.org/markup-compatibility/2006">
        <mc:Choice xmlns:p14="http://schemas.microsoft.com/office/powerpoint/2010/main" Requires="p14">
          <p:contentPart p14:bwMode="auto" r:id="rId6">
            <p14:nvContentPartPr>
              <p14:cNvPr id="1048761" name=""/>
              <p14:cNvContentPartPr/>
              <p14:nvPr/>
            </p14:nvContentPartPr>
            <p14:xfrm>
              <a:off x="3510731" y="1825612"/>
              <a:ext cx="86739" cy="152582"/>
            </p14:xfrm>
          </p:contentPart>
        </mc:Choice>
        <mc:Fallback>
          <p:sp>
            <p:nvSpPr>
              <p:cNvPr id="1048761" name=""/>
              <p:cNvSpPr/>
              <p:nvPr/>
            </p:nvSpPr>
            <p:spPr>
              <a:xfrm>
                <a:off x="3510731" y="1825612"/>
                <a:ext cx="86739" cy="152582"/>
              </a:xfrm>
            </p:spPr>
          </p:sp>
        </mc:Fallback>
      </mc:AlternateContent>
      <mc:AlternateContent xmlns:mc="http://schemas.openxmlformats.org/markup-compatibility/2006">
        <mc:Choice xmlns:p14="http://schemas.microsoft.com/office/powerpoint/2010/main" Requires="p14">
          <p:contentPart p14:bwMode="auto" r:id="rId7">
            <p14:nvContentPartPr>
              <p14:cNvPr id="1048762" name=""/>
              <p14:cNvContentPartPr/>
              <p14:nvPr/>
            </p14:nvContentPartPr>
            <p14:xfrm>
              <a:off x="0" y="0"/>
              <a:ext cx="0" cy="0"/>
            </p14:xfrm>
          </p:contentPart>
        </mc:Choice>
        <mc:Fallback>
          <p:sp>
            <p:nvSpPr>
              <p:cNvPr id="1048762"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8">
            <p14:nvContentPartPr>
              <p14:cNvPr id="1048763" name=""/>
              <p14:cNvContentPartPr/>
              <p14:nvPr/>
            </p14:nvContentPartPr>
            <p14:xfrm>
              <a:off x="4845957" y="4565229"/>
              <a:ext cx="20860" cy="4293"/>
            </p14:xfrm>
          </p:contentPart>
        </mc:Choice>
        <mc:Fallback>
          <p:sp>
            <p:nvSpPr>
              <p:cNvPr id="1048763" name=""/>
              <p:cNvSpPr/>
              <p:nvPr/>
            </p:nvSpPr>
            <p:spPr>
              <a:xfrm>
                <a:off x="4845957" y="4565229"/>
                <a:ext cx="20860" cy="4293"/>
              </a:xfrm>
            </p:spPr>
          </p:sp>
        </mc:Fallback>
      </mc:AlternateContent>
      <mc:AlternateContent xmlns:mc="http://schemas.openxmlformats.org/markup-compatibility/2006">
        <mc:Choice xmlns:p14="http://schemas.microsoft.com/office/powerpoint/2010/main" Requires="p14">
          <p:contentPart p14:bwMode="auto" r:id="rId9">
            <p14:nvContentPartPr>
              <p14:cNvPr id="1048764" name=""/>
              <p14:cNvContentPartPr/>
              <p14:nvPr/>
            </p14:nvContentPartPr>
            <p14:xfrm>
              <a:off x="3226597" y="1918964"/>
              <a:ext cx="368109" cy="319451"/>
            </p14:xfrm>
          </p:contentPart>
        </mc:Choice>
        <mc:Fallback>
          <p:sp>
            <p:nvSpPr>
              <p:cNvPr id="1048764" name=""/>
              <p:cNvSpPr/>
              <p:nvPr/>
            </p:nvSpPr>
            <p:spPr>
              <a:xfrm>
                <a:off x="3226597" y="1918964"/>
                <a:ext cx="368109" cy="319451"/>
              </a:xfrm>
            </p:spPr>
          </p:sp>
        </mc:Fallback>
      </mc:AlternateContent>
      <mc:AlternateContent xmlns:mc="http://schemas.openxmlformats.org/markup-compatibility/2006">
        <mc:Choice xmlns:p14="http://schemas.microsoft.com/office/powerpoint/2010/main" Requires="p14">
          <p:contentPart p14:bwMode="auto" r:id="rId10">
            <p14:nvContentPartPr>
              <p14:cNvPr id="1048765" name=""/>
              <p14:cNvContentPartPr/>
              <p14:nvPr/>
            </p14:nvContentPartPr>
            <p14:xfrm>
              <a:off x="3742297" y="1890213"/>
              <a:ext cx="503683" cy="339342"/>
            </p14:xfrm>
          </p:contentPart>
        </mc:Choice>
        <mc:Fallback>
          <p:sp>
            <p:nvSpPr>
              <p:cNvPr id="1048765" name=""/>
              <p:cNvSpPr/>
              <p:nvPr/>
            </p:nvSpPr>
            <p:spPr>
              <a:xfrm>
                <a:off x="3742297" y="1890213"/>
                <a:ext cx="503683" cy="339342"/>
              </a:xfrm>
            </p:spPr>
          </p:sp>
        </mc:Fallback>
      </mc:AlternateContent>
      <mc:AlternateContent xmlns:mc="http://schemas.openxmlformats.org/markup-compatibility/2006">
        <mc:Choice xmlns:p14="http://schemas.microsoft.com/office/powerpoint/2010/main" Requires="p14">
          <p:contentPart p14:bwMode="auto" r:id="rId11">
            <p14:nvContentPartPr>
              <p14:cNvPr id="1048766" name=""/>
              <p14:cNvContentPartPr/>
              <p14:nvPr/>
            </p14:nvContentPartPr>
            <p14:xfrm>
              <a:off x="4359846" y="1790331"/>
              <a:ext cx="652277" cy="411075"/>
            </p14:xfrm>
          </p:contentPart>
        </mc:Choice>
        <mc:Fallback>
          <p:sp>
            <p:nvSpPr>
              <p:cNvPr id="1048766" name=""/>
              <p:cNvSpPr/>
              <p:nvPr/>
            </p:nvSpPr>
            <p:spPr>
              <a:xfrm>
                <a:off x="4359846" y="1790331"/>
                <a:ext cx="652277" cy="411075"/>
              </a:xfrm>
            </p:spPr>
          </p:sp>
        </mc:Fallback>
      </mc:AlternateContent>
      <mc:AlternateContent xmlns:mc="http://schemas.openxmlformats.org/markup-compatibility/2006">
        <mc:Choice xmlns:p14="http://schemas.microsoft.com/office/powerpoint/2010/main" Requires="p14">
          <p:contentPart p14:bwMode="auto" r:id="rId12">
            <p14:nvContentPartPr>
              <p14:cNvPr id="1048767" name=""/>
              <p14:cNvContentPartPr/>
              <p14:nvPr/>
            </p14:nvContentPartPr>
            <p14:xfrm>
              <a:off x="3430272" y="4225399"/>
              <a:ext cx="1331350" cy="43874"/>
            </p14:xfrm>
          </p:contentPart>
        </mc:Choice>
        <mc:Fallback>
          <p:sp>
            <p:nvSpPr>
              <p:cNvPr id="1048767" name=""/>
              <p:cNvSpPr/>
              <p:nvPr/>
            </p:nvSpPr>
            <p:spPr>
              <a:xfrm>
                <a:off x="3430272" y="4225399"/>
                <a:ext cx="1331350" cy="43874"/>
              </a:xfrm>
            </p:spPr>
          </p:sp>
        </mc:Fallback>
      </mc:AlternateContent>
      <mc:AlternateContent xmlns:mc="http://schemas.openxmlformats.org/markup-compatibility/2006">
        <mc:Choice xmlns:p14="http://schemas.microsoft.com/office/powerpoint/2010/main" Requires="p14">
          <p:contentPart p14:bwMode="auto" r:id="rId13">
            <p14:nvContentPartPr>
              <p14:cNvPr id="1048768" name=""/>
              <p14:cNvContentPartPr/>
              <p14:nvPr/>
            </p14:nvContentPartPr>
            <p14:xfrm>
              <a:off x="4552450" y="4139070"/>
              <a:ext cx="170611" cy="222874"/>
            </p14:xfrm>
          </p:contentPart>
        </mc:Choice>
        <mc:Fallback>
          <p:sp>
            <p:nvSpPr>
              <p:cNvPr id="1048768" name=""/>
              <p:cNvSpPr/>
              <p:nvPr/>
            </p:nvSpPr>
            <p:spPr>
              <a:xfrm>
                <a:off x="4552450" y="4139070"/>
                <a:ext cx="170611" cy="222874"/>
              </a:xfrm>
            </p:spPr>
          </p:sp>
        </mc:Fallback>
      </mc:AlternateContent>
      <mc:AlternateContent xmlns:mc="http://schemas.openxmlformats.org/markup-compatibility/2006">
        <mc:Choice xmlns:p14="http://schemas.microsoft.com/office/powerpoint/2010/main" Requires="p14">
          <p:contentPart p14:bwMode="auto" r:id="rId14">
            <p14:nvContentPartPr>
              <p14:cNvPr id="1048769" name=""/>
              <p14:cNvContentPartPr/>
              <p14:nvPr/>
            </p14:nvContentPartPr>
            <p14:xfrm>
              <a:off x="3862126" y="3854130"/>
              <a:ext cx="80625" cy="215525"/>
            </p14:xfrm>
          </p:contentPart>
        </mc:Choice>
        <mc:Fallback>
          <p:sp>
            <p:nvSpPr>
              <p:cNvPr id="1048769" name=""/>
              <p:cNvSpPr/>
              <p:nvPr/>
            </p:nvSpPr>
            <p:spPr>
              <a:xfrm>
                <a:off x="3862126" y="3854130"/>
                <a:ext cx="80625" cy="215525"/>
              </a:xfrm>
            </p:spPr>
          </p:sp>
        </mc:Fallback>
      </mc:AlternateContent>
      <mc:AlternateContent xmlns:mc="http://schemas.openxmlformats.org/markup-compatibility/2006">
        <mc:Choice xmlns:p14="http://schemas.microsoft.com/office/powerpoint/2010/main" Requires="p14">
          <p:contentPart p14:bwMode="auto" r:id="rId15">
            <p14:nvContentPartPr>
              <p14:cNvPr id="1048770" name=""/>
              <p14:cNvContentPartPr/>
              <p14:nvPr/>
            </p14:nvContentPartPr>
            <p14:xfrm>
              <a:off x="3762203" y="3952879"/>
              <a:ext cx="225370" cy="8245"/>
            </p14:xfrm>
          </p:contentPart>
        </mc:Choice>
        <mc:Fallback>
          <p:sp>
            <p:nvSpPr>
              <p:cNvPr id="1048770" name=""/>
              <p:cNvSpPr/>
              <p:nvPr/>
            </p:nvSpPr>
            <p:spPr>
              <a:xfrm>
                <a:off x="3762203" y="3952879"/>
                <a:ext cx="225370" cy="8245"/>
              </a:xfrm>
            </p:spPr>
          </p:sp>
        </mc:Fallback>
      </mc:AlternateContent>
      <mc:AlternateContent xmlns:mc="http://schemas.openxmlformats.org/markup-compatibility/2006">
        <mc:Choice xmlns:p14="http://schemas.microsoft.com/office/powerpoint/2010/main" Requires="p14">
          <p:contentPart p14:bwMode="auto" r:id="rId16">
            <p14:nvContentPartPr>
              <p14:cNvPr id="1048771" name=""/>
              <p14:cNvContentPartPr/>
              <p14:nvPr/>
            </p14:nvContentPartPr>
            <p14:xfrm>
              <a:off x="4024695" y="4028345"/>
              <a:ext cx="144286" cy="169104"/>
            </p14:xfrm>
          </p:contentPart>
        </mc:Choice>
        <mc:Fallback>
          <p:sp>
            <p:nvSpPr>
              <p:cNvPr id="1048771" name=""/>
              <p:cNvSpPr/>
              <p:nvPr/>
            </p:nvSpPr>
            <p:spPr>
              <a:xfrm>
                <a:off x="4024695" y="4028345"/>
                <a:ext cx="144286" cy="169104"/>
              </a:xfrm>
            </p:spPr>
          </p:sp>
        </mc:Fallback>
      </mc:AlternateContent>
      <mc:AlternateContent xmlns:mc="http://schemas.openxmlformats.org/markup-compatibility/2006">
        <mc:Choice xmlns:p14="http://schemas.microsoft.com/office/powerpoint/2010/main" Requires="p14">
          <p:contentPart p14:bwMode="auto" r:id="rId17">
            <p14:nvContentPartPr>
              <p14:cNvPr id="1048772" name=""/>
              <p14:cNvContentPartPr/>
              <p14:nvPr/>
            </p14:nvContentPartPr>
            <p14:xfrm>
              <a:off x="4212445" y="4034907"/>
              <a:ext cx="3052" cy="145501"/>
            </p14:xfrm>
          </p:contentPart>
        </mc:Choice>
        <mc:Fallback>
          <p:sp>
            <p:nvSpPr>
              <p:cNvPr id="1048772" name=""/>
              <p:cNvSpPr/>
              <p:nvPr/>
            </p:nvSpPr>
            <p:spPr>
              <a:xfrm>
                <a:off x="4212445" y="4034907"/>
                <a:ext cx="3052" cy="145501"/>
              </a:xfrm>
            </p:spPr>
          </p:sp>
        </mc:Fallback>
      </mc:AlternateContent>
      <mc:AlternateContent xmlns:mc="http://schemas.openxmlformats.org/markup-compatibility/2006">
        <mc:Choice xmlns:p14="http://schemas.microsoft.com/office/powerpoint/2010/main" Requires="p14">
          <p:contentPart p14:bwMode="auto" r:id="rId18">
            <p14:nvContentPartPr>
              <p14:cNvPr id="1048773" name=""/>
              <p14:cNvContentPartPr/>
              <p14:nvPr/>
            </p14:nvContentPartPr>
            <p14:xfrm>
              <a:off x="10395361" y="6355129"/>
              <a:ext cx="1302" cy="19175"/>
            </p14:xfrm>
          </p:contentPart>
        </mc:Choice>
        <mc:Fallback>
          <p:sp>
            <p:nvSpPr>
              <p:cNvPr id="1048773" name=""/>
              <p:cNvSpPr/>
              <p:nvPr/>
            </p:nvSpPr>
            <p:spPr>
              <a:xfrm>
                <a:off x="10395361" y="6355129"/>
                <a:ext cx="1302" cy="19175"/>
              </a:xfrm>
            </p:spPr>
          </p:sp>
        </mc:Fallback>
      </mc:AlternateContent>
      <mc:AlternateContent xmlns:mc="http://schemas.openxmlformats.org/markup-compatibility/2006">
        <mc:Choice xmlns:p14="http://schemas.microsoft.com/office/powerpoint/2010/main" Requires="p14">
          <p:contentPart p14:bwMode="auto" r:id="rId19">
            <p14:nvContentPartPr>
              <p14:cNvPr id="1048774" name=""/>
              <p14:cNvContentPartPr/>
              <p14:nvPr/>
            </p14:nvContentPartPr>
            <p14:xfrm>
              <a:off x="10687855" y="6138125"/>
              <a:ext cx="15993" cy="2428"/>
            </p14:xfrm>
          </p:contentPart>
        </mc:Choice>
        <mc:Fallback>
          <p:sp>
            <p:nvSpPr>
              <p:cNvPr id="1048774" name=""/>
              <p:cNvSpPr/>
              <p:nvPr/>
            </p:nvSpPr>
            <p:spPr>
              <a:xfrm>
                <a:off x="10687855" y="6138125"/>
                <a:ext cx="15993" cy="2428"/>
              </a:xfrm>
            </p:spPr>
          </p:sp>
        </mc:Fallback>
      </mc:AlternateContent>
      <mc:AlternateContent xmlns:mc="http://schemas.openxmlformats.org/markup-compatibility/2006">
        <mc:Choice xmlns:p14="http://schemas.microsoft.com/office/powerpoint/2010/main" Requires="p14">
          <p:contentPart p14:bwMode="auto" r:id="rId20">
            <p14:nvContentPartPr>
              <p14:cNvPr id="1048775" name=""/>
              <p14:cNvContentPartPr/>
              <p14:nvPr/>
            </p14:nvContentPartPr>
            <p14:xfrm>
              <a:off x="10655912" y="6605379"/>
              <a:ext cx="94722" cy="75195"/>
            </p14:xfrm>
          </p:contentPart>
        </mc:Choice>
        <mc:Fallback>
          <p:sp>
            <p:nvSpPr>
              <p:cNvPr id="1048775" name=""/>
              <p:cNvSpPr/>
              <p:nvPr/>
            </p:nvSpPr>
            <p:spPr>
              <a:xfrm>
                <a:off x="10655912" y="6605379"/>
                <a:ext cx="94722" cy="75195"/>
              </a:xfrm>
            </p:spPr>
          </p:sp>
        </mc:Fallback>
      </mc:AlternateContent>
      <mc:AlternateContent xmlns:mc="http://schemas.openxmlformats.org/markup-compatibility/2006">
        <mc:Choice xmlns:p14="http://schemas.microsoft.com/office/powerpoint/2010/main" Requires="p14">
          <p:contentPart p14:bwMode="auto" r:id="rId21">
            <p14:nvContentPartPr>
              <p14:cNvPr id="1048776" name=""/>
              <p14:cNvContentPartPr/>
              <p14:nvPr/>
            </p14:nvContentPartPr>
            <p14:xfrm>
              <a:off x="0" y="0"/>
              <a:ext cx="0" cy="0"/>
            </p14:xfrm>
          </p:contentPart>
        </mc:Choice>
        <mc:Fallback>
          <p:sp>
            <p:nvSpPr>
              <p:cNvPr id="1048776"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22">
            <p14:nvContentPartPr>
              <p14:cNvPr id="1048777" name=""/>
              <p14:cNvContentPartPr/>
              <p14:nvPr/>
            </p14:nvContentPartPr>
            <p14:xfrm>
              <a:off x="0" y="0"/>
              <a:ext cx="0" cy="0"/>
            </p14:xfrm>
          </p:contentPart>
        </mc:Choice>
        <mc:Fallback>
          <p:sp>
            <p:nvSpPr>
              <p:cNvPr id="1048777"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23">
            <p14:nvContentPartPr>
              <p14:cNvPr id="1048778" name=""/>
              <p14:cNvContentPartPr/>
              <p14:nvPr/>
            </p14:nvContentPartPr>
            <p14:xfrm>
              <a:off x="0" y="0"/>
              <a:ext cx="0" cy="0"/>
            </p14:xfrm>
          </p:contentPart>
        </mc:Choice>
        <mc:Fallback>
          <p:sp>
            <p:nvSpPr>
              <p:cNvPr id="1048778"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24">
            <p14:nvContentPartPr>
              <p14:cNvPr id="1048779" name=""/>
              <p14:cNvContentPartPr/>
              <p14:nvPr/>
            </p14:nvContentPartPr>
            <p14:xfrm>
              <a:off x="5993134" y="5407118"/>
              <a:ext cx="114765" cy="13672"/>
            </p14:xfrm>
          </p:contentPart>
        </mc:Choice>
        <mc:Fallback>
          <p:sp>
            <p:nvSpPr>
              <p:cNvPr id="1048779" name=""/>
              <p:cNvSpPr/>
              <p:nvPr/>
            </p:nvSpPr>
            <p:spPr>
              <a:xfrm>
                <a:off x="5993134" y="5407118"/>
                <a:ext cx="114765" cy="13672"/>
              </a:xfrm>
            </p:spPr>
          </p:sp>
        </mc:Fallback>
      </mc:AlternateContent>
      <mc:AlternateContent xmlns:mc="http://schemas.openxmlformats.org/markup-compatibility/2006">
        <mc:Choice xmlns:p14="http://schemas.microsoft.com/office/powerpoint/2010/main" Requires="p14">
          <p:contentPart p14:bwMode="auto" r:id="rId25">
            <p14:nvContentPartPr>
              <p14:cNvPr id="1048780" name=""/>
              <p14:cNvContentPartPr/>
              <p14:nvPr/>
            </p14:nvContentPartPr>
            <p14:xfrm>
              <a:off x="4860566" y="3832833"/>
              <a:ext cx="1293672" cy="340350"/>
            </p14:xfrm>
          </p:contentPart>
        </mc:Choice>
        <mc:Fallback>
          <p:sp>
            <p:nvSpPr>
              <p:cNvPr id="1048780" name=""/>
              <p:cNvSpPr/>
              <p:nvPr/>
            </p:nvSpPr>
            <p:spPr>
              <a:xfrm>
                <a:off x="4860566" y="3832833"/>
                <a:ext cx="1293672" cy="340350"/>
              </a:xfrm>
            </p:spPr>
          </p:sp>
        </mc:Fallback>
      </mc:AlternateContent>
      <mc:AlternateContent xmlns:mc="http://schemas.openxmlformats.org/markup-compatibility/2006">
        <mc:Choice xmlns:p14="http://schemas.microsoft.com/office/powerpoint/2010/main" Requires="p14">
          <p:contentPart p14:bwMode="auto" r:id="rId26">
            <p14:nvContentPartPr>
              <p14:cNvPr id="1048781" name=""/>
              <p14:cNvContentPartPr/>
              <p14:nvPr/>
            </p14:nvContentPartPr>
            <p14:xfrm>
              <a:off x="9602279" y="6577609"/>
              <a:ext cx="37007" cy="94695"/>
            </p14:xfrm>
          </p:contentPart>
        </mc:Choice>
        <mc:Fallback>
          <p:sp>
            <p:nvSpPr>
              <p:cNvPr id="1048781" name=""/>
              <p:cNvSpPr/>
              <p:nvPr/>
            </p:nvSpPr>
            <p:spPr>
              <a:xfrm>
                <a:off x="9602279" y="6577609"/>
                <a:ext cx="37007" cy="94695"/>
              </a:xfrm>
            </p:spPr>
          </p:sp>
        </mc:Fallback>
      </mc:AlternateContent>
      <mc:AlternateContent xmlns:mc="http://schemas.openxmlformats.org/markup-compatibility/2006">
        <mc:Choice xmlns:p14="http://schemas.microsoft.com/office/powerpoint/2010/main" Requires="p14">
          <p:contentPart p14:bwMode="auto" r:id="rId27">
            <p14:nvContentPartPr>
              <p14:cNvPr id="1048782" name=""/>
              <p14:cNvContentPartPr/>
              <p14:nvPr/>
            </p14:nvContentPartPr>
            <p14:xfrm>
              <a:off x="4772183" y="4025266"/>
              <a:ext cx="133631" cy="203525"/>
            </p14:xfrm>
          </p:contentPart>
        </mc:Choice>
        <mc:Fallback>
          <p:sp>
            <p:nvSpPr>
              <p:cNvPr id="1048782" name=""/>
              <p:cNvSpPr/>
              <p:nvPr/>
            </p:nvSpPr>
            <p:spPr>
              <a:xfrm>
                <a:off x="4772183" y="4025266"/>
                <a:ext cx="133631" cy="203525"/>
              </a:xfrm>
            </p:spPr>
          </p:sp>
        </mc:Fallback>
      </mc:AlternateContent>
      <mc:AlternateContent xmlns:mc="http://schemas.openxmlformats.org/markup-compatibility/2006">
        <mc:Choice xmlns:p14="http://schemas.microsoft.com/office/powerpoint/2010/main" Requires="p14">
          <p:contentPart p14:bwMode="auto" r:id="rId28">
            <p14:nvContentPartPr>
              <p14:cNvPr id="1048783" name=""/>
              <p14:cNvContentPartPr/>
              <p14:nvPr/>
            </p14:nvContentPartPr>
            <p14:xfrm>
              <a:off x="5467605" y="3723722"/>
              <a:ext cx="206097" cy="278225"/>
            </p14:xfrm>
          </p:contentPart>
        </mc:Choice>
        <mc:Fallback>
          <p:sp>
            <p:nvSpPr>
              <p:cNvPr id="1048783" name=""/>
              <p:cNvSpPr/>
              <p:nvPr/>
            </p:nvSpPr>
            <p:spPr>
              <a:xfrm>
                <a:off x="5467605" y="3723722"/>
                <a:ext cx="206097" cy="278225"/>
              </a:xfrm>
            </p:spPr>
          </p:sp>
        </mc:Fallback>
      </mc:AlternateContent>
      <mc:AlternateContent xmlns:mc="http://schemas.openxmlformats.org/markup-compatibility/2006">
        <mc:Choice xmlns:p14="http://schemas.microsoft.com/office/powerpoint/2010/main" Requires="p14">
          <p:contentPart p14:bwMode="auto" r:id="rId29">
            <p14:nvContentPartPr>
              <p14:cNvPr id="1048784" name=""/>
              <p14:cNvContentPartPr/>
              <p14:nvPr/>
            </p14:nvContentPartPr>
            <p14:xfrm>
              <a:off x="6075694" y="3631566"/>
              <a:ext cx="11880" cy="15856"/>
            </p14:xfrm>
          </p:contentPart>
        </mc:Choice>
        <mc:Fallback>
          <p:sp>
            <p:nvSpPr>
              <p:cNvPr id="1048784" name=""/>
              <p:cNvSpPr/>
              <p:nvPr/>
            </p:nvSpPr>
            <p:spPr>
              <a:xfrm>
                <a:off x="6075694" y="3631566"/>
                <a:ext cx="11880" cy="15856"/>
              </a:xfrm>
            </p:spPr>
          </p:sp>
        </mc:Fallback>
      </mc:AlternateContent>
      <mc:AlternateContent xmlns:mc="http://schemas.openxmlformats.org/markup-compatibility/2006">
        <mc:Choice xmlns:p14="http://schemas.microsoft.com/office/powerpoint/2010/main" Requires="p14">
          <p:contentPart p14:bwMode="auto" r:id="rId30">
            <p14:nvContentPartPr>
              <p14:cNvPr id="1048785" name=""/>
              <p14:cNvContentPartPr/>
              <p14:nvPr/>
            </p14:nvContentPartPr>
            <p14:xfrm>
              <a:off x="5913970" y="3585446"/>
              <a:ext cx="114063" cy="270178"/>
            </p14:xfrm>
          </p:contentPart>
        </mc:Choice>
        <mc:Fallback>
          <p:sp>
            <p:nvSpPr>
              <p:cNvPr id="1048785" name=""/>
              <p:cNvSpPr/>
              <p:nvPr/>
            </p:nvSpPr>
            <p:spPr>
              <a:xfrm>
                <a:off x="5913970" y="3585446"/>
                <a:ext cx="114063" cy="270178"/>
              </a:xfrm>
            </p:spPr>
          </p:sp>
        </mc:Fallback>
      </mc:AlternateContent>
      <mc:AlternateContent xmlns:mc="http://schemas.openxmlformats.org/markup-compatibility/2006">
        <mc:Choice xmlns:p14="http://schemas.microsoft.com/office/powerpoint/2010/main" Requires="p14">
          <p:contentPart p14:bwMode="auto" r:id="rId31">
            <p14:nvContentPartPr>
              <p14:cNvPr id="1048786" name=""/>
              <p14:cNvContentPartPr/>
              <p14:nvPr/>
            </p14:nvContentPartPr>
            <p14:xfrm>
              <a:off x="5850757" y="3719202"/>
              <a:ext cx="195138" cy="30843"/>
            </p14:xfrm>
          </p:contentPart>
        </mc:Choice>
        <mc:Fallback>
          <p:sp>
            <p:nvSpPr>
              <p:cNvPr id="1048786" name=""/>
              <p:cNvSpPr/>
              <p:nvPr/>
            </p:nvSpPr>
            <p:spPr>
              <a:xfrm>
                <a:off x="5850757" y="3719202"/>
                <a:ext cx="195138" cy="30843"/>
              </a:xfrm>
            </p:spPr>
          </p:sp>
        </mc:Fallback>
      </mc:AlternateContent>
      <mc:AlternateContent xmlns:mc="http://schemas.openxmlformats.org/markup-compatibility/2006">
        <mc:Choice xmlns:p14="http://schemas.microsoft.com/office/powerpoint/2010/main" Requires="p14">
          <p:contentPart p14:bwMode="auto" r:id="rId32">
            <p14:nvContentPartPr>
              <p14:cNvPr id="1048787" name=""/>
              <p14:cNvContentPartPr/>
              <p14:nvPr/>
            </p14:nvContentPartPr>
            <p14:xfrm>
              <a:off x="6136155" y="3753359"/>
              <a:ext cx="167316" cy="206206"/>
            </p14:xfrm>
          </p:contentPart>
        </mc:Choice>
        <mc:Fallback>
          <p:sp>
            <p:nvSpPr>
              <p:cNvPr id="1048787" name=""/>
              <p:cNvSpPr/>
              <p:nvPr/>
            </p:nvSpPr>
            <p:spPr>
              <a:xfrm>
                <a:off x="6136155" y="3753359"/>
                <a:ext cx="167316" cy="206206"/>
              </a:xfrm>
            </p:spPr>
          </p:sp>
        </mc:Fallback>
      </mc:AlternateContent>
      <mc:AlternateContent xmlns:mc="http://schemas.openxmlformats.org/markup-compatibility/2006">
        <mc:Choice xmlns:p14="http://schemas.microsoft.com/office/powerpoint/2010/main" Requires="p14">
          <p:contentPart p14:bwMode="auto" r:id="rId33">
            <p14:nvContentPartPr>
              <p14:cNvPr id="1048788" name=""/>
              <p14:cNvContentPartPr/>
              <p14:nvPr/>
            </p14:nvContentPartPr>
            <p14:xfrm>
              <a:off x="6340787" y="3668027"/>
              <a:ext cx="200134" cy="243700"/>
            </p14:xfrm>
          </p:contentPart>
        </mc:Choice>
        <mc:Fallback>
          <p:sp>
            <p:nvSpPr>
              <p:cNvPr id="1048788" name=""/>
              <p:cNvSpPr/>
              <p:nvPr/>
            </p:nvSpPr>
            <p:spPr>
              <a:xfrm>
                <a:off x="6340787" y="3668027"/>
                <a:ext cx="200134" cy="243700"/>
              </a:xfrm>
            </p:spPr>
          </p:sp>
        </mc:Fallback>
      </mc:AlternateContent>
      <mc:AlternateContent xmlns:mc="http://schemas.openxmlformats.org/markup-compatibility/2006">
        <mc:Choice xmlns:p14="http://schemas.microsoft.com/office/powerpoint/2010/main" Requires="p14">
          <p:contentPart p14:bwMode="auto" r:id="rId34">
            <p14:nvContentPartPr>
              <p14:cNvPr id="1048789" name=""/>
              <p14:cNvContentPartPr/>
              <p14:nvPr/>
            </p14:nvContentPartPr>
            <p14:xfrm>
              <a:off x="0" y="0"/>
              <a:ext cx="0" cy="0"/>
            </p14:xfrm>
          </p:contentPart>
        </mc:Choice>
        <mc:Fallback>
          <p:sp>
            <p:nvSpPr>
              <p:cNvPr id="1048789"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35">
            <p14:nvContentPartPr>
              <p14:cNvPr id="1048790" name=""/>
              <p14:cNvContentPartPr/>
              <p14:nvPr/>
            </p14:nvContentPartPr>
            <p14:xfrm>
              <a:off x="4098301" y="2446949"/>
              <a:ext cx="180289" cy="24489"/>
            </p14:xfrm>
          </p:contentPart>
        </mc:Choice>
        <mc:Fallback>
          <p:sp>
            <p:nvSpPr>
              <p:cNvPr id="1048790" name=""/>
              <p:cNvSpPr/>
              <p:nvPr/>
            </p:nvSpPr>
            <p:spPr>
              <a:xfrm>
                <a:off x="4098301" y="2446949"/>
                <a:ext cx="180289" cy="24489"/>
              </a:xfrm>
            </p:spPr>
          </p:sp>
        </mc:Fallback>
      </mc:AlternateContent>
      <mc:AlternateContent xmlns:mc="http://schemas.openxmlformats.org/markup-compatibility/2006">
        <mc:Choice xmlns:p14="http://schemas.microsoft.com/office/powerpoint/2010/main" Requires="p14">
          <p:contentPart p14:bwMode="auto" r:id="rId36">
            <p14:nvContentPartPr>
              <p14:cNvPr id="1048791" name=""/>
              <p14:cNvContentPartPr/>
              <p14:nvPr/>
            </p14:nvContentPartPr>
            <p14:xfrm>
              <a:off x="4739942" y="2449168"/>
              <a:ext cx="160156" cy="20697"/>
            </p14:xfrm>
          </p:contentPart>
        </mc:Choice>
        <mc:Fallback>
          <p:sp>
            <p:nvSpPr>
              <p:cNvPr id="1048791" name=""/>
              <p:cNvSpPr/>
              <p:nvPr/>
            </p:nvSpPr>
            <p:spPr>
              <a:xfrm>
                <a:off x="4739942" y="2449168"/>
                <a:ext cx="160156" cy="20697"/>
              </a:xfrm>
            </p:spPr>
          </p:sp>
        </mc:Fallback>
      </mc:AlternateContent>
      <mc:AlternateContent xmlns:mc="http://schemas.openxmlformats.org/markup-compatibility/2006">
        <mc:Choice xmlns:p14="http://schemas.microsoft.com/office/powerpoint/2010/main" Requires="p14">
          <p:contentPart p14:bwMode="auto" r:id="rId37">
            <p14:nvContentPartPr>
              <p14:cNvPr id="1048792" name=""/>
              <p14:cNvContentPartPr/>
              <p14:nvPr/>
            </p14:nvContentPartPr>
            <p14:xfrm>
              <a:off x="5387549" y="2429500"/>
              <a:ext cx="139585" cy="31185"/>
            </p14:xfrm>
          </p:contentPart>
        </mc:Choice>
        <mc:Fallback>
          <p:sp>
            <p:nvSpPr>
              <p:cNvPr id="1048792" name=""/>
              <p:cNvSpPr/>
              <p:nvPr/>
            </p:nvSpPr>
            <p:spPr>
              <a:xfrm>
                <a:off x="5387549" y="2429500"/>
                <a:ext cx="139585" cy="31185"/>
              </a:xfrm>
            </p:spPr>
          </p:sp>
        </mc:Fallback>
      </mc:AlternateContent>
      <mc:AlternateContent xmlns:mc="http://schemas.openxmlformats.org/markup-compatibility/2006">
        <mc:Choice xmlns:p14="http://schemas.microsoft.com/office/powerpoint/2010/main" Requires="p14">
          <p:contentPart p14:bwMode="auto" r:id="rId38">
            <p14:nvContentPartPr>
              <p14:cNvPr id="1048793" name=""/>
              <p14:cNvContentPartPr/>
              <p14:nvPr/>
            </p14:nvContentPartPr>
            <p14:xfrm>
              <a:off x="3428883" y="4256924"/>
              <a:ext cx="2624163" cy="476847"/>
            </p14:xfrm>
          </p:contentPart>
        </mc:Choice>
        <mc:Fallback>
          <p:sp>
            <p:nvSpPr>
              <p:cNvPr id="1048793" name=""/>
              <p:cNvSpPr/>
              <p:nvPr/>
            </p:nvSpPr>
            <p:spPr>
              <a:xfrm>
                <a:off x="3428883" y="4256924"/>
                <a:ext cx="2624163" cy="476847"/>
              </a:xfrm>
            </p:spPr>
          </p:sp>
        </mc:Fallback>
      </mc:AlternateContent>
      <mc:AlternateContent xmlns:mc="http://schemas.openxmlformats.org/markup-compatibility/2006">
        <mc:Choice xmlns:p14="http://schemas.microsoft.com/office/powerpoint/2010/main" Requires="p14">
          <p:contentPart p14:bwMode="auto" r:id="rId39">
            <p14:nvContentPartPr>
              <p14:cNvPr id="1048794" name=""/>
              <p14:cNvContentPartPr/>
              <p14:nvPr/>
            </p14:nvContentPartPr>
            <p14:xfrm>
              <a:off x="5933414" y="4272193"/>
              <a:ext cx="130488" cy="160921"/>
            </p14:xfrm>
          </p:contentPart>
        </mc:Choice>
        <mc:Fallback>
          <p:sp>
            <p:nvSpPr>
              <p:cNvPr id="1048794" name=""/>
              <p:cNvSpPr/>
              <p:nvPr/>
            </p:nvSpPr>
            <p:spPr>
              <a:xfrm>
                <a:off x="5933414" y="4272193"/>
                <a:ext cx="130488" cy="160921"/>
              </a:xfrm>
            </p:spPr>
          </p:sp>
        </mc:Fallback>
      </mc:AlternateContent>
      <mc:AlternateContent xmlns:mc="http://schemas.openxmlformats.org/markup-compatibility/2006">
        <mc:Choice xmlns:p14="http://schemas.microsoft.com/office/powerpoint/2010/main" Requires="p14">
          <p:contentPart p14:bwMode="auto" r:id="rId40">
            <p14:nvContentPartPr>
              <p14:cNvPr id="1048795" name=""/>
              <p14:cNvContentPartPr/>
              <p14:nvPr/>
            </p14:nvContentPartPr>
            <p14:xfrm>
              <a:off x="5298959" y="4669778"/>
              <a:ext cx="98185" cy="149339"/>
            </p14:xfrm>
          </p:contentPart>
        </mc:Choice>
        <mc:Fallback>
          <p:sp>
            <p:nvSpPr>
              <p:cNvPr id="1048795" name=""/>
              <p:cNvSpPr/>
              <p:nvPr/>
            </p:nvSpPr>
            <p:spPr>
              <a:xfrm>
                <a:off x="5298959" y="4669778"/>
                <a:ext cx="98185" cy="149339"/>
              </a:xfrm>
            </p:spPr>
          </p:sp>
        </mc:Fallback>
      </mc:AlternateContent>
      <mc:AlternateContent xmlns:mc="http://schemas.openxmlformats.org/markup-compatibility/2006">
        <mc:Choice xmlns:p14="http://schemas.microsoft.com/office/powerpoint/2010/main" Requires="p14">
          <p:contentPart p14:bwMode="auto" r:id="rId41">
            <p14:nvContentPartPr>
              <p14:cNvPr id="1048796" name=""/>
              <p14:cNvContentPartPr/>
              <p14:nvPr/>
            </p14:nvContentPartPr>
            <p14:xfrm>
              <a:off x="5245478" y="4723541"/>
              <a:ext cx="147225" cy="71493"/>
            </p14:xfrm>
          </p:contentPart>
        </mc:Choice>
        <mc:Fallback>
          <p:sp>
            <p:nvSpPr>
              <p:cNvPr id="1048796" name=""/>
              <p:cNvSpPr/>
              <p:nvPr/>
            </p:nvSpPr>
            <p:spPr>
              <a:xfrm>
                <a:off x="5245478" y="4723541"/>
                <a:ext cx="147225" cy="71493"/>
              </a:xfrm>
            </p:spPr>
          </p:sp>
        </mc:Fallback>
      </mc:AlternateContent>
      <mc:AlternateContent xmlns:mc="http://schemas.openxmlformats.org/markup-compatibility/2006">
        <mc:Choice xmlns:p14="http://schemas.microsoft.com/office/powerpoint/2010/main" Requires="p14">
          <p:contentPart p14:bwMode="auto" r:id="rId42">
            <p14:nvContentPartPr>
              <p14:cNvPr id="1048797" name=""/>
              <p14:cNvContentPartPr/>
              <p14:nvPr/>
            </p14:nvContentPartPr>
            <p14:xfrm>
              <a:off x="5476761" y="4665754"/>
              <a:ext cx="134538" cy="217151"/>
            </p14:xfrm>
          </p:contentPart>
        </mc:Choice>
        <mc:Fallback>
          <p:sp>
            <p:nvSpPr>
              <p:cNvPr id="1048797" name=""/>
              <p:cNvSpPr/>
              <p:nvPr/>
            </p:nvSpPr>
            <p:spPr>
              <a:xfrm>
                <a:off x="5476761" y="4665754"/>
                <a:ext cx="134538" cy="217151"/>
              </a:xfrm>
            </p:spPr>
          </p:sp>
        </mc:Fallback>
      </mc:AlternateContent>
      <mc:AlternateContent xmlns:mc="http://schemas.openxmlformats.org/markup-compatibility/2006">
        <mc:Choice xmlns:p14="http://schemas.microsoft.com/office/powerpoint/2010/main" Requires="p14">
          <p:contentPart p14:bwMode="auto" r:id="rId43">
            <p14:nvContentPartPr>
              <p14:cNvPr id="1048798" name=""/>
              <p14:cNvContentPartPr/>
              <p14:nvPr/>
            </p14:nvContentPartPr>
            <p14:xfrm>
              <a:off x="5670461" y="4612749"/>
              <a:ext cx="85795" cy="155984"/>
            </p14:xfrm>
          </p:contentPart>
        </mc:Choice>
        <mc:Fallback>
          <p:sp>
            <p:nvSpPr>
              <p:cNvPr id="1048798" name=""/>
              <p:cNvSpPr/>
              <p:nvPr/>
            </p:nvSpPr>
            <p:spPr>
              <a:xfrm>
                <a:off x="5670461" y="4612749"/>
                <a:ext cx="85795" cy="155984"/>
              </a:xfrm>
            </p:spPr>
          </p:sp>
        </mc:Fallback>
      </mc:AlternateContent>
      <mc:AlternateContent xmlns:mc="http://schemas.openxmlformats.org/markup-compatibility/2006">
        <mc:Choice xmlns:p14="http://schemas.microsoft.com/office/powerpoint/2010/main" Requires="p14">
          <p:contentPart p14:bwMode="auto" r:id="rId44">
            <p14:nvContentPartPr>
              <p14:cNvPr id="1048799" name=""/>
              <p14:cNvContentPartPr/>
              <p14:nvPr/>
            </p14:nvContentPartPr>
            <p14:xfrm>
              <a:off x="5080443" y="2037624"/>
              <a:ext cx="664544" cy="474950"/>
            </p14:xfrm>
          </p:contentPart>
        </mc:Choice>
        <mc:Fallback>
          <p:sp>
            <p:nvSpPr>
              <p:cNvPr id="1048799" name=""/>
              <p:cNvSpPr/>
              <p:nvPr/>
            </p:nvSpPr>
            <p:spPr>
              <a:xfrm>
                <a:off x="5080443" y="2037624"/>
                <a:ext cx="664544" cy="474950"/>
              </a:xfrm>
            </p:spPr>
          </p:sp>
        </mc:Fallback>
      </mc:AlternateContent>
      <mc:AlternateContent xmlns:mc="http://schemas.openxmlformats.org/markup-compatibility/2006">
        <mc:Choice xmlns:p14="http://schemas.microsoft.com/office/powerpoint/2010/main" Requires="p14">
          <p:contentPart p14:bwMode="auto" r:id="rId45">
            <p14:nvContentPartPr>
              <p14:cNvPr id="1048800" name=""/>
              <p14:cNvContentPartPr/>
              <p14:nvPr/>
            </p14:nvContentPartPr>
            <p14:xfrm>
              <a:off x="4810773" y="4212991"/>
              <a:ext cx="1266439" cy="59082"/>
            </p14:xfrm>
          </p:contentPart>
        </mc:Choice>
        <mc:Fallback>
          <p:sp>
            <p:nvSpPr>
              <p:cNvPr id="1048800" name=""/>
              <p:cNvSpPr/>
              <p:nvPr/>
            </p:nvSpPr>
            <p:spPr>
              <a:xfrm>
                <a:off x="4810773" y="4212991"/>
                <a:ext cx="1266439" cy="59082"/>
              </a:xfrm>
            </p:spPr>
          </p:sp>
        </mc:Fallback>
      </mc:AlternateContent>
      <mc:AlternateContent xmlns:mc="http://schemas.openxmlformats.org/markup-compatibility/2006">
        <mc:Choice xmlns:p14="http://schemas.microsoft.com/office/powerpoint/2010/main" Requires="p14">
          <p:contentPart p14:bwMode="auto" r:id="rId46">
            <p14:nvContentPartPr>
              <p14:cNvPr id="1048801" name=""/>
              <p14:cNvContentPartPr/>
              <p14:nvPr/>
            </p14:nvContentPartPr>
            <p14:xfrm>
              <a:off x="5935265" y="4169016"/>
              <a:ext cx="108636" cy="111775"/>
            </p14:xfrm>
          </p:contentPart>
        </mc:Choice>
        <mc:Fallback>
          <p:sp>
            <p:nvSpPr>
              <p:cNvPr id="1048801" name=""/>
              <p:cNvSpPr/>
              <p:nvPr/>
            </p:nvSpPr>
            <p:spPr>
              <a:xfrm>
                <a:off x="5935265" y="4169016"/>
                <a:ext cx="108636" cy="111775"/>
              </a:xfrm>
            </p:spPr>
          </p:sp>
        </mc:Fallback>
      </mc:AlternateContent>
      <mc:AlternateContent xmlns:mc="http://schemas.openxmlformats.org/markup-compatibility/2006">
        <mc:Choice xmlns:p14="http://schemas.microsoft.com/office/powerpoint/2010/main" Requires="p14">
          <p:contentPart p14:bwMode="auto" r:id="rId47">
            <p14:nvContentPartPr>
              <p14:cNvPr id="1048802" name=""/>
              <p14:cNvContentPartPr/>
              <p14:nvPr/>
            </p14:nvContentPartPr>
            <p14:xfrm>
              <a:off x="5138696" y="4286200"/>
              <a:ext cx="89582" cy="205050"/>
            </p14:xfrm>
          </p:contentPart>
        </mc:Choice>
        <mc:Fallback>
          <p:sp>
            <p:nvSpPr>
              <p:cNvPr id="1048802" name=""/>
              <p:cNvSpPr/>
              <p:nvPr/>
            </p:nvSpPr>
            <p:spPr>
              <a:xfrm>
                <a:off x="5138696" y="4286200"/>
                <a:ext cx="89582" cy="205050"/>
              </a:xfrm>
            </p:spPr>
          </p:sp>
        </mc:Fallback>
      </mc:AlternateContent>
      <mc:AlternateContent xmlns:mc="http://schemas.openxmlformats.org/markup-compatibility/2006">
        <mc:Choice xmlns:p14="http://schemas.microsoft.com/office/powerpoint/2010/main" Requires="p14">
          <p:contentPart p14:bwMode="auto" r:id="rId48">
            <p14:nvContentPartPr>
              <p14:cNvPr id="1048803" name=""/>
              <p14:cNvContentPartPr/>
              <p14:nvPr/>
            </p14:nvContentPartPr>
            <p14:xfrm>
              <a:off x="5080207" y="4354629"/>
              <a:ext cx="164663" cy="52139"/>
            </p14:xfrm>
          </p:contentPart>
        </mc:Choice>
        <mc:Fallback>
          <p:sp>
            <p:nvSpPr>
              <p:cNvPr id="1048803" name=""/>
              <p:cNvSpPr/>
              <p:nvPr/>
            </p:nvSpPr>
            <p:spPr>
              <a:xfrm>
                <a:off x="5080207" y="4354629"/>
                <a:ext cx="164663" cy="52139"/>
              </a:xfrm>
            </p:spPr>
          </p:sp>
        </mc:Fallback>
      </mc:AlternateContent>
      <mc:AlternateContent xmlns:mc="http://schemas.openxmlformats.org/markup-compatibility/2006">
        <mc:Choice xmlns:p14="http://schemas.microsoft.com/office/powerpoint/2010/main" Requires="p14">
          <p:contentPart p14:bwMode="auto" r:id="rId49">
            <p14:nvContentPartPr>
              <p14:cNvPr id="1048804" name=""/>
              <p14:cNvContentPartPr/>
              <p14:nvPr/>
            </p14:nvContentPartPr>
            <p14:xfrm>
              <a:off x="5330065" y="4371694"/>
              <a:ext cx="100582" cy="137866"/>
            </p14:xfrm>
          </p:contentPart>
        </mc:Choice>
        <mc:Fallback>
          <p:sp>
            <p:nvSpPr>
              <p:cNvPr id="1048804" name=""/>
              <p:cNvSpPr/>
              <p:nvPr/>
            </p:nvSpPr>
            <p:spPr>
              <a:xfrm>
                <a:off x="5330065" y="4371694"/>
                <a:ext cx="100582" cy="137866"/>
              </a:xfrm>
            </p:spPr>
          </p:sp>
        </mc:Fallback>
      </mc:AlternateContent>
      <mc:AlternateContent xmlns:mc="http://schemas.openxmlformats.org/markup-compatibility/2006">
        <mc:Choice xmlns:p14="http://schemas.microsoft.com/office/powerpoint/2010/main" Requires="p14">
          <p:contentPart p14:bwMode="auto" r:id="rId50">
            <p14:nvContentPartPr>
              <p14:cNvPr id="1048805" name=""/>
              <p14:cNvContentPartPr/>
              <p14:nvPr/>
            </p14:nvContentPartPr>
            <p14:xfrm>
              <a:off x="5494450" y="4302490"/>
              <a:ext cx="159345" cy="138127"/>
            </p14:xfrm>
          </p:contentPart>
        </mc:Choice>
        <mc:Fallback>
          <p:sp>
            <p:nvSpPr>
              <p:cNvPr id="1048805" name=""/>
              <p:cNvSpPr/>
              <p:nvPr/>
            </p:nvSpPr>
            <p:spPr>
              <a:xfrm>
                <a:off x="5494450" y="4302490"/>
                <a:ext cx="159345" cy="138127"/>
              </a:xfrm>
            </p:spPr>
          </p:sp>
        </mc:Fallback>
      </mc:AlternateContent>
      <mc:AlternateContent xmlns:mc="http://schemas.openxmlformats.org/markup-compatibility/2006">
        <mc:Choice xmlns:p14="http://schemas.microsoft.com/office/powerpoint/2010/main" Requires="p14">
          <p:contentPart p14:bwMode="auto" r:id="rId51">
            <p14:nvContentPartPr>
              <p14:cNvPr id="1048806" name=""/>
              <p14:cNvContentPartPr/>
              <p14:nvPr/>
            </p14:nvContentPartPr>
            <p14:xfrm>
              <a:off x="4369355" y="2120446"/>
              <a:ext cx="632615" cy="394048"/>
            </p14:xfrm>
          </p:contentPart>
        </mc:Choice>
        <mc:Fallback>
          <p:sp>
            <p:nvSpPr>
              <p:cNvPr id="1048806" name=""/>
              <p:cNvSpPr/>
              <p:nvPr/>
            </p:nvSpPr>
            <p:spPr>
              <a:xfrm>
                <a:off x="4369355" y="2120446"/>
                <a:ext cx="632615" cy="394048"/>
              </a:xfrm>
            </p:spPr>
          </p:sp>
        </mc:Fallback>
      </mc:AlternateContent>
      <mc:AlternateContent xmlns:mc="http://schemas.openxmlformats.org/markup-compatibility/2006">
        <mc:Choice xmlns:p14="http://schemas.microsoft.com/office/powerpoint/2010/main" Requires="p14">
          <p:contentPart p14:bwMode="auto" r:id="rId52">
            <p14:nvContentPartPr>
              <p14:cNvPr id="1048807" name=""/>
              <p14:cNvContentPartPr/>
              <p14:nvPr/>
            </p14:nvContentPartPr>
            <p14:xfrm>
              <a:off x="5955500" y="4251045"/>
              <a:ext cx="381552" cy="576379"/>
            </p14:xfrm>
          </p:contentPart>
        </mc:Choice>
        <mc:Fallback>
          <p:sp>
            <p:nvSpPr>
              <p:cNvPr id="1048807" name=""/>
              <p:cNvSpPr/>
              <p:nvPr/>
            </p:nvSpPr>
            <p:spPr>
              <a:xfrm>
                <a:off x="5955500" y="4251045"/>
                <a:ext cx="381552" cy="576379"/>
              </a:xfrm>
            </p:spPr>
          </p:sp>
        </mc:Fallback>
      </mc:AlternateContent>
      <mc:AlternateContent xmlns:mc="http://schemas.openxmlformats.org/markup-compatibility/2006">
        <mc:Choice xmlns:p14="http://schemas.microsoft.com/office/powerpoint/2010/main" Requires="p14">
          <p:contentPart p14:bwMode="auto" r:id="rId53">
            <p14:nvContentPartPr>
              <p14:cNvPr id="1048808" name=""/>
              <p14:cNvContentPartPr/>
              <p14:nvPr/>
            </p14:nvContentPartPr>
            <p14:xfrm>
              <a:off x="6209395" y="4854927"/>
              <a:ext cx="128523" cy="123732"/>
            </p14:xfrm>
          </p:contentPart>
        </mc:Choice>
        <mc:Fallback>
          <p:sp>
            <p:nvSpPr>
              <p:cNvPr id="1048808" name=""/>
              <p:cNvSpPr/>
              <p:nvPr/>
            </p:nvSpPr>
            <p:spPr>
              <a:xfrm>
                <a:off x="6209395" y="4854927"/>
                <a:ext cx="128523" cy="123732"/>
              </a:xfrm>
            </p:spPr>
          </p:sp>
        </mc:Fallback>
      </mc:AlternateContent>
      <mc:AlternateContent xmlns:mc="http://schemas.openxmlformats.org/markup-compatibility/2006">
        <mc:Choice xmlns:p14="http://schemas.microsoft.com/office/powerpoint/2010/main" Requires="p14">
          <p:contentPart p14:bwMode="auto" r:id="rId54">
            <p14:nvContentPartPr>
              <p14:cNvPr id="1048809" name=""/>
              <p14:cNvContentPartPr/>
              <p14:nvPr/>
            </p14:nvContentPartPr>
            <p14:xfrm>
              <a:off x="6187570" y="4888623"/>
              <a:ext cx="108251" cy="81863"/>
            </p14:xfrm>
          </p:contentPart>
        </mc:Choice>
        <mc:Fallback>
          <p:sp>
            <p:nvSpPr>
              <p:cNvPr id="1048809" name=""/>
              <p:cNvSpPr/>
              <p:nvPr/>
            </p:nvSpPr>
            <p:spPr>
              <a:xfrm>
                <a:off x="6187570" y="4888623"/>
                <a:ext cx="108251" cy="81863"/>
              </a:xfrm>
            </p:spPr>
          </p:sp>
        </mc:Fallback>
      </mc:AlternateContent>
      <mc:AlternateContent xmlns:mc="http://schemas.openxmlformats.org/markup-compatibility/2006">
        <mc:Choice xmlns:p14="http://schemas.microsoft.com/office/powerpoint/2010/main" Requires="p14">
          <p:contentPart p14:bwMode="auto" r:id="rId55">
            <p14:nvContentPartPr>
              <p14:cNvPr id="1048810" name=""/>
              <p14:cNvContentPartPr/>
              <p14:nvPr/>
            </p14:nvContentPartPr>
            <p14:xfrm>
              <a:off x="6369516" y="4794807"/>
              <a:ext cx="141430" cy="199106"/>
            </p14:xfrm>
          </p:contentPart>
        </mc:Choice>
        <mc:Fallback>
          <p:sp>
            <p:nvSpPr>
              <p:cNvPr id="1048810" name=""/>
              <p:cNvSpPr/>
              <p:nvPr/>
            </p:nvSpPr>
            <p:spPr>
              <a:xfrm>
                <a:off x="6369516" y="4794807"/>
                <a:ext cx="141430" cy="199106"/>
              </a:xfrm>
            </p:spPr>
          </p:sp>
        </mc:Fallback>
      </mc:AlternateContent>
      <mc:AlternateContent xmlns:mc="http://schemas.openxmlformats.org/markup-compatibility/2006">
        <mc:Choice xmlns:p14="http://schemas.microsoft.com/office/powerpoint/2010/main" Requires="p14">
          <p:contentPart p14:bwMode="auto" r:id="rId56">
            <p14:nvContentPartPr>
              <p14:cNvPr id="1048811" name=""/>
              <p14:cNvContentPartPr/>
              <p14:nvPr/>
            </p14:nvContentPartPr>
            <p14:xfrm>
              <a:off x="6487724" y="4680038"/>
              <a:ext cx="161171" cy="193117"/>
            </p14:xfrm>
          </p:contentPart>
        </mc:Choice>
        <mc:Fallback>
          <p:sp>
            <p:nvSpPr>
              <p:cNvPr id="1048811" name=""/>
              <p:cNvSpPr/>
              <p:nvPr/>
            </p:nvSpPr>
            <p:spPr>
              <a:xfrm>
                <a:off x="6487724" y="4680038"/>
                <a:ext cx="161171" cy="193117"/>
              </a:xfrm>
            </p:spPr>
          </p:sp>
        </mc:Fallback>
      </mc:AlternateContent>
      <mc:AlternateContent xmlns:mc="http://schemas.openxmlformats.org/markup-compatibility/2006">
        <mc:Choice xmlns:p14="http://schemas.microsoft.com/office/powerpoint/2010/main" Requires="p14">
          <p:contentPart p14:bwMode="auto" r:id="rId57">
            <p14:nvContentPartPr>
              <p14:cNvPr id="1048812" name=""/>
              <p14:cNvContentPartPr/>
              <p14:nvPr/>
            </p14:nvContentPartPr>
            <p14:xfrm>
              <a:off x="6567185" y="1238403"/>
              <a:ext cx="328769" cy="516715"/>
            </p14:xfrm>
          </p:contentPart>
        </mc:Choice>
        <mc:Fallback>
          <p:sp>
            <p:nvSpPr>
              <p:cNvPr id="1048812" name=""/>
              <p:cNvSpPr/>
              <p:nvPr/>
            </p:nvSpPr>
            <p:spPr>
              <a:xfrm>
                <a:off x="6567185" y="1238403"/>
                <a:ext cx="328769" cy="516715"/>
              </a:xfrm>
            </p:spPr>
          </p:sp>
        </mc:Fallback>
      </mc:AlternateContent>
      <mc:AlternateContent xmlns:mc="http://schemas.openxmlformats.org/markup-compatibility/2006">
        <mc:Choice xmlns:p14="http://schemas.microsoft.com/office/powerpoint/2010/main" Requires="p14">
          <p:contentPart p14:bwMode="auto" r:id="rId58">
            <p14:nvContentPartPr>
              <p14:cNvPr id="1048813" name=""/>
              <p14:cNvContentPartPr/>
              <p14:nvPr/>
            </p14:nvContentPartPr>
            <p14:xfrm>
              <a:off x="7084294" y="1530084"/>
              <a:ext cx="395639" cy="403148"/>
            </p14:xfrm>
          </p:contentPart>
        </mc:Choice>
        <mc:Fallback>
          <p:sp>
            <p:nvSpPr>
              <p:cNvPr id="1048813" name=""/>
              <p:cNvSpPr/>
              <p:nvPr/>
            </p:nvSpPr>
            <p:spPr>
              <a:xfrm>
                <a:off x="7084294" y="1530084"/>
                <a:ext cx="395639" cy="403148"/>
              </a:xfrm>
            </p:spPr>
          </p:sp>
        </mc:Fallback>
      </mc:AlternateContent>
      <mc:AlternateContent xmlns:mc="http://schemas.openxmlformats.org/markup-compatibility/2006">
        <mc:Choice xmlns:p14="http://schemas.microsoft.com/office/powerpoint/2010/main" Requires="p14">
          <p:contentPart p14:bwMode="auto" r:id="rId59">
            <p14:nvContentPartPr>
              <p14:cNvPr id="1048814" name=""/>
              <p14:cNvContentPartPr/>
              <p14:nvPr/>
            </p14:nvContentPartPr>
            <p14:xfrm>
              <a:off x="7522240" y="1398064"/>
              <a:ext cx="194241" cy="103871"/>
            </p14:xfrm>
          </p:contentPart>
        </mc:Choice>
        <mc:Fallback>
          <p:sp>
            <p:nvSpPr>
              <p:cNvPr id="1048814" name=""/>
              <p:cNvSpPr/>
              <p:nvPr/>
            </p:nvSpPr>
            <p:spPr>
              <a:xfrm>
                <a:off x="7522240" y="1398064"/>
                <a:ext cx="194241" cy="103871"/>
              </a:xfrm>
            </p:spPr>
          </p:sp>
        </mc:Fallback>
      </mc:AlternateContent>
      <mc:AlternateContent xmlns:mc="http://schemas.openxmlformats.org/markup-compatibility/2006">
        <mc:Choice xmlns:p14="http://schemas.microsoft.com/office/powerpoint/2010/main" Requires="p14">
          <p:contentPart p14:bwMode="auto" r:id="rId60">
            <p14:nvContentPartPr>
              <p14:cNvPr id="1048815" name=""/>
              <p14:cNvContentPartPr/>
              <p14:nvPr/>
            </p14:nvContentPartPr>
            <p14:xfrm>
              <a:off x="7603255" y="1501040"/>
              <a:ext cx="153604" cy="98807"/>
            </p14:xfrm>
          </p:contentPart>
        </mc:Choice>
        <mc:Fallback>
          <p:sp>
            <p:nvSpPr>
              <p:cNvPr id="1048815" name=""/>
              <p:cNvSpPr/>
              <p:nvPr/>
            </p:nvSpPr>
            <p:spPr>
              <a:xfrm>
                <a:off x="7603255" y="1501040"/>
                <a:ext cx="153604" cy="98807"/>
              </a:xfrm>
            </p:spPr>
          </p:sp>
        </mc:Fallback>
      </mc:AlternateContent>
      <mc:AlternateContent xmlns:mc="http://schemas.openxmlformats.org/markup-compatibility/2006">
        <mc:Choice xmlns:p14="http://schemas.microsoft.com/office/powerpoint/2010/main" Requires="p14">
          <p:contentPart p14:bwMode="auto" r:id="rId61">
            <p14:nvContentPartPr>
              <p14:cNvPr id="1048816" name=""/>
              <p14:cNvContentPartPr/>
              <p14:nvPr/>
            </p14:nvContentPartPr>
            <p14:xfrm>
              <a:off x="7929432" y="1063150"/>
              <a:ext cx="271344" cy="502922"/>
            </p14:xfrm>
          </p:contentPart>
        </mc:Choice>
        <mc:Fallback>
          <p:sp>
            <p:nvSpPr>
              <p:cNvPr id="1048816" name=""/>
              <p:cNvSpPr/>
              <p:nvPr/>
            </p:nvSpPr>
            <p:spPr>
              <a:xfrm>
                <a:off x="7929432" y="1063150"/>
                <a:ext cx="271344" cy="502922"/>
              </a:xfrm>
            </p:spPr>
          </p:sp>
        </mc:Fallback>
      </mc:AlternateContent>
      <mc:AlternateContent xmlns:mc="http://schemas.openxmlformats.org/markup-compatibility/2006">
        <mc:Choice xmlns:p14="http://schemas.microsoft.com/office/powerpoint/2010/main" Requires="p14">
          <p:contentPart p14:bwMode="auto" r:id="rId62">
            <p14:nvContentPartPr>
              <p14:cNvPr id="1048817" name=""/>
              <p14:cNvContentPartPr/>
              <p14:nvPr/>
            </p14:nvContentPartPr>
            <p14:xfrm>
              <a:off x="8302302" y="1394480"/>
              <a:ext cx="296311" cy="324940"/>
            </p14:xfrm>
          </p:contentPart>
        </mc:Choice>
        <mc:Fallback>
          <p:sp>
            <p:nvSpPr>
              <p:cNvPr id="1048817" name=""/>
              <p:cNvSpPr/>
              <p:nvPr/>
            </p:nvSpPr>
            <p:spPr>
              <a:xfrm>
                <a:off x="8302302" y="1394480"/>
                <a:ext cx="296311" cy="324940"/>
              </a:xfrm>
            </p:spPr>
          </p:sp>
        </mc:Fallback>
      </mc:AlternateContent>
      <mc:AlternateContent xmlns:mc="http://schemas.openxmlformats.org/markup-compatibility/2006">
        <mc:Choice xmlns:p14="http://schemas.microsoft.com/office/powerpoint/2010/main" Requires="p14">
          <p:contentPart p14:bwMode="auto" r:id="rId63">
            <p14:nvContentPartPr>
              <p14:cNvPr id="1048818" name=""/>
              <p14:cNvContentPartPr/>
              <p14:nvPr/>
            </p14:nvContentPartPr>
            <p14:xfrm>
              <a:off x="8582383" y="1328504"/>
              <a:ext cx="108509" cy="379396"/>
            </p14:xfrm>
          </p:contentPart>
        </mc:Choice>
        <mc:Fallback>
          <p:sp>
            <p:nvSpPr>
              <p:cNvPr id="1048818" name=""/>
              <p:cNvSpPr/>
              <p:nvPr/>
            </p:nvSpPr>
            <p:spPr>
              <a:xfrm>
                <a:off x="8582383" y="1328504"/>
                <a:ext cx="108509" cy="379396"/>
              </a:xfrm>
            </p:spPr>
          </p:sp>
        </mc:Fallback>
      </mc:AlternateContent>
      <mc:AlternateContent xmlns:mc="http://schemas.openxmlformats.org/markup-compatibility/2006">
        <mc:Choice xmlns:p14="http://schemas.microsoft.com/office/powerpoint/2010/main" Requires="p14">
          <p:contentPart p14:bwMode="auto" r:id="rId64">
            <p14:nvContentPartPr>
              <p14:cNvPr id="1048819" name=""/>
              <p14:cNvContentPartPr/>
              <p14:nvPr/>
            </p14:nvContentPartPr>
            <p14:xfrm>
              <a:off x="8779673" y="926381"/>
              <a:ext cx="281242" cy="498122"/>
            </p14:xfrm>
          </p:contentPart>
        </mc:Choice>
        <mc:Fallback>
          <p:sp>
            <p:nvSpPr>
              <p:cNvPr id="1048819" name=""/>
              <p:cNvSpPr/>
              <p:nvPr/>
            </p:nvSpPr>
            <p:spPr>
              <a:xfrm>
                <a:off x="8779673" y="926381"/>
                <a:ext cx="281242" cy="498122"/>
              </a:xfrm>
            </p:spPr>
          </p:sp>
        </mc:Fallback>
      </mc:AlternateContent>
      <mc:AlternateContent xmlns:mc="http://schemas.openxmlformats.org/markup-compatibility/2006">
        <mc:Choice xmlns:p14="http://schemas.microsoft.com/office/powerpoint/2010/main" Requires="p14">
          <p:contentPart p14:bwMode="auto" r:id="rId65">
            <p14:nvContentPartPr>
              <p14:cNvPr id="1048820" name=""/>
              <p14:cNvContentPartPr/>
              <p14:nvPr/>
            </p14:nvContentPartPr>
            <p14:xfrm>
              <a:off x="9267078" y="1232154"/>
              <a:ext cx="74476" cy="345366"/>
            </p14:xfrm>
          </p:contentPart>
        </mc:Choice>
        <mc:Fallback>
          <p:sp>
            <p:nvSpPr>
              <p:cNvPr id="1048820" name=""/>
              <p:cNvSpPr/>
              <p:nvPr/>
            </p:nvSpPr>
            <p:spPr>
              <a:xfrm>
                <a:off x="9267078" y="1232154"/>
                <a:ext cx="74476" cy="345366"/>
              </a:xfrm>
            </p:spPr>
          </p:sp>
        </mc:Fallback>
      </mc:AlternateContent>
      <mc:AlternateContent xmlns:mc="http://schemas.openxmlformats.org/markup-compatibility/2006">
        <mc:Choice xmlns:p14="http://schemas.microsoft.com/office/powerpoint/2010/main" Requires="p14">
          <p:contentPart p14:bwMode="auto" r:id="rId66">
            <p14:nvContentPartPr>
              <p14:cNvPr id="1048821" name=""/>
              <p14:cNvContentPartPr/>
              <p14:nvPr/>
            </p14:nvContentPartPr>
            <p14:xfrm>
              <a:off x="9599472" y="815764"/>
              <a:ext cx="33795" cy="417648"/>
            </p14:xfrm>
          </p:contentPart>
        </mc:Choice>
        <mc:Fallback>
          <p:sp>
            <p:nvSpPr>
              <p:cNvPr id="1048821" name=""/>
              <p:cNvSpPr/>
              <p:nvPr/>
            </p:nvSpPr>
            <p:spPr>
              <a:xfrm>
                <a:off x="9599472" y="815764"/>
                <a:ext cx="33795" cy="417648"/>
              </a:xfrm>
            </p:spPr>
          </p:sp>
        </mc:Fallback>
      </mc:AlternateContent>
      <mc:AlternateContent xmlns:mc="http://schemas.openxmlformats.org/markup-compatibility/2006">
        <mc:Choice xmlns:p14="http://schemas.microsoft.com/office/powerpoint/2010/main" Requires="p14">
          <p:contentPart p14:bwMode="auto" r:id="rId67">
            <p14:nvContentPartPr>
              <p14:cNvPr id="1048822" name=""/>
              <p14:cNvContentPartPr/>
              <p14:nvPr/>
            </p14:nvContentPartPr>
            <p14:xfrm>
              <a:off x="9456423" y="949549"/>
              <a:ext cx="304007" cy="128705"/>
            </p14:xfrm>
          </p:contentPart>
        </mc:Choice>
        <mc:Fallback>
          <p:sp>
            <p:nvSpPr>
              <p:cNvPr id="1048822" name=""/>
              <p:cNvSpPr/>
              <p:nvPr/>
            </p:nvSpPr>
            <p:spPr>
              <a:xfrm>
                <a:off x="9456423" y="949549"/>
                <a:ext cx="304007" cy="128705"/>
              </a:xfrm>
            </p:spPr>
          </p:sp>
        </mc:Fallback>
      </mc:AlternateContent>
      <mc:AlternateContent xmlns:mc="http://schemas.openxmlformats.org/markup-compatibility/2006">
        <mc:Choice xmlns:p14="http://schemas.microsoft.com/office/powerpoint/2010/main" Requires="p14">
          <p:contentPart p14:bwMode="auto" r:id="rId68">
            <p14:nvContentPartPr>
              <p14:cNvPr id="1048823" name=""/>
              <p14:cNvContentPartPr/>
              <p14:nvPr/>
            </p14:nvContentPartPr>
            <p14:xfrm>
              <a:off x="9975383" y="632698"/>
              <a:ext cx="182498" cy="566542"/>
            </p14:xfrm>
          </p:contentPart>
        </mc:Choice>
        <mc:Fallback>
          <p:sp>
            <p:nvSpPr>
              <p:cNvPr id="1048823" name=""/>
              <p:cNvSpPr/>
              <p:nvPr/>
            </p:nvSpPr>
            <p:spPr>
              <a:xfrm>
                <a:off x="9975383" y="632698"/>
                <a:ext cx="182498" cy="566542"/>
              </a:xfrm>
            </p:spPr>
          </p:sp>
        </mc:Fallback>
      </mc:AlternateContent>
      <mc:AlternateContent xmlns:mc="http://schemas.openxmlformats.org/markup-compatibility/2006">
        <mc:Choice xmlns:p14="http://schemas.microsoft.com/office/powerpoint/2010/main" Requires="p14">
          <p:contentPart p14:bwMode="auto" r:id="rId69">
            <p14:nvContentPartPr>
              <p14:cNvPr id="1048824" name=""/>
              <p14:cNvContentPartPr/>
              <p14:nvPr/>
            </p14:nvContentPartPr>
            <p14:xfrm>
              <a:off x="9853629" y="860438"/>
              <a:ext cx="321164" cy="154796"/>
            </p14:xfrm>
          </p:contentPart>
        </mc:Choice>
        <mc:Fallback>
          <p:sp>
            <p:nvSpPr>
              <p:cNvPr id="1048824" name=""/>
              <p:cNvSpPr/>
              <p:nvPr/>
            </p:nvSpPr>
            <p:spPr>
              <a:xfrm>
                <a:off x="9853629" y="860438"/>
                <a:ext cx="321164" cy="154796"/>
              </a:xfrm>
            </p:spPr>
          </p:sp>
        </mc:Fallback>
      </mc:AlternateContent>
      <mc:AlternateContent xmlns:mc="http://schemas.openxmlformats.org/markup-compatibility/2006">
        <mc:Choice xmlns:p14="http://schemas.microsoft.com/office/powerpoint/2010/main" Requires="p14">
          <p:contentPart p14:bwMode="auto" r:id="rId70">
            <p14:nvContentPartPr>
              <p14:cNvPr id="1048825" name=""/>
              <p14:cNvContentPartPr/>
              <p14:nvPr/>
            </p14:nvContentPartPr>
            <p14:xfrm>
              <a:off x="10227225" y="1001375"/>
              <a:ext cx="316195" cy="285957"/>
            </p14:xfrm>
          </p:contentPart>
        </mc:Choice>
        <mc:Fallback>
          <p:sp>
            <p:nvSpPr>
              <p:cNvPr id="1048825" name=""/>
              <p:cNvSpPr/>
              <p:nvPr/>
            </p:nvSpPr>
            <p:spPr>
              <a:xfrm>
                <a:off x="10227225" y="1001375"/>
                <a:ext cx="316195" cy="285957"/>
              </a:xfrm>
            </p:spPr>
          </p:sp>
        </mc:Fallback>
      </mc:AlternateContent>
      <mc:AlternateContent xmlns:mc="http://schemas.openxmlformats.org/markup-compatibility/2006">
        <mc:Choice xmlns:p14="http://schemas.microsoft.com/office/powerpoint/2010/main" Requires="p14">
          <p:contentPart p14:bwMode="auto" r:id="rId71">
            <p14:nvContentPartPr>
              <p14:cNvPr id="1048826" name=""/>
              <p14:cNvContentPartPr/>
              <p14:nvPr/>
            </p14:nvContentPartPr>
            <p14:xfrm>
              <a:off x="10440733" y="946619"/>
              <a:ext cx="328413" cy="366448"/>
            </p14:xfrm>
          </p:contentPart>
        </mc:Choice>
        <mc:Fallback>
          <p:sp>
            <p:nvSpPr>
              <p:cNvPr id="1048826" name=""/>
              <p:cNvSpPr/>
              <p:nvPr/>
            </p:nvSpPr>
            <p:spPr>
              <a:xfrm>
                <a:off x="10440733" y="946619"/>
                <a:ext cx="328413" cy="366448"/>
              </a:xfrm>
            </p:spPr>
          </p:sp>
        </mc:Fallback>
      </mc:AlternateContent>
      <mc:AlternateContent xmlns:mc="http://schemas.openxmlformats.org/markup-compatibility/2006">
        <mc:Choice xmlns:p14="http://schemas.microsoft.com/office/powerpoint/2010/main" Requires="p14">
          <p:contentPart p14:bwMode="auto" r:id="rId72">
            <p14:nvContentPartPr>
              <p14:cNvPr id="1048827" name=""/>
              <p14:cNvContentPartPr/>
              <p14:nvPr/>
            </p14:nvContentPartPr>
            <p14:xfrm>
              <a:off x="10711003" y="544700"/>
              <a:ext cx="253025" cy="539836"/>
            </p14:xfrm>
          </p:contentPart>
        </mc:Choice>
        <mc:Fallback>
          <p:sp>
            <p:nvSpPr>
              <p:cNvPr id="1048827" name=""/>
              <p:cNvSpPr/>
              <p:nvPr/>
            </p:nvSpPr>
            <p:spPr>
              <a:xfrm>
                <a:off x="10711003" y="544700"/>
                <a:ext cx="253025" cy="539836"/>
              </a:xfrm>
            </p:spPr>
          </p:sp>
        </mc:Fallback>
      </mc:AlternateContent>
      <mc:AlternateContent xmlns:mc="http://schemas.openxmlformats.org/markup-compatibility/2006">
        <mc:Choice xmlns:p14="http://schemas.microsoft.com/office/powerpoint/2010/main" Requires="p14">
          <p:contentPart p14:bwMode="auto" r:id="rId73">
            <p14:nvContentPartPr>
              <p14:cNvPr id="1048828" name=""/>
              <p14:cNvContentPartPr/>
              <p14:nvPr/>
            </p14:nvContentPartPr>
            <p14:xfrm>
              <a:off x="10989474" y="828573"/>
              <a:ext cx="200244" cy="391862"/>
            </p14:xfrm>
          </p:contentPart>
        </mc:Choice>
        <mc:Fallback>
          <p:sp>
            <p:nvSpPr>
              <p:cNvPr id="1048828" name=""/>
              <p:cNvSpPr/>
              <p:nvPr/>
            </p:nvSpPr>
            <p:spPr>
              <a:xfrm>
                <a:off x="10989474" y="828573"/>
                <a:ext cx="200244" cy="391862"/>
              </a:xfrm>
            </p:spPr>
          </p:sp>
        </mc:Fallback>
      </mc:AlternateContent>
      <mc:AlternateContent xmlns:mc="http://schemas.openxmlformats.org/markup-compatibility/2006">
        <mc:Choice xmlns:p14="http://schemas.microsoft.com/office/powerpoint/2010/main" Requires="p14">
          <p:contentPart p14:bwMode="auto" r:id="rId74">
            <p14:nvContentPartPr>
              <p14:cNvPr id="1048829" name=""/>
              <p14:cNvContentPartPr/>
              <p14:nvPr/>
            </p14:nvContentPartPr>
            <p14:xfrm>
              <a:off x="8618129" y="658280"/>
              <a:ext cx="821634" cy="1078974"/>
            </p14:xfrm>
          </p:contentPart>
        </mc:Choice>
        <mc:Fallback>
          <p:sp>
            <p:nvSpPr>
              <p:cNvPr id="1048829" name=""/>
              <p:cNvSpPr/>
              <p:nvPr/>
            </p:nvSpPr>
            <p:spPr>
              <a:xfrm>
                <a:off x="8618129" y="658280"/>
                <a:ext cx="821634" cy="1078974"/>
              </a:xfrm>
            </p:spPr>
          </p:sp>
        </mc:Fallback>
      </mc:AlternateContent>
      <mc:AlternateContent xmlns:mc="http://schemas.openxmlformats.org/markup-compatibility/2006">
        <mc:Choice xmlns:p14="http://schemas.microsoft.com/office/powerpoint/2010/main" Requires="p14">
          <p:contentPart p14:bwMode="auto" r:id="rId75">
            <p14:nvContentPartPr>
              <p14:cNvPr id="1048830" name=""/>
              <p14:cNvContentPartPr/>
              <p14:nvPr/>
            </p14:nvContentPartPr>
            <p14:xfrm>
              <a:off x="10579080" y="279223"/>
              <a:ext cx="824510" cy="1070931"/>
            </p14:xfrm>
          </p:contentPart>
        </mc:Choice>
        <mc:Fallback>
          <p:sp>
            <p:nvSpPr>
              <p:cNvPr id="1048830" name=""/>
              <p:cNvSpPr/>
              <p:nvPr/>
            </p:nvSpPr>
            <p:spPr>
              <a:xfrm>
                <a:off x="10579080" y="279223"/>
                <a:ext cx="824510" cy="1070931"/>
              </a:xfrm>
            </p:spPr>
          </p:sp>
        </mc:Fallback>
      </mc:AlternateContent>
      <mc:AlternateContent xmlns:mc="http://schemas.openxmlformats.org/markup-compatibility/2006">
        <mc:Choice xmlns:p14="http://schemas.microsoft.com/office/powerpoint/2010/main" Requires="p14">
          <p:contentPart p14:bwMode="auto" r:id="rId76">
            <p14:nvContentPartPr>
              <p14:cNvPr id="1048831" name=""/>
              <p14:cNvContentPartPr/>
              <p14:nvPr/>
            </p14:nvContentPartPr>
            <p14:xfrm>
              <a:off x="0" y="0"/>
              <a:ext cx="0" cy="0"/>
            </p14:xfrm>
          </p:contentPart>
        </mc:Choice>
        <mc:Fallback>
          <p:sp>
            <p:nvSpPr>
              <p:cNvPr id="1048831"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77">
            <p14:nvContentPartPr>
              <p14:cNvPr id="1048832" name=""/>
              <p14:cNvContentPartPr/>
              <p14:nvPr/>
            </p14:nvContentPartPr>
            <p14:xfrm>
              <a:off x="0" y="0"/>
              <a:ext cx="0" cy="0"/>
            </p14:xfrm>
          </p:contentPart>
        </mc:Choice>
        <mc:Fallback>
          <p:sp>
            <p:nvSpPr>
              <p:cNvPr id="1048832"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78">
            <p14:nvContentPartPr>
              <p14:cNvPr id="1048833" name=""/>
              <p14:cNvContentPartPr/>
              <p14:nvPr/>
            </p14:nvContentPartPr>
            <p14:xfrm>
              <a:off x="0" y="0"/>
              <a:ext cx="0" cy="0"/>
            </p14:xfrm>
          </p:contentPart>
        </mc:Choice>
        <mc:Fallback>
          <p:sp>
            <p:nvSpPr>
              <p:cNvPr id="1048833"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79">
            <p14:nvContentPartPr>
              <p14:cNvPr id="1048834" name=""/>
              <p14:cNvContentPartPr/>
              <p14:nvPr/>
            </p14:nvContentPartPr>
            <p14:xfrm>
              <a:off x="4721721" y="4424475"/>
              <a:ext cx="38128" cy="18773"/>
            </p14:xfrm>
          </p:contentPart>
        </mc:Choice>
        <mc:Fallback>
          <p:sp>
            <p:nvSpPr>
              <p:cNvPr id="1048834" name=""/>
              <p:cNvSpPr/>
              <p:nvPr/>
            </p:nvSpPr>
            <p:spPr>
              <a:xfrm>
                <a:off x="4721721" y="4424475"/>
                <a:ext cx="38128" cy="18773"/>
              </a:xfrm>
            </p:spPr>
          </p:sp>
        </mc:Fallback>
      </mc:AlternateContent>
      <mc:AlternateContent xmlns:mc="http://schemas.openxmlformats.org/markup-compatibility/2006">
        <mc:Choice xmlns:p14="http://schemas.microsoft.com/office/powerpoint/2010/main" Requires="p14">
          <p:contentPart p14:bwMode="auto" r:id="rId80">
            <p14:nvContentPartPr>
              <p14:cNvPr id="1048835" name=""/>
              <p14:cNvContentPartPr/>
              <p14:nvPr/>
            </p14:nvContentPartPr>
            <p14:xfrm>
              <a:off x="3669329" y="3655769"/>
              <a:ext cx="748292" cy="650066"/>
            </p14:xfrm>
          </p:contentPart>
        </mc:Choice>
        <mc:Fallback>
          <p:sp>
            <p:nvSpPr>
              <p:cNvPr id="1048835" name=""/>
              <p:cNvSpPr/>
              <p:nvPr/>
            </p:nvSpPr>
            <p:spPr>
              <a:xfrm>
                <a:off x="3669329" y="3655769"/>
                <a:ext cx="748292" cy="650066"/>
              </a:xfrm>
            </p:spPr>
          </p:sp>
        </mc:Fallback>
      </mc:AlternateContent>
      <mc:AlternateContent xmlns:mc="http://schemas.openxmlformats.org/markup-compatibility/2006">
        <mc:Choice xmlns:p14="http://schemas.microsoft.com/office/powerpoint/2010/main" Requires="p14">
          <p:contentPart p14:bwMode="auto" r:id="rId81">
            <p14:nvContentPartPr>
              <p14:cNvPr id="1048836" name=""/>
              <p14:cNvContentPartPr/>
              <p14:nvPr/>
            </p14:nvContentPartPr>
            <p14:xfrm>
              <a:off x="8108791" y="1781090"/>
              <a:ext cx="804597" cy="231501"/>
            </p14:xfrm>
          </p:contentPart>
        </mc:Choice>
        <mc:Fallback>
          <p:sp>
            <p:nvSpPr>
              <p:cNvPr id="1048836" name=""/>
              <p:cNvSpPr/>
              <p:nvPr/>
            </p:nvSpPr>
            <p:spPr>
              <a:xfrm>
                <a:off x="8108791" y="1781090"/>
                <a:ext cx="804597" cy="231501"/>
              </a:xfrm>
            </p:spPr>
          </p:sp>
        </mc:Fallback>
      </mc:AlternateContent>
      <mc:AlternateContent xmlns:mc="http://schemas.openxmlformats.org/markup-compatibility/2006">
        <mc:Choice xmlns:p14="http://schemas.microsoft.com/office/powerpoint/2010/main" Requires="p14">
          <p:contentPart p14:bwMode="auto" r:id="rId82">
            <p14:nvContentPartPr>
              <p14:cNvPr id="1048837" name=""/>
              <p14:cNvContentPartPr/>
              <p14:nvPr/>
            </p14:nvContentPartPr>
            <p14:xfrm>
              <a:off x="7599089" y="2188626"/>
              <a:ext cx="41202" cy="44008"/>
            </p14:xfrm>
          </p:contentPart>
        </mc:Choice>
        <mc:Fallback>
          <p:sp>
            <p:nvSpPr>
              <p:cNvPr id="1048837" name=""/>
              <p:cNvSpPr/>
              <p:nvPr/>
            </p:nvSpPr>
            <p:spPr>
              <a:xfrm>
                <a:off x="7599089" y="2188626"/>
                <a:ext cx="41202" cy="44008"/>
              </a:xfrm>
            </p:spPr>
          </p:sp>
        </mc:Fallback>
      </mc:AlternateContent>
      <mc:AlternateContent xmlns:mc="http://schemas.openxmlformats.org/markup-compatibility/2006">
        <mc:Choice xmlns:p14="http://schemas.microsoft.com/office/powerpoint/2010/main" Requires="p14">
          <p:contentPart p14:bwMode="auto" r:id="rId83">
            <p14:nvContentPartPr>
              <p14:cNvPr id="1048838" name=""/>
              <p14:cNvContentPartPr/>
              <p14:nvPr/>
            </p14:nvContentPartPr>
            <p14:xfrm>
              <a:off x="7605885" y="2174564"/>
              <a:ext cx="15968" cy="22662"/>
            </p14:xfrm>
          </p:contentPart>
        </mc:Choice>
        <mc:Fallback>
          <p:sp>
            <p:nvSpPr>
              <p:cNvPr id="1048838" name=""/>
              <p:cNvSpPr/>
              <p:nvPr/>
            </p:nvSpPr>
            <p:spPr>
              <a:xfrm>
                <a:off x="7605885" y="2174564"/>
                <a:ext cx="15968" cy="22662"/>
              </a:xfrm>
            </p:spPr>
          </p:sp>
        </mc:Fallback>
      </mc:AlternateContent>
      <mc:AlternateContent xmlns:mc="http://schemas.openxmlformats.org/markup-compatibility/2006">
        <mc:Choice xmlns:p14="http://schemas.microsoft.com/office/powerpoint/2010/main" Requires="p14">
          <p:contentPart p14:bwMode="auto" r:id="rId84">
            <p14:nvContentPartPr>
              <p14:cNvPr id="1048839" name=""/>
              <p14:cNvContentPartPr/>
              <p14:nvPr/>
            </p14:nvContentPartPr>
            <p14:xfrm>
              <a:off x="7662354" y="2183679"/>
              <a:ext cx="12194" cy="58393"/>
            </p14:xfrm>
          </p:contentPart>
        </mc:Choice>
        <mc:Fallback>
          <p:sp>
            <p:nvSpPr>
              <p:cNvPr id="1048839" name=""/>
              <p:cNvSpPr/>
              <p:nvPr/>
            </p:nvSpPr>
            <p:spPr>
              <a:xfrm>
                <a:off x="7662354" y="2183679"/>
                <a:ext cx="12194" cy="58393"/>
              </a:xfrm>
            </p:spPr>
          </p:sp>
        </mc:Fallback>
      </mc:AlternateContent>
      <mc:AlternateContent xmlns:mc="http://schemas.openxmlformats.org/markup-compatibility/2006">
        <mc:Choice xmlns:p14="http://schemas.microsoft.com/office/powerpoint/2010/main" Requires="p14">
          <p:contentPart p14:bwMode="auto" r:id="rId85">
            <p14:nvContentPartPr>
              <p14:cNvPr id="1048840" name=""/>
              <p14:cNvContentPartPr/>
              <p14:nvPr/>
            </p14:nvContentPartPr>
            <p14:xfrm>
              <a:off x="0" y="0"/>
              <a:ext cx="0" cy="0"/>
            </p14:xfrm>
          </p:contentPart>
        </mc:Choice>
        <mc:Fallback>
          <p:sp>
            <p:nvSpPr>
              <p:cNvPr id="1048840"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86">
            <p14:nvContentPartPr>
              <p14:cNvPr id="1048841" name=""/>
              <p14:cNvContentPartPr/>
              <p14:nvPr/>
            </p14:nvContentPartPr>
            <p14:xfrm>
              <a:off x="6126021" y="4566657"/>
              <a:ext cx="16142" cy="29125"/>
            </p14:xfrm>
          </p:contentPart>
        </mc:Choice>
        <mc:Fallback>
          <p:sp>
            <p:nvSpPr>
              <p:cNvPr id="1048841" name=""/>
              <p:cNvSpPr/>
              <p:nvPr/>
            </p:nvSpPr>
            <p:spPr>
              <a:xfrm>
                <a:off x="6126021" y="4566657"/>
                <a:ext cx="16142" cy="29125"/>
              </a:xfrm>
            </p:spPr>
          </p:sp>
        </mc:Fallback>
      </mc:AlternateContent>
      <mc:AlternateContent xmlns:mc="http://schemas.openxmlformats.org/markup-compatibility/2006">
        <mc:Choice xmlns:p14="http://schemas.microsoft.com/office/powerpoint/2010/main" Requires="p14">
          <p:contentPart p14:bwMode="auto" r:id="rId87">
            <p14:nvContentPartPr>
              <p14:cNvPr id="1048842" name=""/>
              <p14:cNvContentPartPr/>
              <p14:nvPr/>
            </p14:nvContentPartPr>
            <p14:xfrm>
              <a:off x="4717783" y="3806852"/>
              <a:ext cx="1383844" cy="528547"/>
            </p14:xfrm>
          </p:contentPart>
        </mc:Choice>
        <mc:Fallback>
          <p:sp>
            <p:nvSpPr>
              <p:cNvPr id="1048842" name=""/>
              <p:cNvSpPr/>
              <p:nvPr/>
            </p:nvSpPr>
            <p:spPr>
              <a:xfrm>
                <a:off x="4717783" y="3806852"/>
                <a:ext cx="1383844" cy="528547"/>
              </a:xfrm>
            </p:spPr>
          </p:sp>
        </mc:Fallback>
      </mc:AlternateContent>
      <mc:AlternateContent xmlns:mc="http://schemas.openxmlformats.org/markup-compatibility/2006">
        <mc:Choice xmlns:p14="http://schemas.microsoft.com/office/powerpoint/2010/main" Requires="p14">
          <p:contentPart p14:bwMode="auto" r:id="rId88">
            <p14:nvContentPartPr>
              <p14:cNvPr id="1048843" name=""/>
              <p14:cNvContentPartPr/>
              <p14:nvPr/>
            </p14:nvContentPartPr>
            <p14:xfrm>
              <a:off x="6950040" y="2244614"/>
              <a:ext cx="335693" cy="602864"/>
            </p14:xfrm>
          </p:contentPart>
        </mc:Choice>
        <mc:Fallback>
          <p:sp>
            <p:nvSpPr>
              <p:cNvPr id="1048843" name=""/>
              <p:cNvSpPr/>
              <p:nvPr/>
            </p:nvSpPr>
            <p:spPr>
              <a:xfrm>
                <a:off x="6950040" y="2244614"/>
                <a:ext cx="335693" cy="602864"/>
              </a:xfrm>
            </p:spPr>
          </p:sp>
        </mc:Fallback>
      </mc:AlternateContent>
      <mc:AlternateContent xmlns:mc="http://schemas.openxmlformats.org/markup-compatibility/2006">
        <mc:Choice xmlns:p14="http://schemas.microsoft.com/office/powerpoint/2010/main" Requires="p14">
          <p:contentPart p14:bwMode="auto" r:id="rId89">
            <p14:nvContentPartPr>
              <p14:cNvPr id="1048844" name=""/>
              <p14:cNvContentPartPr/>
              <p14:nvPr/>
            </p14:nvContentPartPr>
            <p14:xfrm>
              <a:off x="7385497" y="2692178"/>
              <a:ext cx="255465" cy="420108"/>
            </p14:xfrm>
          </p:contentPart>
        </mc:Choice>
        <mc:Fallback>
          <p:sp>
            <p:nvSpPr>
              <p:cNvPr id="1048844" name=""/>
              <p:cNvSpPr/>
              <p:nvPr/>
            </p:nvSpPr>
            <p:spPr>
              <a:xfrm>
                <a:off x="7385497" y="2692178"/>
                <a:ext cx="255465" cy="420108"/>
              </a:xfrm>
            </p:spPr>
          </p:sp>
        </mc:Fallback>
      </mc:AlternateContent>
      <mc:AlternateContent xmlns:mc="http://schemas.openxmlformats.org/markup-compatibility/2006">
        <mc:Choice xmlns:p14="http://schemas.microsoft.com/office/powerpoint/2010/main" Requires="p14">
          <p:contentPart p14:bwMode="auto" r:id="rId90">
            <p14:nvContentPartPr>
              <p14:cNvPr id="1048845" name=""/>
              <p14:cNvContentPartPr/>
              <p14:nvPr/>
            </p14:nvContentPartPr>
            <p14:xfrm>
              <a:off x="7857412" y="2519935"/>
              <a:ext cx="277886" cy="72061"/>
            </p14:xfrm>
          </p:contentPart>
        </mc:Choice>
        <mc:Fallback>
          <p:sp>
            <p:nvSpPr>
              <p:cNvPr id="1048845" name=""/>
              <p:cNvSpPr/>
              <p:nvPr/>
            </p:nvSpPr>
            <p:spPr>
              <a:xfrm>
                <a:off x="7857412" y="2519935"/>
                <a:ext cx="277886" cy="72061"/>
              </a:xfrm>
            </p:spPr>
          </p:sp>
        </mc:Fallback>
      </mc:AlternateContent>
      <mc:AlternateContent xmlns:mc="http://schemas.openxmlformats.org/markup-compatibility/2006">
        <mc:Choice xmlns:p14="http://schemas.microsoft.com/office/powerpoint/2010/main" Requires="p14">
          <p:contentPart p14:bwMode="auto" r:id="rId91">
            <p14:nvContentPartPr>
              <p14:cNvPr id="1048846" name=""/>
              <p14:cNvContentPartPr/>
              <p14:nvPr/>
            </p14:nvContentPartPr>
            <p14:xfrm>
              <a:off x="7943520" y="2634268"/>
              <a:ext cx="254680" cy="84805"/>
            </p14:xfrm>
          </p:contentPart>
        </mc:Choice>
        <mc:Fallback>
          <p:sp>
            <p:nvSpPr>
              <p:cNvPr id="1048846" name=""/>
              <p:cNvSpPr/>
              <p:nvPr/>
            </p:nvSpPr>
            <p:spPr>
              <a:xfrm>
                <a:off x="7943520" y="2634268"/>
                <a:ext cx="254680" cy="84805"/>
              </a:xfrm>
            </p:spPr>
          </p:sp>
        </mc:Fallback>
      </mc:AlternateContent>
      <mc:AlternateContent xmlns:mc="http://schemas.openxmlformats.org/markup-compatibility/2006">
        <mc:Choice xmlns:p14="http://schemas.microsoft.com/office/powerpoint/2010/main" Requires="p14">
          <p:contentPart p14:bwMode="auto" r:id="rId92">
            <p14:nvContentPartPr>
              <p14:cNvPr id="1048847" name=""/>
              <p14:cNvContentPartPr/>
              <p14:nvPr/>
            </p14:nvContentPartPr>
            <p14:xfrm>
              <a:off x="8582163" y="2163627"/>
              <a:ext cx="218677" cy="464559"/>
            </p14:xfrm>
          </p:contentPart>
        </mc:Choice>
        <mc:Fallback>
          <p:sp>
            <p:nvSpPr>
              <p:cNvPr id="1048847" name=""/>
              <p:cNvSpPr/>
              <p:nvPr/>
            </p:nvSpPr>
            <p:spPr>
              <a:xfrm>
                <a:off x="8582163" y="2163627"/>
                <a:ext cx="218677" cy="464559"/>
              </a:xfrm>
            </p:spPr>
          </p:sp>
        </mc:Fallback>
      </mc:AlternateContent>
      <mc:AlternateContent xmlns:mc="http://schemas.openxmlformats.org/markup-compatibility/2006">
        <mc:Choice xmlns:p14="http://schemas.microsoft.com/office/powerpoint/2010/main" Requires="p14">
          <p:contentPart p14:bwMode="auto" r:id="rId93">
            <p14:nvContentPartPr>
              <p14:cNvPr id="1048848" name=""/>
              <p14:cNvContentPartPr/>
              <p14:nvPr/>
            </p14:nvContentPartPr>
            <p14:xfrm>
              <a:off x="8485059" y="2451929"/>
              <a:ext cx="208492" cy="45018"/>
            </p14:xfrm>
          </p:contentPart>
        </mc:Choice>
        <mc:Fallback>
          <p:sp>
            <p:nvSpPr>
              <p:cNvPr id="1048848" name=""/>
              <p:cNvSpPr/>
              <p:nvPr/>
            </p:nvSpPr>
            <p:spPr>
              <a:xfrm>
                <a:off x="8485059" y="2451929"/>
                <a:ext cx="208492" cy="45018"/>
              </a:xfrm>
            </p:spPr>
          </p:sp>
        </mc:Fallback>
      </mc:AlternateContent>
      <mc:AlternateContent xmlns:mc="http://schemas.openxmlformats.org/markup-compatibility/2006">
        <mc:Choice xmlns:p14="http://schemas.microsoft.com/office/powerpoint/2010/main" Requires="p14">
          <p:contentPart p14:bwMode="auto" r:id="rId94">
            <p14:nvContentPartPr>
              <p14:cNvPr id="1048849" name=""/>
              <p14:cNvContentPartPr/>
              <p14:nvPr/>
            </p14:nvContentPartPr>
            <p14:xfrm>
              <a:off x="8900156" y="2494585"/>
              <a:ext cx="174989" cy="348231"/>
            </p14:xfrm>
          </p:contentPart>
        </mc:Choice>
        <mc:Fallback>
          <p:sp>
            <p:nvSpPr>
              <p:cNvPr id="1048849" name=""/>
              <p:cNvSpPr/>
              <p:nvPr/>
            </p:nvSpPr>
            <p:spPr>
              <a:xfrm>
                <a:off x="8900156" y="2494585"/>
                <a:ext cx="174989" cy="348231"/>
              </a:xfrm>
            </p:spPr>
          </p:sp>
        </mc:Fallback>
      </mc:AlternateContent>
      <mc:AlternateContent xmlns:mc="http://schemas.openxmlformats.org/markup-compatibility/2006">
        <mc:Choice xmlns:p14="http://schemas.microsoft.com/office/powerpoint/2010/main" Requires="p14">
          <p:contentPart p14:bwMode="auto" r:id="rId95">
            <p14:nvContentPartPr>
              <p14:cNvPr id="1048850" name=""/>
              <p14:cNvContentPartPr/>
              <p14:nvPr/>
            </p14:nvContentPartPr>
            <p14:xfrm>
              <a:off x="9230969" y="2464165"/>
              <a:ext cx="146460" cy="36949"/>
            </p14:xfrm>
          </p:contentPart>
        </mc:Choice>
        <mc:Fallback>
          <p:sp>
            <p:nvSpPr>
              <p:cNvPr id="1048850" name=""/>
              <p:cNvSpPr/>
              <p:nvPr/>
            </p:nvSpPr>
            <p:spPr>
              <a:xfrm>
                <a:off x="9230969" y="2464165"/>
                <a:ext cx="146460" cy="36949"/>
              </a:xfrm>
            </p:spPr>
          </p:sp>
        </mc:Fallback>
      </mc:AlternateContent>
      <mc:AlternateContent xmlns:mc="http://schemas.openxmlformats.org/markup-compatibility/2006">
        <mc:Choice xmlns:p14="http://schemas.microsoft.com/office/powerpoint/2010/main" Requires="p14">
          <p:contentPart p14:bwMode="auto" r:id="rId96">
            <p14:nvContentPartPr>
              <p14:cNvPr id="1048851" name=""/>
              <p14:cNvContentPartPr/>
              <p14:nvPr/>
            </p14:nvContentPartPr>
            <p14:xfrm>
              <a:off x="9230443" y="2650327"/>
              <a:ext cx="195888" cy="240355"/>
            </p14:xfrm>
          </p:contentPart>
        </mc:Choice>
        <mc:Fallback>
          <p:sp>
            <p:nvSpPr>
              <p:cNvPr id="1048851" name=""/>
              <p:cNvSpPr/>
              <p:nvPr/>
            </p:nvSpPr>
            <p:spPr>
              <a:xfrm>
                <a:off x="9230443" y="2650327"/>
                <a:ext cx="195888" cy="240355"/>
              </a:xfrm>
            </p:spPr>
          </p:sp>
        </mc:Fallback>
      </mc:AlternateContent>
      <mc:AlternateContent xmlns:mc="http://schemas.openxmlformats.org/markup-compatibility/2006">
        <mc:Choice xmlns:p14="http://schemas.microsoft.com/office/powerpoint/2010/main" Requires="p14">
          <p:contentPart p14:bwMode="auto" r:id="rId97">
            <p14:nvContentPartPr>
              <p14:cNvPr id="1048852" name=""/>
              <p14:cNvContentPartPr/>
              <p14:nvPr/>
            </p14:nvContentPartPr>
            <p14:xfrm>
              <a:off x="9426331" y="2150347"/>
              <a:ext cx="249393" cy="530708"/>
            </p14:xfrm>
          </p:contentPart>
        </mc:Choice>
        <mc:Fallback>
          <p:sp>
            <p:nvSpPr>
              <p:cNvPr id="1048852" name=""/>
              <p:cNvSpPr/>
              <p:nvPr/>
            </p:nvSpPr>
            <p:spPr>
              <a:xfrm>
                <a:off x="9426331" y="2150347"/>
                <a:ext cx="249393" cy="530708"/>
              </a:xfrm>
            </p:spPr>
          </p:sp>
        </mc:Fallback>
      </mc:AlternateContent>
      <mc:AlternateContent xmlns:mc="http://schemas.openxmlformats.org/markup-compatibility/2006">
        <mc:Choice xmlns:p14="http://schemas.microsoft.com/office/powerpoint/2010/main" Requires="p14">
          <p:contentPart p14:bwMode="auto" r:id="rId98">
            <p14:nvContentPartPr>
              <p14:cNvPr id="1048853" name=""/>
              <p14:cNvContentPartPr/>
              <p14:nvPr/>
            </p14:nvContentPartPr>
            <p14:xfrm>
              <a:off x="9733038" y="2460244"/>
              <a:ext cx="121435" cy="311177"/>
            </p14:xfrm>
          </p:contentPart>
        </mc:Choice>
        <mc:Fallback>
          <p:sp>
            <p:nvSpPr>
              <p:cNvPr id="1048853" name=""/>
              <p:cNvSpPr/>
              <p:nvPr/>
            </p:nvSpPr>
            <p:spPr>
              <a:xfrm>
                <a:off x="9733038" y="2460244"/>
                <a:ext cx="121435" cy="311177"/>
              </a:xfrm>
            </p:spPr>
          </p:sp>
        </mc:Fallback>
      </mc:AlternateContent>
      <mc:AlternateContent xmlns:mc="http://schemas.openxmlformats.org/markup-compatibility/2006">
        <mc:Choice xmlns:p14="http://schemas.microsoft.com/office/powerpoint/2010/main" Requires="p14">
          <p:contentPart p14:bwMode="auto" r:id="rId99">
            <p14:nvContentPartPr>
              <p14:cNvPr id="1048854" name=""/>
              <p14:cNvContentPartPr/>
              <p14:nvPr/>
            </p14:nvContentPartPr>
            <p14:xfrm>
              <a:off x="9823075" y="2813341"/>
              <a:ext cx="186543" cy="113033"/>
            </p14:xfrm>
          </p:contentPart>
        </mc:Choice>
        <mc:Fallback>
          <p:sp>
            <p:nvSpPr>
              <p:cNvPr id="1048854" name=""/>
              <p:cNvSpPr/>
              <p:nvPr/>
            </p:nvSpPr>
            <p:spPr>
              <a:xfrm>
                <a:off x="9823075" y="2813341"/>
                <a:ext cx="186543" cy="113033"/>
              </a:xfrm>
            </p:spPr>
          </p:sp>
        </mc:Fallback>
      </mc:AlternateContent>
      <mc:AlternateContent xmlns:mc="http://schemas.openxmlformats.org/markup-compatibility/2006">
        <mc:Choice xmlns:p14="http://schemas.microsoft.com/office/powerpoint/2010/main" Requires="p14">
          <p:contentPart p14:bwMode="auto" r:id="rId100">
            <p14:nvContentPartPr>
              <p14:cNvPr id="1048855" name=""/>
              <p14:cNvContentPartPr/>
              <p14:nvPr/>
            </p14:nvContentPartPr>
            <p14:xfrm>
              <a:off x="10143432" y="2033424"/>
              <a:ext cx="87960" cy="522635"/>
            </p14:xfrm>
          </p:contentPart>
        </mc:Choice>
        <mc:Fallback>
          <p:sp>
            <p:nvSpPr>
              <p:cNvPr id="1048855" name=""/>
              <p:cNvSpPr/>
              <p:nvPr/>
            </p:nvSpPr>
            <p:spPr>
              <a:xfrm>
                <a:off x="10143432" y="2033424"/>
                <a:ext cx="87960" cy="522635"/>
              </a:xfrm>
            </p:spPr>
          </p:sp>
        </mc:Fallback>
      </mc:AlternateContent>
      <mc:AlternateContent xmlns:mc="http://schemas.openxmlformats.org/markup-compatibility/2006">
        <mc:Choice xmlns:p14="http://schemas.microsoft.com/office/powerpoint/2010/main" Requires="p14">
          <p:contentPart p14:bwMode="auto" r:id="rId101">
            <p14:nvContentPartPr>
              <p14:cNvPr id="1048856" name=""/>
              <p14:cNvContentPartPr/>
              <p14:nvPr/>
            </p14:nvContentPartPr>
            <p14:xfrm>
              <a:off x="9981240" y="2169907"/>
              <a:ext cx="355006" cy="159859"/>
            </p14:xfrm>
          </p:contentPart>
        </mc:Choice>
        <mc:Fallback>
          <p:sp>
            <p:nvSpPr>
              <p:cNvPr id="1048856" name=""/>
              <p:cNvSpPr/>
              <p:nvPr/>
            </p:nvSpPr>
            <p:spPr>
              <a:xfrm>
                <a:off x="9981240" y="2169907"/>
                <a:ext cx="355006" cy="159859"/>
              </a:xfrm>
            </p:spPr>
          </p:sp>
        </mc:Fallback>
      </mc:AlternateContent>
      <mc:AlternateContent xmlns:mc="http://schemas.openxmlformats.org/markup-compatibility/2006">
        <mc:Choice xmlns:p14="http://schemas.microsoft.com/office/powerpoint/2010/main" Requires="p14">
          <p:contentPart p14:bwMode="auto" r:id="rId102">
            <p14:nvContentPartPr>
              <p14:cNvPr id="1048857" name=""/>
              <p14:cNvContentPartPr/>
              <p14:nvPr/>
            </p14:nvContentPartPr>
            <p14:xfrm>
              <a:off x="10502676" y="1835255"/>
              <a:ext cx="212605" cy="494371"/>
            </p14:xfrm>
          </p:contentPart>
        </mc:Choice>
        <mc:Fallback>
          <p:sp>
            <p:nvSpPr>
              <p:cNvPr id="1048857" name=""/>
              <p:cNvSpPr/>
              <p:nvPr/>
            </p:nvSpPr>
            <p:spPr>
              <a:xfrm>
                <a:off x="10502676" y="1835255"/>
                <a:ext cx="212605" cy="494371"/>
              </a:xfrm>
            </p:spPr>
          </p:sp>
        </mc:Fallback>
      </mc:AlternateContent>
      <mc:AlternateContent xmlns:mc="http://schemas.openxmlformats.org/markup-compatibility/2006">
        <mc:Choice xmlns:p14="http://schemas.microsoft.com/office/powerpoint/2010/main" Requires="p14">
          <p:contentPart p14:bwMode="auto" r:id="rId103">
            <p14:nvContentPartPr>
              <p14:cNvPr id="1048858" name=""/>
              <p14:cNvContentPartPr/>
              <p14:nvPr/>
            </p14:nvContentPartPr>
            <p14:xfrm>
              <a:off x="10396194" y="2027614"/>
              <a:ext cx="275523" cy="117785"/>
            </p14:xfrm>
          </p:contentPart>
        </mc:Choice>
        <mc:Fallback>
          <p:sp>
            <p:nvSpPr>
              <p:cNvPr id="1048858" name=""/>
              <p:cNvSpPr/>
              <p:nvPr/>
            </p:nvSpPr>
            <p:spPr>
              <a:xfrm>
                <a:off x="10396194" y="2027614"/>
                <a:ext cx="275523" cy="117785"/>
              </a:xfrm>
            </p:spPr>
          </p:sp>
        </mc:Fallback>
      </mc:AlternateContent>
      <mc:AlternateContent xmlns:mc="http://schemas.openxmlformats.org/markup-compatibility/2006">
        <mc:Choice xmlns:p14="http://schemas.microsoft.com/office/powerpoint/2010/main" Requires="p14">
          <p:contentPart p14:bwMode="auto" r:id="rId104">
            <p14:nvContentPartPr>
              <p14:cNvPr id="1048859" name=""/>
              <p14:cNvContentPartPr/>
              <p14:nvPr/>
            </p14:nvContentPartPr>
            <p14:xfrm>
              <a:off x="10719799" y="2159616"/>
              <a:ext cx="219350" cy="458420"/>
            </p14:xfrm>
          </p:contentPart>
        </mc:Choice>
        <mc:Fallback>
          <p:sp>
            <p:nvSpPr>
              <p:cNvPr id="1048859" name=""/>
              <p:cNvSpPr/>
              <p:nvPr/>
            </p:nvSpPr>
            <p:spPr>
              <a:xfrm>
                <a:off x="10719799" y="2159616"/>
                <a:ext cx="219350" cy="458420"/>
              </a:xfrm>
            </p:spPr>
          </p:sp>
        </mc:Fallback>
      </mc:AlternateContent>
      <mc:AlternateContent xmlns:mc="http://schemas.openxmlformats.org/markup-compatibility/2006">
        <mc:Choice xmlns:p14="http://schemas.microsoft.com/office/powerpoint/2010/main" Requires="p14">
          <p:contentPart p14:bwMode="auto" r:id="rId105">
            <p14:nvContentPartPr>
              <p14:cNvPr id="1048860" name=""/>
              <p14:cNvContentPartPr/>
              <p14:nvPr/>
            </p14:nvContentPartPr>
            <p14:xfrm>
              <a:off x="11021358" y="2137394"/>
              <a:ext cx="195821" cy="430872"/>
            </p14:xfrm>
          </p:contentPart>
        </mc:Choice>
        <mc:Fallback>
          <p:sp>
            <p:nvSpPr>
              <p:cNvPr id="1048860" name=""/>
              <p:cNvSpPr/>
              <p:nvPr/>
            </p:nvSpPr>
            <p:spPr>
              <a:xfrm>
                <a:off x="11021358" y="2137394"/>
                <a:ext cx="195821" cy="430872"/>
              </a:xfrm>
            </p:spPr>
          </p:sp>
        </mc:Fallback>
      </mc:AlternateContent>
      <mc:AlternateContent xmlns:mc="http://schemas.openxmlformats.org/markup-compatibility/2006">
        <mc:Choice xmlns:p14="http://schemas.microsoft.com/office/powerpoint/2010/main" Requires="p14">
          <p:contentPart p14:bwMode="auto" r:id="rId106">
            <p14:nvContentPartPr>
              <p14:cNvPr id="1048861" name=""/>
              <p14:cNvContentPartPr/>
              <p14:nvPr/>
            </p14:nvContentPartPr>
            <p14:xfrm>
              <a:off x="11220242" y="1630378"/>
              <a:ext cx="281627" cy="538142"/>
            </p14:xfrm>
          </p:contentPart>
        </mc:Choice>
        <mc:Fallback>
          <p:sp>
            <p:nvSpPr>
              <p:cNvPr id="1048861" name=""/>
              <p:cNvSpPr/>
              <p:nvPr/>
            </p:nvSpPr>
            <p:spPr>
              <a:xfrm>
                <a:off x="11220242" y="1630378"/>
                <a:ext cx="281627" cy="538142"/>
              </a:xfrm>
            </p:spPr>
          </p:sp>
        </mc:Fallback>
      </mc:AlternateContent>
      <mc:AlternateContent xmlns:mc="http://schemas.openxmlformats.org/markup-compatibility/2006">
        <mc:Choice xmlns:p14="http://schemas.microsoft.com/office/powerpoint/2010/main" Requires="p14">
          <p:contentPart p14:bwMode="auto" r:id="rId107">
            <p14:nvContentPartPr>
              <p14:cNvPr id="1048862" name=""/>
              <p14:cNvContentPartPr/>
              <p14:nvPr/>
            </p14:nvContentPartPr>
            <p14:xfrm>
              <a:off x="11523006" y="1987272"/>
              <a:ext cx="325026" cy="491953"/>
            </p14:xfrm>
          </p:contentPart>
        </mc:Choice>
        <mc:Fallback>
          <p:sp>
            <p:nvSpPr>
              <p:cNvPr id="1048862" name=""/>
              <p:cNvSpPr/>
              <p:nvPr/>
            </p:nvSpPr>
            <p:spPr>
              <a:xfrm>
                <a:off x="11523006" y="1987272"/>
                <a:ext cx="325026" cy="491953"/>
              </a:xfrm>
            </p:spPr>
          </p:sp>
        </mc:Fallback>
      </mc:AlternateContent>
      <mc:AlternateContent xmlns:mc="http://schemas.openxmlformats.org/markup-compatibility/2006">
        <mc:Choice xmlns:p14="http://schemas.microsoft.com/office/powerpoint/2010/main" Requires="p14">
          <p:contentPart p14:bwMode="auto" r:id="rId108">
            <p14:nvContentPartPr>
              <p14:cNvPr id="1048863" name=""/>
              <p14:cNvContentPartPr/>
              <p14:nvPr/>
            </p14:nvContentPartPr>
            <p14:xfrm>
              <a:off x="10099916" y="2997709"/>
              <a:ext cx="63882" cy="523910"/>
            </p14:xfrm>
          </p:contentPart>
        </mc:Choice>
        <mc:Fallback>
          <p:sp>
            <p:nvSpPr>
              <p:cNvPr id="1048863" name=""/>
              <p:cNvSpPr/>
              <p:nvPr/>
            </p:nvSpPr>
            <p:spPr>
              <a:xfrm>
                <a:off x="10099916" y="2997709"/>
                <a:ext cx="63882" cy="523910"/>
              </a:xfrm>
            </p:spPr>
          </p:sp>
        </mc:Fallback>
      </mc:AlternateContent>
      <mc:AlternateContent xmlns:mc="http://schemas.openxmlformats.org/markup-compatibility/2006">
        <mc:Choice xmlns:p14="http://schemas.microsoft.com/office/powerpoint/2010/main" Requires="p14">
          <p:contentPart p14:bwMode="auto" r:id="rId109">
            <p14:nvContentPartPr>
              <p14:cNvPr id="1048864" name=""/>
              <p14:cNvContentPartPr/>
              <p14:nvPr/>
            </p14:nvContentPartPr>
            <p14:xfrm>
              <a:off x="9956866" y="3180454"/>
              <a:ext cx="416548" cy="110472"/>
            </p14:xfrm>
          </p:contentPart>
        </mc:Choice>
        <mc:Fallback>
          <p:sp>
            <p:nvSpPr>
              <p:cNvPr id="1048864" name=""/>
              <p:cNvSpPr/>
              <p:nvPr/>
            </p:nvSpPr>
            <p:spPr>
              <a:xfrm>
                <a:off x="9956866" y="3180454"/>
                <a:ext cx="416548" cy="110472"/>
              </a:xfrm>
            </p:spPr>
          </p:sp>
        </mc:Fallback>
      </mc:AlternateContent>
      <mc:AlternateContent xmlns:mc="http://schemas.openxmlformats.org/markup-compatibility/2006">
        <mc:Choice xmlns:p14="http://schemas.microsoft.com/office/powerpoint/2010/main" Requires="p14">
          <p:contentPart p14:bwMode="auto" r:id="rId110">
            <p14:nvContentPartPr>
              <p14:cNvPr id="1048865" name=""/>
              <p14:cNvContentPartPr/>
              <p14:nvPr/>
            </p14:nvContentPartPr>
            <p14:xfrm>
              <a:off x="10503690" y="2827865"/>
              <a:ext cx="325602" cy="293931"/>
            </p14:xfrm>
          </p:contentPart>
        </mc:Choice>
        <mc:Fallback>
          <p:sp>
            <p:nvSpPr>
              <p:cNvPr id="1048865" name=""/>
              <p:cNvSpPr/>
              <p:nvPr/>
            </p:nvSpPr>
            <p:spPr>
              <a:xfrm>
                <a:off x="10503690" y="2827865"/>
                <a:ext cx="325602" cy="293931"/>
              </a:xfrm>
            </p:spPr>
          </p:sp>
        </mc:Fallback>
      </mc:AlternateContent>
      <mc:AlternateContent xmlns:mc="http://schemas.openxmlformats.org/markup-compatibility/2006">
        <mc:Choice xmlns:p14="http://schemas.microsoft.com/office/powerpoint/2010/main" Requires="p14">
          <p:contentPart p14:bwMode="auto" r:id="rId111">
            <p14:nvContentPartPr>
              <p14:cNvPr id="1048866" name=""/>
              <p14:cNvContentPartPr/>
              <p14:nvPr/>
            </p14:nvContentPartPr>
            <p14:xfrm>
              <a:off x="10518418" y="2906239"/>
              <a:ext cx="263956" cy="114385"/>
            </p14:xfrm>
          </p:contentPart>
        </mc:Choice>
        <mc:Fallback>
          <p:sp>
            <p:nvSpPr>
              <p:cNvPr id="1048866" name=""/>
              <p:cNvSpPr/>
              <p:nvPr/>
            </p:nvSpPr>
            <p:spPr>
              <a:xfrm>
                <a:off x="10518418" y="2906239"/>
                <a:ext cx="263956" cy="114385"/>
              </a:xfrm>
            </p:spPr>
          </p:sp>
        </mc:Fallback>
      </mc:AlternateContent>
      <mc:AlternateContent xmlns:mc="http://schemas.openxmlformats.org/markup-compatibility/2006">
        <mc:Choice xmlns:p14="http://schemas.microsoft.com/office/powerpoint/2010/main" Requires="p14">
          <p:contentPart p14:bwMode="auto" r:id="rId112">
            <p14:nvContentPartPr>
              <p14:cNvPr id="1048867" name=""/>
              <p14:cNvContentPartPr/>
              <p14:nvPr/>
            </p14:nvContentPartPr>
            <p14:xfrm>
              <a:off x="10838066" y="2981224"/>
              <a:ext cx="170250" cy="419884"/>
            </p14:xfrm>
          </p:contentPart>
        </mc:Choice>
        <mc:Fallback>
          <p:sp>
            <p:nvSpPr>
              <p:cNvPr id="1048867" name=""/>
              <p:cNvSpPr/>
              <p:nvPr/>
            </p:nvSpPr>
            <p:spPr>
              <a:xfrm>
                <a:off x="10838066" y="2981224"/>
                <a:ext cx="170250" cy="419884"/>
              </a:xfrm>
            </p:spPr>
          </p:sp>
        </mc:Fallback>
      </mc:AlternateContent>
      <mc:AlternateContent xmlns:mc="http://schemas.openxmlformats.org/markup-compatibility/2006">
        <mc:Choice xmlns:p14="http://schemas.microsoft.com/office/powerpoint/2010/main" Requires="p14">
          <p:contentPart p14:bwMode="auto" r:id="rId113">
            <p14:nvContentPartPr>
              <p14:cNvPr id="1048868" name=""/>
              <p14:cNvContentPartPr/>
              <p14:nvPr/>
            </p14:nvContentPartPr>
            <p14:xfrm>
              <a:off x="11160059" y="2927399"/>
              <a:ext cx="75463" cy="593324"/>
            </p14:xfrm>
          </p:contentPart>
        </mc:Choice>
        <mc:Fallback>
          <p:sp>
            <p:nvSpPr>
              <p:cNvPr id="1048868" name=""/>
              <p:cNvSpPr/>
              <p:nvPr/>
            </p:nvSpPr>
            <p:spPr>
              <a:xfrm>
                <a:off x="11160059" y="2927399"/>
                <a:ext cx="75463" cy="593324"/>
              </a:xfrm>
            </p:spPr>
          </p:sp>
        </mc:Fallback>
      </mc:AlternateContent>
      <mc:AlternateContent xmlns:mc="http://schemas.openxmlformats.org/markup-compatibility/2006">
        <mc:Choice xmlns:p14="http://schemas.microsoft.com/office/powerpoint/2010/main" Requires="p14">
          <p:contentPart p14:bwMode="auto" r:id="rId114">
            <p14:nvContentPartPr>
              <p14:cNvPr id="1048869" name=""/>
              <p14:cNvContentPartPr/>
              <p14:nvPr/>
            </p14:nvContentPartPr>
            <p14:xfrm>
              <a:off x="11352643" y="2659813"/>
              <a:ext cx="256332" cy="505008"/>
            </p14:xfrm>
          </p:contentPart>
        </mc:Choice>
        <mc:Fallback>
          <p:sp>
            <p:nvSpPr>
              <p:cNvPr id="1048869" name=""/>
              <p:cNvSpPr/>
              <p:nvPr/>
            </p:nvSpPr>
            <p:spPr>
              <a:xfrm>
                <a:off x="11352643" y="2659813"/>
                <a:ext cx="256332" cy="505008"/>
              </a:xfrm>
            </p:spPr>
          </p:sp>
        </mc:Fallback>
      </mc:AlternateContent>
      <mc:AlternateContent xmlns:mc="http://schemas.openxmlformats.org/markup-compatibility/2006">
        <mc:Choice xmlns:p14="http://schemas.microsoft.com/office/powerpoint/2010/main" Requires="p14">
          <p:contentPart p14:bwMode="auto" r:id="rId115">
            <p14:nvContentPartPr>
              <p14:cNvPr id="1048870" name=""/>
              <p14:cNvContentPartPr/>
              <p14:nvPr/>
            </p14:nvContentPartPr>
            <p14:xfrm>
              <a:off x="11797069" y="2858392"/>
              <a:ext cx="7415" cy="553334"/>
            </p14:xfrm>
          </p:contentPart>
        </mc:Choice>
        <mc:Fallback>
          <p:sp>
            <p:nvSpPr>
              <p:cNvPr id="1048870" name=""/>
              <p:cNvSpPr/>
              <p:nvPr/>
            </p:nvSpPr>
            <p:spPr>
              <a:xfrm>
                <a:off x="11797069" y="2858392"/>
                <a:ext cx="7415" cy="553334"/>
              </a:xfrm>
            </p:spPr>
          </p:sp>
        </mc:Fallback>
      </mc:AlternateContent>
      <mc:AlternateContent xmlns:mc="http://schemas.openxmlformats.org/markup-compatibility/2006">
        <mc:Choice xmlns:p14="http://schemas.microsoft.com/office/powerpoint/2010/main" Requires="p14">
          <p:contentPart p14:bwMode="auto" r:id="rId116">
            <p14:nvContentPartPr>
              <p14:cNvPr id="1048871" name=""/>
              <p14:cNvContentPartPr/>
              <p14:nvPr/>
            </p14:nvContentPartPr>
            <p14:xfrm>
              <a:off x="6747058" y="2010631"/>
              <a:ext cx="1060539" cy="1277487"/>
            </p14:xfrm>
          </p:contentPart>
        </mc:Choice>
        <mc:Fallback>
          <p:sp>
            <p:nvSpPr>
              <p:cNvPr id="1048871" name=""/>
              <p:cNvSpPr/>
              <p:nvPr/>
            </p:nvSpPr>
            <p:spPr>
              <a:xfrm>
                <a:off x="6747058" y="2010631"/>
                <a:ext cx="1060539" cy="1277487"/>
              </a:xfrm>
            </p:spPr>
          </p:sp>
        </mc:Fallback>
      </mc:AlternateContent>
      <mc:AlternateContent xmlns:mc="http://schemas.openxmlformats.org/markup-compatibility/2006">
        <mc:Choice xmlns:p14="http://schemas.microsoft.com/office/powerpoint/2010/main" Requires="p14">
          <p:contentPart p14:bwMode="auto" r:id="rId117">
            <p14:nvContentPartPr>
              <p14:cNvPr id="1048872" name=""/>
              <p14:cNvContentPartPr/>
              <p14:nvPr/>
            </p14:nvContentPartPr>
            <p14:xfrm>
              <a:off x="9282516" y="1867726"/>
              <a:ext cx="578057" cy="615024"/>
            </p14:xfrm>
          </p:contentPart>
        </mc:Choice>
        <mc:Fallback>
          <p:sp>
            <p:nvSpPr>
              <p:cNvPr id="1048872" name=""/>
              <p:cNvSpPr/>
              <p:nvPr/>
            </p:nvSpPr>
            <p:spPr>
              <a:xfrm>
                <a:off x="9282516" y="1867726"/>
                <a:ext cx="578057" cy="615024"/>
              </a:xfrm>
            </p:spPr>
          </p:sp>
        </mc:Fallback>
      </mc:AlternateContent>
      <mc:AlternateContent xmlns:mc="http://schemas.openxmlformats.org/markup-compatibility/2006">
        <mc:Choice xmlns:p14="http://schemas.microsoft.com/office/powerpoint/2010/main" Requires="p14">
          <p:contentPart p14:bwMode="auto" r:id="rId118">
            <p14:nvContentPartPr>
              <p14:cNvPr id="1048873" name=""/>
              <p14:cNvContentPartPr/>
              <p14:nvPr/>
            </p14:nvContentPartPr>
            <p14:xfrm>
              <a:off x="9410239" y="1917415"/>
              <a:ext cx="672045" cy="1090899"/>
            </p14:xfrm>
          </p:contentPart>
        </mc:Choice>
        <mc:Fallback>
          <p:sp>
            <p:nvSpPr>
              <p:cNvPr id="1048873" name=""/>
              <p:cNvSpPr/>
              <p:nvPr/>
            </p:nvSpPr>
            <p:spPr>
              <a:xfrm>
                <a:off x="9410239" y="1917415"/>
                <a:ext cx="672045" cy="1090899"/>
              </a:xfrm>
            </p:spPr>
          </p:sp>
        </mc:Fallback>
      </mc:AlternateContent>
      <mc:AlternateContent xmlns:mc="http://schemas.openxmlformats.org/markup-compatibility/2006">
        <mc:Choice xmlns:p14="http://schemas.microsoft.com/office/powerpoint/2010/main" Requires="p14">
          <p:contentPart p14:bwMode="auto" r:id="rId119">
            <p14:nvContentPartPr>
              <p14:cNvPr id="1048874" name=""/>
              <p14:cNvContentPartPr/>
              <p14:nvPr/>
            </p14:nvContentPartPr>
            <p14:xfrm>
              <a:off x="11179948" y="1462717"/>
              <a:ext cx="752065" cy="998315"/>
            </p14:xfrm>
          </p:contentPart>
        </mc:Choice>
        <mc:Fallback>
          <p:sp>
            <p:nvSpPr>
              <p:cNvPr id="1048874" name=""/>
              <p:cNvSpPr/>
              <p:nvPr/>
            </p:nvSpPr>
            <p:spPr>
              <a:xfrm>
                <a:off x="11179948" y="1462717"/>
                <a:ext cx="752065" cy="998315"/>
              </a:xfrm>
            </p:spPr>
          </p:sp>
        </mc:Fallback>
      </mc:AlternateContent>
      <mc:AlternateContent xmlns:mc="http://schemas.openxmlformats.org/markup-compatibility/2006">
        <mc:Choice xmlns:p14="http://schemas.microsoft.com/office/powerpoint/2010/main" Requires="p14">
          <p:contentPart p14:bwMode="auto" r:id="rId120">
            <p14:nvContentPartPr>
              <p14:cNvPr id="1048875" name=""/>
              <p14:cNvContentPartPr/>
              <p14:nvPr/>
            </p14:nvContentPartPr>
            <p14:xfrm>
              <a:off x="11292349" y="2502816"/>
              <a:ext cx="678573" cy="939307"/>
            </p14:xfrm>
          </p:contentPart>
        </mc:Choice>
        <mc:Fallback>
          <p:sp>
            <p:nvSpPr>
              <p:cNvPr id="1048875" name=""/>
              <p:cNvSpPr/>
              <p:nvPr/>
            </p:nvSpPr>
            <p:spPr>
              <a:xfrm>
                <a:off x="11292349" y="2502816"/>
                <a:ext cx="678573" cy="939307"/>
              </a:xfrm>
            </p:spPr>
          </p:sp>
        </mc:Fallback>
      </mc:AlternateContent>
      <mc:AlternateContent xmlns:mc="http://schemas.openxmlformats.org/markup-compatibility/2006">
        <mc:Choice xmlns:p14="http://schemas.microsoft.com/office/powerpoint/2010/main" Requires="p14">
          <p:contentPart p14:bwMode="auto" r:id="rId121">
            <p14:nvContentPartPr>
              <p14:cNvPr id="1048876" name=""/>
              <p14:cNvContentPartPr/>
              <p14:nvPr/>
            </p14:nvContentPartPr>
            <p14:xfrm>
              <a:off x="0" y="0"/>
              <a:ext cx="0" cy="0"/>
            </p14:xfrm>
          </p:contentPart>
        </mc:Choice>
        <mc:Fallback>
          <p:sp>
            <p:nvSpPr>
              <p:cNvPr id="1048876"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22">
            <p14:nvContentPartPr>
              <p14:cNvPr id="1048877" name=""/>
              <p14:cNvContentPartPr/>
              <p14:nvPr/>
            </p14:nvContentPartPr>
            <p14:xfrm>
              <a:off x="0" y="0"/>
              <a:ext cx="0" cy="0"/>
            </p14:xfrm>
          </p:contentPart>
        </mc:Choice>
        <mc:Fallback>
          <p:sp>
            <p:nvSpPr>
              <p:cNvPr id="1048877"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23">
            <p14:nvContentPartPr>
              <p14:cNvPr id="1048878" name=""/>
              <p14:cNvContentPartPr/>
              <p14:nvPr/>
            </p14:nvContentPartPr>
            <p14:xfrm>
              <a:off x="5920442" y="4184879"/>
              <a:ext cx="66673" cy="92466"/>
            </p14:xfrm>
          </p:contentPart>
        </mc:Choice>
        <mc:Fallback>
          <p:sp>
            <p:nvSpPr>
              <p:cNvPr id="1048878" name=""/>
              <p:cNvSpPr/>
              <p:nvPr/>
            </p:nvSpPr>
            <p:spPr>
              <a:xfrm>
                <a:off x="5920442" y="4184879"/>
                <a:ext cx="66673" cy="92466"/>
              </a:xfrm>
            </p:spPr>
          </p:sp>
        </mc:Fallback>
      </mc:AlternateContent>
      <mc:AlternateContent xmlns:mc="http://schemas.openxmlformats.org/markup-compatibility/2006">
        <mc:Choice xmlns:p14="http://schemas.microsoft.com/office/powerpoint/2010/main" Requires="p14">
          <p:contentPart p14:bwMode="auto" r:id="rId124">
            <p14:nvContentPartPr>
              <p14:cNvPr id="1048879" name=""/>
              <p14:cNvContentPartPr/>
              <p14:nvPr/>
            </p14:nvContentPartPr>
            <p14:xfrm>
              <a:off x="3425179" y="4239327"/>
              <a:ext cx="661548" cy="29946"/>
            </p14:xfrm>
          </p:contentPart>
        </mc:Choice>
        <mc:Fallback>
          <p:sp>
            <p:nvSpPr>
              <p:cNvPr id="1048879" name=""/>
              <p:cNvSpPr/>
              <p:nvPr/>
            </p:nvSpPr>
            <p:spPr>
              <a:xfrm>
                <a:off x="3425179" y="4239327"/>
                <a:ext cx="661548" cy="29946"/>
              </a:xfrm>
            </p:spPr>
          </p:sp>
        </mc:Fallback>
      </mc:AlternateContent>
      <mc:AlternateContent xmlns:mc="http://schemas.openxmlformats.org/markup-compatibility/2006">
        <mc:Choice xmlns:p14="http://schemas.microsoft.com/office/powerpoint/2010/main" Requires="p14">
          <p:contentPart p14:bwMode="auto" r:id="rId125">
            <p14:nvContentPartPr>
              <p14:cNvPr id="1048880" name=""/>
              <p14:cNvContentPartPr/>
              <p14:nvPr/>
            </p14:nvContentPartPr>
            <p14:xfrm>
              <a:off x="4440417" y="4242191"/>
              <a:ext cx="86701" cy="14754"/>
            </p14:xfrm>
          </p:contentPart>
        </mc:Choice>
        <mc:Fallback>
          <p:sp>
            <p:nvSpPr>
              <p:cNvPr id="1048880" name=""/>
              <p:cNvSpPr/>
              <p:nvPr/>
            </p:nvSpPr>
            <p:spPr>
              <a:xfrm>
                <a:off x="4440417" y="4242191"/>
                <a:ext cx="86701" cy="14754"/>
              </a:xfrm>
            </p:spPr>
          </p:sp>
        </mc:Fallback>
      </mc:AlternateContent>
      <mc:AlternateContent xmlns:mc="http://schemas.openxmlformats.org/markup-compatibility/2006">
        <mc:Choice xmlns:p14="http://schemas.microsoft.com/office/powerpoint/2010/main" Requires="p14">
          <p:contentPart p14:bwMode="auto" r:id="rId126">
            <p14:nvContentPartPr>
              <p14:cNvPr id="1048881" name=""/>
              <p14:cNvContentPartPr/>
              <p14:nvPr/>
            </p14:nvContentPartPr>
            <p14:xfrm>
              <a:off x="4646053" y="4083650"/>
              <a:ext cx="48430" cy="168952"/>
            </p14:xfrm>
          </p:contentPart>
        </mc:Choice>
        <mc:Fallback>
          <p:sp>
            <p:nvSpPr>
              <p:cNvPr id="1048881" name=""/>
              <p:cNvSpPr/>
              <p:nvPr/>
            </p:nvSpPr>
            <p:spPr>
              <a:xfrm>
                <a:off x="4646053" y="4083650"/>
                <a:ext cx="48430" cy="168952"/>
              </a:xfrm>
            </p:spPr>
          </p:sp>
        </mc:Fallback>
      </mc:AlternateContent>
      <mc:AlternateContent xmlns:mc="http://schemas.openxmlformats.org/markup-compatibility/2006">
        <mc:Choice xmlns:p14="http://schemas.microsoft.com/office/powerpoint/2010/main" Requires="p14">
          <p:contentPart p14:bwMode="auto" r:id="rId127">
            <p14:nvContentPartPr>
              <p14:cNvPr id="1048882" name=""/>
              <p14:cNvContentPartPr/>
              <p14:nvPr/>
            </p14:nvContentPartPr>
            <p14:xfrm>
              <a:off x="1408291" y="6605379"/>
              <a:ext cx="41503" cy="4539"/>
            </p14:xfrm>
          </p:contentPart>
        </mc:Choice>
        <mc:Fallback>
          <p:sp>
            <p:nvSpPr>
              <p:cNvPr id="1048882" name=""/>
              <p:cNvSpPr/>
              <p:nvPr/>
            </p:nvSpPr>
            <p:spPr>
              <a:xfrm>
                <a:off x="1408291" y="6605379"/>
                <a:ext cx="41503" cy="4539"/>
              </a:xfrm>
            </p:spPr>
          </p:sp>
        </mc:Fallback>
      </mc:AlternateContent>
      <mc:AlternateContent xmlns:mc="http://schemas.openxmlformats.org/markup-compatibility/2006">
        <mc:Choice xmlns:p14="http://schemas.microsoft.com/office/powerpoint/2010/main" Requires="p14">
          <p:contentPart p14:bwMode="auto" r:id="rId128">
            <p14:nvContentPartPr>
              <p14:cNvPr id="1048883" name=""/>
              <p14:cNvContentPartPr/>
              <p14:nvPr/>
            </p14:nvContentPartPr>
            <p14:xfrm>
              <a:off x="4711685" y="4211459"/>
              <a:ext cx="114437" cy="105482"/>
            </p14:xfrm>
          </p:contentPart>
        </mc:Choice>
        <mc:Fallback>
          <p:sp>
            <p:nvSpPr>
              <p:cNvPr id="1048883" name=""/>
              <p:cNvSpPr/>
              <p:nvPr/>
            </p:nvSpPr>
            <p:spPr>
              <a:xfrm>
                <a:off x="4711685" y="4211459"/>
                <a:ext cx="114437" cy="105482"/>
              </a:xfrm>
            </p:spPr>
          </p:sp>
        </mc:Fallback>
      </mc:AlternateContent>
      <mc:AlternateContent xmlns:mc="http://schemas.openxmlformats.org/markup-compatibility/2006">
        <mc:Choice xmlns:p14="http://schemas.microsoft.com/office/powerpoint/2010/main" Requires="p14">
          <p:contentPart p14:bwMode="auto" r:id="rId129">
            <p14:nvContentPartPr>
              <p14:cNvPr id="1048884" name=""/>
              <p14:cNvContentPartPr/>
              <p14:nvPr/>
            </p14:nvContentPartPr>
            <p14:xfrm>
              <a:off x="4868898" y="4242370"/>
              <a:ext cx="40790" cy="3158"/>
            </p14:xfrm>
          </p:contentPart>
        </mc:Choice>
        <mc:Fallback>
          <p:sp>
            <p:nvSpPr>
              <p:cNvPr id="1048884" name=""/>
              <p:cNvSpPr/>
              <p:nvPr/>
            </p:nvSpPr>
            <p:spPr>
              <a:xfrm>
                <a:off x="4868898" y="4242370"/>
                <a:ext cx="40790" cy="3158"/>
              </a:xfrm>
            </p:spPr>
          </p:sp>
        </mc:Fallback>
      </mc:AlternateContent>
      <mc:AlternateContent xmlns:mc="http://schemas.openxmlformats.org/markup-compatibility/2006">
        <mc:Choice xmlns:p14="http://schemas.microsoft.com/office/powerpoint/2010/main" Requires="p14">
          <p:contentPart p14:bwMode="auto" r:id="rId130">
            <p14:nvContentPartPr>
              <p14:cNvPr id="1048885" name=""/>
              <p14:cNvContentPartPr/>
              <p14:nvPr/>
            </p14:nvContentPartPr>
            <p14:xfrm>
              <a:off x="4746876" y="4214630"/>
              <a:ext cx="1298961" cy="41617"/>
            </p14:xfrm>
          </p:contentPart>
        </mc:Choice>
        <mc:Fallback>
          <p:sp>
            <p:nvSpPr>
              <p:cNvPr id="1048885" name=""/>
              <p:cNvSpPr/>
              <p:nvPr/>
            </p:nvSpPr>
            <p:spPr>
              <a:xfrm>
                <a:off x="4746876" y="4214630"/>
                <a:ext cx="1298961" cy="41617"/>
              </a:xfrm>
            </p:spPr>
          </p:sp>
        </mc:Fallback>
      </mc:AlternateContent>
      <mc:AlternateContent xmlns:mc="http://schemas.openxmlformats.org/markup-compatibility/2006">
        <mc:Choice xmlns:p14="http://schemas.microsoft.com/office/powerpoint/2010/main" Requires="p14">
          <p:contentPart p14:bwMode="auto" r:id="rId131">
            <p14:nvContentPartPr>
              <p14:cNvPr id="1048886" name=""/>
              <p14:cNvContentPartPr/>
              <p14:nvPr/>
            </p14:nvContentPartPr>
            <p14:xfrm>
              <a:off x="5906052" y="4102066"/>
              <a:ext cx="163417" cy="174400"/>
            </p14:xfrm>
          </p:contentPart>
        </mc:Choice>
        <mc:Fallback>
          <p:sp>
            <p:nvSpPr>
              <p:cNvPr id="1048886" name=""/>
              <p:cNvSpPr/>
              <p:nvPr/>
            </p:nvSpPr>
            <p:spPr>
              <a:xfrm>
                <a:off x="5906052" y="4102066"/>
                <a:ext cx="163417" cy="174400"/>
              </a:xfrm>
            </p:spPr>
          </p:sp>
        </mc:Fallback>
      </mc:AlternateContent>
      <mc:AlternateContent xmlns:mc="http://schemas.openxmlformats.org/markup-compatibility/2006">
        <mc:Choice xmlns:p14="http://schemas.microsoft.com/office/powerpoint/2010/main" Requires="p14">
          <p:contentPart p14:bwMode="auto" r:id="rId132">
            <p14:nvContentPartPr>
              <p14:cNvPr id="1048887" name=""/>
              <p14:cNvContentPartPr/>
              <p14:nvPr/>
            </p14:nvContentPartPr>
            <p14:xfrm>
              <a:off x="0" y="0"/>
              <a:ext cx="0" cy="0"/>
            </p14:xfrm>
          </p:contentPart>
        </mc:Choice>
        <mc:Fallback>
          <p:sp>
            <p:nvSpPr>
              <p:cNvPr id="1048887"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33">
            <p14:nvContentPartPr>
              <p14:cNvPr id="1048888" name=""/>
              <p14:cNvContentPartPr/>
              <p14:nvPr/>
            </p14:nvContentPartPr>
            <p14:xfrm>
              <a:off x="0" y="0"/>
              <a:ext cx="0" cy="0"/>
            </p14:xfrm>
          </p:contentPart>
        </mc:Choice>
        <mc:Fallback>
          <p:sp>
            <p:nvSpPr>
              <p:cNvPr id="1048888"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34">
            <p14:nvContentPartPr>
              <p14:cNvPr id="1048889" name=""/>
              <p14:cNvContentPartPr/>
              <p14:nvPr/>
            </p14:nvContentPartPr>
            <p14:xfrm>
              <a:off x="5963261" y="4243340"/>
              <a:ext cx="399078" cy="552622"/>
            </p14:xfrm>
          </p:contentPart>
        </mc:Choice>
        <mc:Fallback>
          <p:sp>
            <p:nvSpPr>
              <p:cNvPr id="1048889" name=""/>
              <p:cNvSpPr/>
              <p:nvPr/>
            </p:nvSpPr>
            <p:spPr>
              <a:xfrm>
                <a:off x="5963261" y="4243340"/>
                <a:ext cx="399078" cy="552622"/>
              </a:xfrm>
            </p:spPr>
          </p:sp>
        </mc:Fallback>
      </mc:AlternateContent>
      <mc:AlternateContent xmlns:mc="http://schemas.openxmlformats.org/markup-compatibility/2006">
        <mc:Choice xmlns:p14="http://schemas.microsoft.com/office/powerpoint/2010/main" Requires="p14">
          <p:contentPart p14:bwMode="auto" r:id="rId135">
            <p14:nvContentPartPr>
              <p14:cNvPr id="1048890" name=""/>
              <p14:cNvContentPartPr/>
              <p14:nvPr/>
            </p14:nvContentPartPr>
            <p14:xfrm>
              <a:off x="0" y="0"/>
              <a:ext cx="0" cy="0"/>
            </p14:xfrm>
          </p:contentPart>
        </mc:Choice>
        <mc:Fallback>
          <p:sp>
            <p:nvSpPr>
              <p:cNvPr id="1048890"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36">
            <p14:nvContentPartPr>
              <p14:cNvPr id="1048891" name=""/>
              <p14:cNvContentPartPr/>
              <p14:nvPr/>
            </p14:nvContentPartPr>
            <p14:xfrm>
              <a:off x="6100041" y="4676160"/>
              <a:ext cx="158171" cy="116913"/>
            </p14:xfrm>
          </p:contentPart>
        </mc:Choice>
        <mc:Fallback>
          <p:sp>
            <p:nvSpPr>
              <p:cNvPr id="1048891" name=""/>
              <p:cNvSpPr/>
              <p:nvPr/>
            </p:nvSpPr>
            <p:spPr>
              <a:xfrm>
                <a:off x="6100041" y="4676160"/>
                <a:ext cx="158171" cy="116913"/>
              </a:xfrm>
            </p:spPr>
          </p:sp>
        </mc:Fallback>
      </mc:AlternateContent>
      <mc:AlternateContent xmlns:mc="http://schemas.openxmlformats.org/markup-compatibility/2006">
        <mc:Choice xmlns:p14="http://schemas.microsoft.com/office/powerpoint/2010/main" Requires="p14">
          <p:contentPart p14:bwMode="auto" r:id="rId137">
            <p14:nvContentPartPr>
              <p14:cNvPr id="1048892" name=""/>
              <p14:cNvContentPartPr/>
              <p14:nvPr/>
            </p14:nvContentPartPr>
            <p14:xfrm>
              <a:off x="3270440" y="2480119"/>
              <a:ext cx="344032" cy="292136"/>
            </p14:xfrm>
          </p:contentPart>
        </mc:Choice>
        <mc:Fallback>
          <p:sp>
            <p:nvSpPr>
              <p:cNvPr id="1048892" name=""/>
              <p:cNvSpPr/>
              <p:nvPr/>
            </p:nvSpPr>
            <p:spPr>
              <a:xfrm>
                <a:off x="3270440" y="2480119"/>
                <a:ext cx="344032" cy="292136"/>
              </a:xfrm>
            </p:spPr>
          </p:sp>
        </mc:Fallback>
      </mc:AlternateContent>
      <mc:AlternateContent xmlns:mc="http://schemas.openxmlformats.org/markup-compatibility/2006">
        <mc:Choice xmlns:p14="http://schemas.microsoft.com/office/powerpoint/2010/main" Requires="p14">
          <p:contentPart p14:bwMode="auto" r:id="rId138">
            <p14:nvContentPartPr>
              <p14:cNvPr id="1048893" name=""/>
              <p14:cNvContentPartPr/>
              <p14:nvPr/>
            </p14:nvContentPartPr>
            <p14:xfrm>
              <a:off x="4043763" y="2475802"/>
              <a:ext cx="249607" cy="280736"/>
            </p14:xfrm>
          </p:contentPart>
        </mc:Choice>
        <mc:Fallback>
          <p:sp>
            <p:nvSpPr>
              <p:cNvPr id="1048893" name=""/>
              <p:cNvSpPr/>
              <p:nvPr/>
            </p:nvSpPr>
            <p:spPr>
              <a:xfrm>
                <a:off x="4043763" y="2475802"/>
                <a:ext cx="249607" cy="280736"/>
              </a:xfrm>
            </p:spPr>
          </p:sp>
        </mc:Fallback>
      </mc:AlternateContent>
      <mc:AlternateContent xmlns:mc="http://schemas.openxmlformats.org/markup-compatibility/2006">
        <mc:Choice xmlns:p14="http://schemas.microsoft.com/office/powerpoint/2010/main" Requires="p14">
          <p:contentPart p14:bwMode="auto" r:id="rId139">
            <p14:nvContentPartPr>
              <p14:cNvPr id="1048894" name=""/>
              <p14:cNvContentPartPr/>
              <p14:nvPr/>
            </p14:nvContentPartPr>
            <p14:xfrm>
              <a:off x="4663324" y="2463085"/>
              <a:ext cx="291068" cy="271898"/>
            </p14:xfrm>
          </p:contentPart>
        </mc:Choice>
        <mc:Fallback>
          <p:sp>
            <p:nvSpPr>
              <p:cNvPr id="1048894" name=""/>
              <p:cNvSpPr/>
              <p:nvPr/>
            </p:nvSpPr>
            <p:spPr>
              <a:xfrm>
                <a:off x="4663324" y="2463085"/>
                <a:ext cx="291068" cy="271898"/>
              </a:xfrm>
            </p:spPr>
          </p:sp>
        </mc:Fallback>
      </mc:AlternateContent>
      <mc:AlternateContent xmlns:mc="http://schemas.openxmlformats.org/markup-compatibility/2006">
        <mc:Choice xmlns:p14="http://schemas.microsoft.com/office/powerpoint/2010/main" Requires="p14">
          <p:contentPart p14:bwMode="auto" r:id="rId140">
            <p14:nvContentPartPr>
              <p14:cNvPr id="1048895" name=""/>
              <p14:cNvContentPartPr/>
              <p14:nvPr/>
            </p14:nvContentPartPr>
            <p14:xfrm>
              <a:off x="0" y="0"/>
              <a:ext cx="0" cy="0"/>
            </p14:xfrm>
          </p:contentPart>
        </mc:Choice>
        <mc:Fallback>
          <p:sp>
            <p:nvSpPr>
              <p:cNvPr id="1048895"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41">
            <p14:nvContentPartPr>
              <p14:cNvPr id="1048896" name=""/>
              <p14:cNvContentPartPr/>
              <p14:nvPr/>
            </p14:nvContentPartPr>
            <p14:xfrm>
              <a:off x="0" y="0"/>
              <a:ext cx="0" cy="0"/>
            </p14:xfrm>
          </p:contentPart>
        </mc:Choice>
        <mc:Fallback>
          <p:sp>
            <p:nvSpPr>
              <p:cNvPr id="1048896"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42">
            <p14:nvContentPartPr>
              <p14:cNvPr id="1048897" name=""/>
              <p14:cNvContentPartPr/>
              <p14:nvPr/>
            </p14:nvContentPartPr>
            <p14:xfrm>
              <a:off x="0" y="0"/>
              <a:ext cx="0" cy="0"/>
            </p14:xfrm>
          </p:contentPart>
        </mc:Choice>
        <mc:Fallback>
          <p:sp>
            <p:nvSpPr>
              <p:cNvPr id="1048897"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43">
            <p14:nvContentPartPr>
              <p14:cNvPr id="1048898" name=""/>
              <p14:cNvContentPartPr/>
              <p14:nvPr/>
            </p14:nvContentPartPr>
            <p14:xfrm>
              <a:off x="0" y="0"/>
              <a:ext cx="0" cy="0"/>
            </p14:xfrm>
          </p:contentPart>
        </mc:Choice>
        <mc:Fallback>
          <p:sp>
            <p:nvSpPr>
              <p:cNvPr id="1048898"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44">
            <p14:nvContentPartPr>
              <p14:cNvPr id="1048899" name=""/>
              <p14:cNvContentPartPr/>
              <p14:nvPr/>
            </p14:nvContentPartPr>
            <p14:xfrm>
              <a:off x="4742733" y="4180457"/>
              <a:ext cx="21896" cy="38522"/>
            </p14:xfrm>
          </p:contentPart>
        </mc:Choice>
        <mc:Fallback>
          <p:sp>
            <p:nvSpPr>
              <p:cNvPr id="1048899" name=""/>
              <p:cNvSpPr/>
              <p:nvPr/>
            </p:nvSpPr>
            <p:spPr>
              <a:xfrm>
                <a:off x="4742733" y="4180457"/>
                <a:ext cx="21896" cy="38522"/>
              </a:xfrm>
            </p:spPr>
          </p:sp>
        </mc:Fallback>
      </mc:AlternateContent>
      <mc:AlternateContent xmlns:mc="http://schemas.openxmlformats.org/markup-compatibility/2006">
        <mc:Choice xmlns:p14="http://schemas.microsoft.com/office/powerpoint/2010/main" Requires="p14">
          <p:contentPart p14:bwMode="auto" r:id="rId145">
            <p14:nvContentPartPr>
              <p14:cNvPr id="1048900" name=""/>
              <p14:cNvContentPartPr/>
              <p14:nvPr/>
            </p14:nvContentPartPr>
            <p14:xfrm>
              <a:off x="4738254" y="3528133"/>
              <a:ext cx="2673561" cy="753686"/>
            </p14:xfrm>
          </p:contentPart>
        </mc:Choice>
        <mc:Fallback>
          <p:sp>
            <p:nvSpPr>
              <p:cNvPr id="1048900" name=""/>
              <p:cNvSpPr/>
              <p:nvPr/>
            </p:nvSpPr>
            <p:spPr>
              <a:xfrm>
                <a:off x="4738254" y="3528133"/>
                <a:ext cx="2673561" cy="753686"/>
              </a:xfrm>
            </p:spPr>
          </p:sp>
        </mc:Fallback>
      </mc:AlternateContent>
      <mc:AlternateContent xmlns:mc="http://schemas.openxmlformats.org/markup-compatibility/2006">
        <mc:Choice xmlns:p14="http://schemas.microsoft.com/office/powerpoint/2010/main" Requires="p14">
          <p:contentPart p14:bwMode="auto" r:id="rId146">
            <p14:nvContentPartPr>
              <p14:cNvPr id="1048901" name=""/>
              <p14:cNvContentPartPr/>
              <p14:nvPr/>
            </p14:nvContentPartPr>
            <p14:xfrm>
              <a:off x="7258104" y="3976384"/>
              <a:ext cx="133841" cy="185113"/>
            </p14:xfrm>
          </p:contentPart>
        </mc:Choice>
        <mc:Fallback>
          <p:sp>
            <p:nvSpPr>
              <p:cNvPr id="1048901" name=""/>
              <p:cNvSpPr/>
              <p:nvPr/>
            </p:nvSpPr>
            <p:spPr>
              <a:xfrm>
                <a:off x="7258104" y="3976384"/>
                <a:ext cx="133841" cy="185113"/>
              </a:xfrm>
            </p:spPr>
          </p:sp>
        </mc:Fallback>
      </mc:AlternateContent>
      <mc:AlternateContent xmlns:mc="http://schemas.openxmlformats.org/markup-compatibility/2006">
        <mc:Choice xmlns:p14="http://schemas.microsoft.com/office/powerpoint/2010/main" Requires="p14">
          <p:contentPart p14:bwMode="auto" r:id="rId147">
            <p14:nvContentPartPr>
              <p14:cNvPr id="1048902" name=""/>
              <p14:cNvContentPartPr/>
              <p14:nvPr/>
            </p14:nvContentPartPr>
            <p14:xfrm>
              <a:off x="0" y="0"/>
              <a:ext cx="0" cy="0"/>
            </p14:xfrm>
          </p:contentPart>
        </mc:Choice>
        <mc:Fallback>
          <p:sp>
            <p:nvSpPr>
              <p:cNvPr id="1048902"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48">
            <p14:nvContentPartPr>
              <p14:cNvPr id="1048903" name=""/>
              <p14:cNvContentPartPr/>
              <p14:nvPr/>
            </p14:nvContentPartPr>
            <p14:xfrm>
              <a:off x="6081422" y="3190628"/>
              <a:ext cx="144157" cy="198757"/>
            </p14:xfrm>
          </p:contentPart>
        </mc:Choice>
        <mc:Fallback>
          <p:sp>
            <p:nvSpPr>
              <p:cNvPr id="1048903" name=""/>
              <p:cNvSpPr/>
              <p:nvPr/>
            </p:nvSpPr>
            <p:spPr>
              <a:xfrm>
                <a:off x="6081422" y="3190628"/>
                <a:ext cx="144157" cy="198757"/>
              </a:xfrm>
            </p:spPr>
          </p:sp>
        </mc:Fallback>
      </mc:AlternateContent>
      <mc:AlternateContent xmlns:mc="http://schemas.openxmlformats.org/markup-compatibility/2006">
        <mc:Choice xmlns:p14="http://schemas.microsoft.com/office/powerpoint/2010/main" Requires="p14">
          <p:contentPart p14:bwMode="auto" r:id="rId149">
            <p14:nvContentPartPr>
              <p14:cNvPr id="1048904" name=""/>
              <p14:cNvContentPartPr/>
              <p14:nvPr/>
            </p14:nvContentPartPr>
            <p14:xfrm>
              <a:off x="5931166" y="3256561"/>
              <a:ext cx="314842" cy="14688"/>
            </p14:xfrm>
          </p:contentPart>
        </mc:Choice>
        <mc:Fallback>
          <p:sp>
            <p:nvSpPr>
              <p:cNvPr id="1048904" name=""/>
              <p:cNvSpPr/>
              <p:nvPr/>
            </p:nvSpPr>
            <p:spPr>
              <a:xfrm>
                <a:off x="5931166" y="3256561"/>
                <a:ext cx="314842" cy="14688"/>
              </a:xfrm>
            </p:spPr>
          </p:sp>
        </mc:Fallback>
      </mc:AlternateContent>
      <mc:AlternateContent xmlns:mc="http://schemas.openxmlformats.org/markup-compatibility/2006">
        <mc:Choice xmlns:p14="http://schemas.microsoft.com/office/powerpoint/2010/main" Requires="p14">
          <p:contentPart p14:bwMode="auto" r:id="rId150">
            <p14:nvContentPartPr>
              <p14:cNvPr id="1048905" name=""/>
              <p14:cNvContentPartPr/>
              <p14:nvPr/>
            </p14:nvContentPartPr>
            <p14:xfrm>
              <a:off x="6289247" y="3322886"/>
              <a:ext cx="135011" cy="128267"/>
            </p14:xfrm>
          </p:contentPart>
        </mc:Choice>
        <mc:Fallback>
          <p:sp>
            <p:nvSpPr>
              <p:cNvPr id="1048905" name=""/>
              <p:cNvSpPr/>
              <p:nvPr/>
            </p:nvSpPr>
            <p:spPr>
              <a:xfrm>
                <a:off x="6289247" y="3322886"/>
                <a:ext cx="135011" cy="128267"/>
              </a:xfrm>
            </p:spPr>
          </p:sp>
        </mc:Fallback>
      </mc:AlternateContent>
      <mc:AlternateContent xmlns:mc="http://schemas.openxmlformats.org/markup-compatibility/2006">
        <mc:Choice xmlns:p14="http://schemas.microsoft.com/office/powerpoint/2010/main" Requires="p14">
          <p:contentPart p14:bwMode="auto" r:id="rId151">
            <p14:nvContentPartPr>
              <p14:cNvPr id="1048906" name=""/>
              <p14:cNvContentPartPr/>
              <p14:nvPr/>
            </p14:nvContentPartPr>
            <p14:xfrm>
              <a:off x="6398820" y="3309490"/>
              <a:ext cx="44583" cy="214466"/>
            </p14:xfrm>
          </p:contentPart>
        </mc:Choice>
        <mc:Fallback>
          <p:sp>
            <p:nvSpPr>
              <p:cNvPr id="1048906" name=""/>
              <p:cNvSpPr/>
              <p:nvPr/>
            </p:nvSpPr>
            <p:spPr>
              <a:xfrm>
                <a:off x="6398820" y="3309490"/>
                <a:ext cx="44583" cy="214466"/>
              </a:xfrm>
            </p:spPr>
          </p:sp>
        </mc:Fallback>
      </mc:AlternateContent>
      <mc:AlternateContent xmlns:mc="http://schemas.openxmlformats.org/markup-compatibility/2006">
        <mc:Choice xmlns:p14="http://schemas.microsoft.com/office/powerpoint/2010/main" Requires="p14">
          <p:contentPart p14:bwMode="auto" r:id="rId152">
            <p14:nvContentPartPr>
              <p14:cNvPr id="1048907" name=""/>
              <p14:cNvContentPartPr/>
              <p14:nvPr/>
            </p14:nvContentPartPr>
            <p14:xfrm>
              <a:off x="6484124" y="3333816"/>
              <a:ext cx="273683" cy="146218"/>
            </p14:xfrm>
          </p:contentPart>
        </mc:Choice>
        <mc:Fallback>
          <p:sp>
            <p:nvSpPr>
              <p:cNvPr id="1048907" name=""/>
              <p:cNvSpPr/>
              <p:nvPr/>
            </p:nvSpPr>
            <p:spPr>
              <a:xfrm>
                <a:off x="6484124" y="3333816"/>
                <a:ext cx="273683" cy="146218"/>
              </a:xfrm>
            </p:spPr>
          </p:sp>
        </mc:Fallback>
      </mc:AlternateContent>
      <mc:AlternateContent xmlns:mc="http://schemas.openxmlformats.org/markup-compatibility/2006">
        <mc:Choice xmlns:p14="http://schemas.microsoft.com/office/powerpoint/2010/main" Requires="p14">
          <p:contentPart p14:bwMode="auto" r:id="rId153">
            <p14:nvContentPartPr>
              <p14:cNvPr id="1048908" name=""/>
              <p14:cNvContentPartPr/>
              <p14:nvPr/>
            </p14:nvContentPartPr>
            <p14:xfrm>
              <a:off x="0" y="0"/>
              <a:ext cx="0" cy="0"/>
            </p14:xfrm>
          </p:contentPart>
        </mc:Choice>
        <mc:Fallback>
          <p:sp>
            <p:nvSpPr>
              <p:cNvPr id="1048908"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54">
            <p14:nvContentPartPr>
              <p14:cNvPr id="1048909" name=""/>
              <p14:cNvContentPartPr/>
              <p14:nvPr/>
            </p14:nvContentPartPr>
            <p14:xfrm>
              <a:off x="0" y="0"/>
              <a:ext cx="0" cy="0"/>
            </p14:xfrm>
          </p:contentPart>
        </mc:Choice>
        <mc:Fallback>
          <p:sp>
            <p:nvSpPr>
              <p:cNvPr id="1048909"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55">
            <p14:nvContentPartPr>
              <p14:cNvPr id="1048910" name=""/>
              <p14:cNvContentPartPr/>
              <p14:nvPr/>
            </p14:nvContentPartPr>
            <p14:xfrm>
              <a:off x="0" y="0"/>
              <a:ext cx="0" cy="0"/>
            </p14:xfrm>
          </p:contentPart>
        </mc:Choice>
        <mc:Fallback>
          <p:sp>
            <p:nvSpPr>
              <p:cNvPr id="1048910"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56">
            <p14:nvContentPartPr>
              <p14:cNvPr id="1048911" name=""/>
              <p14:cNvContentPartPr/>
              <p14:nvPr/>
            </p14:nvContentPartPr>
            <p14:xfrm>
              <a:off x="0" y="0"/>
              <a:ext cx="0" cy="0"/>
            </p14:xfrm>
          </p:contentPart>
        </mc:Choice>
        <mc:Fallback>
          <p:sp>
            <p:nvSpPr>
              <p:cNvPr id="1048911"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57">
            <p14:nvContentPartPr>
              <p14:cNvPr id="1048912" name=""/>
              <p14:cNvContentPartPr/>
              <p14:nvPr/>
            </p14:nvContentPartPr>
            <p14:xfrm>
              <a:off x="6147085" y="4205092"/>
              <a:ext cx="33497" cy="20707"/>
            </p14:xfrm>
          </p:contentPart>
        </mc:Choice>
        <mc:Fallback>
          <p:sp>
            <p:nvSpPr>
              <p:cNvPr id="1048912" name=""/>
              <p:cNvSpPr/>
              <p:nvPr/>
            </p:nvSpPr>
            <p:spPr>
              <a:xfrm>
                <a:off x="6147085" y="4205092"/>
                <a:ext cx="33497" cy="20707"/>
              </a:xfrm>
            </p:spPr>
          </p:sp>
        </mc:Fallback>
      </mc:AlternateContent>
      <mc:AlternateContent xmlns:mc="http://schemas.openxmlformats.org/markup-compatibility/2006">
        <mc:Choice xmlns:p14="http://schemas.microsoft.com/office/powerpoint/2010/main" Requires="p14">
          <p:contentPart p14:bwMode="auto" r:id="rId158">
            <p14:nvContentPartPr>
              <p14:cNvPr id="1048913" name=""/>
              <p14:cNvContentPartPr/>
              <p14:nvPr/>
            </p14:nvContentPartPr>
            <p14:xfrm>
              <a:off x="6120393" y="4202205"/>
              <a:ext cx="1247197" cy="94497"/>
            </p14:xfrm>
          </p:contentPart>
        </mc:Choice>
        <mc:Fallback>
          <p:sp>
            <p:nvSpPr>
              <p:cNvPr id="1048913" name=""/>
              <p:cNvSpPr/>
              <p:nvPr/>
            </p:nvSpPr>
            <p:spPr>
              <a:xfrm>
                <a:off x="6120393" y="4202205"/>
                <a:ext cx="1247197" cy="94497"/>
              </a:xfrm>
            </p:spPr>
          </p:sp>
        </mc:Fallback>
      </mc:AlternateContent>
      <mc:AlternateContent xmlns:mc="http://schemas.openxmlformats.org/markup-compatibility/2006">
        <mc:Choice xmlns:p14="http://schemas.microsoft.com/office/powerpoint/2010/main" Requires="p14">
          <p:contentPart p14:bwMode="auto" r:id="rId159">
            <p14:nvContentPartPr>
              <p14:cNvPr id="1048914" name=""/>
              <p14:cNvContentPartPr/>
              <p14:nvPr/>
            </p14:nvContentPartPr>
            <p14:xfrm>
              <a:off x="7221978" y="4144934"/>
              <a:ext cx="156959" cy="158009"/>
            </p14:xfrm>
          </p:contentPart>
        </mc:Choice>
        <mc:Fallback>
          <p:sp>
            <p:nvSpPr>
              <p:cNvPr id="1048914" name=""/>
              <p:cNvSpPr/>
              <p:nvPr/>
            </p:nvSpPr>
            <p:spPr>
              <a:xfrm>
                <a:off x="7221978" y="4144934"/>
                <a:ext cx="156959" cy="158009"/>
              </a:xfrm>
            </p:spPr>
          </p:sp>
        </mc:Fallback>
      </mc:AlternateContent>
      <mc:AlternateContent xmlns:mc="http://schemas.openxmlformats.org/markup-compatibility/2006">
        <mc:Choice xmlns:p14="http://schemas.microsoft.com/office/powerpoint/2010/main" Requires="p14">
          <p:contentPart p14:bwMode="auto" r:id="rId160">
            <p14:nvContentPartPr>
              <p14:cNvPr id="1048915" name=""/>
              <p14:cNvContentPartPr/>
              <p14:nvPr/>
            </p14:nvContentPartPr>
            <p14:xfrm>
              <a:off x="6524342" y="4032648"/>
              <a:ext cx="102108" cy="149989"/>
            </p14:xfrm>
          </p:contentPart>
        </mc:Choice>
        <mc:Fallback>
          <p:sp>
            <p:nvSpPr>
              <p:cNvPr id="1048915" name=""/>
              <p:cNvSpPr/>
              <p:nvPr/>
            </p:nvSpPr>
            <p:spPr>
              <a:xfrm>
                <a:off x="6524342" y="4032648"/>
                <a:ext cx="102108" cy="149989"/>
              </a:xfrm>
            </p:spPr>
          </p:sp>
        </mc:Fallback>
      </mc:AlternateContent>
      <mc:AlternateContent xmlns:mc="http://schemas.openxmlformats.org/markup-compatibility/2006">
        <mc:Choice xmlns:p14="http://schemas.microsoft.com/office/powerpoint/2010/main" Requires="p14">
          <p:contentPart p14:bwMode="auto" r:id="rId161">
            <p14:nvContentPartPr>
              <p14:cNvPr id="1048916" name=""/>
              <p14:cNvContentPartPr/>
              <p14:nvPr/>
            </p14:nvContentPartPr>
            <p14:xfrm>
              <a:off x="6450782" y="4067931"/>
              <a:ext cx="152003" cy="49966"/>
            </p14:xfrm>
          </p:contentPart>
        </mc:Choice>
        <mc:Fallback>
          <p:sp>
            <p:nvSpPr>
              <p:cNvPr id="1048916" name=""/>
              <p:cNvSpPr/>
              <p:nvPr/>
            </p:nvSpPr>
            <p:spPr>
              <a:xfrm>
                <a:off x="6450782" y="4067931"/>
                <a:ext cx="152003" cy="49966"/>
              </a:xfrm>
            </p:spPr>
          </p:sp>
        </mc:Fallback>
      </mc:AlternateContent>
      <mc:AlternateContent xmlns:mc="http://schemas.openxmlformats.org/markup-compatibility/2006">
        <mc:Choice xmlns:p14="http://schemas.microsoft.com/office/powerpoint/2010/main" Requires="p14">
          <p:contentPart p14:bwMode="auto" r:id="rId162">
            <p14:nvContentPartPr>
              <p14:cNvPr id="1048917" name=""/>
              <p14:cNvContentPartPr/>
              <p14:nvPr/>
            </p14:nvContentPartPr>
            <p14:xfrm>
              <a:off x="6653153" y="4084285"/>
              <a:ext cx="112862" cy="74293"/>
            </p14:xfrm>
          </p:contentPart>
        </mc:Choice>
        <mc:Fallback>
          <p:sp>
            <p:nvSpPr>
              <p:cNvPr id="1048917" name=""/>
              <p:cNvSpPr/>
              <p:nvPr/>
            </p:nvSpPr>
            <p:spPr>
              <a:xfrm>
                <a:off x="6653153" y="4084285"/>
                <a:ext cx="112862" cy="74293"/>
              </a:xfrm>
            </p:spPr>
          </p:sp>
        </mc:Fallback>
      </mc:AlternateContent>
      <mc:AlternateContent xmlns:mc="http://schemas.openxmlformats.org/markup-compatibility/2006">
        <mc:Choice xmlns:p14="http://schemas.microsoft.com/office/powerpoint/2010/main" Requires="p14">
          <p:contentPart p14:bwMode="auto" r:id="rId163">
            <p14:nvContentPartPr>
              <p14:cNvPr id="1048918" name=""/>
              <p14:cNvContentPartPr/>
              <p14:nvPr/>
            </p14:nvContentPartPr>
            <p14:xfrm>
              <a:off x="6747149" y="4061877"/>
              <a:ext cx="10204" cy="135982"/>
            </p14:xfrm>
          </p:contentPart>
        </mc:Choice>
        <mc:Fallback>
          <p:sp>
            <p:nvSpPr>
              <p:cNvPr id="1048918" name=""/>
              <p:cNvSpPr/>
              <p:nvPr/>
            </p:nvSpPr>
            <p:spPr>
              <a:xfrm>
                <a:off x="6747149" y="4061877"/>
                <a:ext cx="10204" cy="135982"/>
              </a:xfrm>
            </p:spPr>
          </p:sp>
        </mc:Fallback>
      </mc:AlternateContent>
      <mc:AlternateContent xmlns:mc="http://schemas.openxmlformats.org/markup-compatibility/2006">
        <mc:Choice xmlns:p14="http://schemas.microsoft.com/office/powerpoint/2010/main" Requires="p14">
          <p:contentPart p14:bwMode="auto" r:id="rId164">
            <p14:nvContentPartPr>
              <p14:cNvPr id="1048919" name=""/>
              <p14:cNvContentPartPr/>
              <p14:nvPr/>
            </p14:nvContentPartPr>
            <p14:xfrm>
              <a:off x="6783769" y="4074788"/>
              <a:ext cx="119278" cy="120549"/>
            </p14:xfrm>
          </p:contentPart>
        </mc:Choice>
        <mc:Fallback>
          <p:sp>
            <p:nvSpPr>
              <p:cNvPr id="1048919" name=""/>
              <p:cNvSpPr/>
              <p:nvPr/>
            </p:nvSpPr>
            <p:spPr>
              <a:xfrm>
                <a:off x="6783769" y="4074788"/>
                <a:ext cx="119278" cy="120549"/>
              </a:xfrm>
            </p:spPr>
          </p:sp>
        </mc:Fallback>
      </mc:AlternateContent>
      <mc:AlternateContent xmlns:mc="http://schemas.openxmlformats.org/markup-compatibility/2006">
        <mc:Choice xmlns:p14="http://schemas.microsoft.com/office/powerpoint/2010/main" Requires="p14">
          <p:contentPart p14:bwMode="auto" r:id="rId165">
            <p14:nvContentPartPr>
              <p14:cNvPr id="1048920" name=""/>
              <p14:cNvContentPartPr/>
              <p14:nvPr/>
            </p14:nvContentPartPr>
            <p14:xfrm>
              <a:off x="3277083" y="2719849"/>
              <a:ext cx="1116888" cy="362758"/>
            </p14:xfrm>
          </p:contentPart>
        </mc:Choice>
        <mc:Fallback>
          <p:sp>
            <p:nvSpPr>
              <p:cNvPr id="1048920" name=""/>
              <p:cNvSpPr/>
              <p:nvPr/>
            </p:nvSpPr>
            <p:spPr>
              <a:xfrm>
                <a:off x="3277083" y="2719849"/>
                <a:ext cx="1116888" cy="362758"/>
              </a:xfrm>
            </p:spPr>
          </p:sp>
        </mc:Fallback>
      </mc:AlternateContent>
      <mc:AlternateContent xmlns:mc="http://schemas.openxmlformats.org/markup-compatibility/2006">
        <mc:Choice xmlns:p14="http://schemas.microsoft.com/office/powerpoint/2010/main" Requires="p14">
          <p:contentPart p14:bwMode="auto" r:id="rId166">
            <p14:nvContentPartPr>
              <p14:cNvPr id="1048921" name=""/>
              <p14:cNvContentPartPr/>
              <p14:nvPr/>
            </p14:nvContentPartPr>
            <p14:xfrm>
              <a:off x="7457970" y="4067322"/>
              <a:ext cx="1200476" cy="113416"/>
            </p14:xfrm>
          </p:contentPart>
        </mc:Choice>
        <mc:Fallback>
          <p:sp>
            <p:nvSpPr>
              <p:cNvPr id="1048921" name=""/>
              <p:cNvSpPr/>
              <p:nvPr/>
            </p:nvSpPr>
            <p:spPr>
              <a:xfrm>
                <a:off x="7457970" y="4067322"/>
                <a:ext cx="1200476" cy="113416"/>
              </a:xfrm>
            </p:spPr>
          </p:sp>
        </mc:Fallback>
      </mc:AlternateContent>
      <mc:AlternateContent xmlns:mc="http://schemas.openxmlformats.org/markup-compatibility/2006">
        <mc:Choice xmlns:p14="http://schemas.microsoft.com/office/powerpoint/2010/main" Requires="p14">
          <p:contentPart p14:bwMode="auto" r:id="rId167">
            <p14:nvContentPartPr>
              <p14:cNvPr id="1048922" name=""/>
              <p14:cNvContentPartPr/>
              <p14:nvPr/>
            </p14:nvContentPartPr>
            <p14:xfrm>
              <a:off x="7813655" y="3803205"/>
              <a:ext cx="141518" cy="253017"/>
            </p14:xfrm>
          </p:contentPart>
        </mc:Choice>
        <mc:Fallback>
          <p:sp>
            <p:nvSpPr>
              <p:cNvPr id="1048922" name=""/>
              <p:cNvSpPr/>
              <p:nvPr/>
            </p:nvSpPr>
            <p:spPr>
              <a:xfrm>
                <a:off x="7813655" y="3803205"/>
                <a:ext cx="141518" cy="253017"/>
              </a:xfrm>
            </p:spPr>
          </p:sp>
        </mc:Fallback>
      </mc:AlternateContent>
      <mc:AlternateContent xmlns:mc="http://schemas.openxmlformats.org/markup-compatibility/2006">
        <mc:Choice xmlns:p14="http://schemas.microsoft.com/office/powerpoint/2010/main" Requires="p14">
          <p:contentPart p14:bwMode="auto" r:id="rId168">
            <p14:nvContentPartPr>
              <p14:cNvPr id="1048923" name=""/>
              <p14:cNvContentPartPr/>
              <p14:nvPr/>
            </p14:nvContentPartPr>
            <p14:xfrm>
              <a:off x="7710417" y="3942260"/>
              <a:ext cx="186224" cy="4407"/>
            </p14:xfrm>
          </p:contentPart>
        </mc:Choice>
        <mc:Fallback>
          <p:sp>
            <p:nvSpPr>
              <p:cNvPr id="1048923" name=""/>
              <p:cNvSpPr/>
              <p:nvPr/>
            </p:nvSpPr>
            <p:spPr>
              <a:xfrm>
                <a:off x="7710417" y="3942260"/>
                <a:ext cx="186224" cy="4407"/>
              </a:xfrm>
            </p:spPr>
          </p:sp>
        </mc:Fallback>
      </mc:AlternateContent>
      <mc:AlternateContent xmlns:mc="http://schemas.openxmlformats.org/markup-compatibility/2006">
        <mc:Choice xmlns:p14="http://schemas.microsoft.com/office/powerpoint/2010/main" Requires="p14">
          <p:contentPart p14:bwMode="auto" r:id="rId169">
            <p14:nvContentPartPr>
              <p14:cNvPr id="1048924" name=""/>
              <p14:cNvContentPartPr/>
              <p14:nvPr/>
            </p14:nvContentPartPr>
            <p14:xfrm>
              <a:off x="7971937" y="3918216"/>
              <a:ext cx="139449" cy="152047"/>
            </p14:xfrm>
          </p:contentPart>
        </mc:Choice>
        <mc:Fallback>
          <p:sp>
            <p:nvSpPr>
              <p:cNvPr id="1048924" name=""/>
              <p:cNvSpPr/>
              <p:nvPr/>
            </p:nvSpPr>
            <p:spPr>
              <a:xfrm>
                <a:off x="7971937" y="3918216"/>
                <a:ext cx="139449" cy="152047"/>
              </a:xfrm>
            </p:spPr>
          </p:sp>
        </mc:Fallback>
      </mc:AlternateContent>
      <mc:AlternateContent xmlns:mc="http://schemas.openxmlformats.org/markup-compatibility/2006">
        <mc:Choice xmlns:p14="http://schemas.microsoft.com/office/powerpoint/2010/main" Requires="p14">
          <p:contentPart p14:bwMode="auto" r:id="rId170">
            <p14:nvContentPartPr>
              <p14:cNvPr id="1048925" name=""/>
              <p14:cNvContentPartPr/>
              <p14:nvPr/>
            </p14:nvContentPartPr>
            <p14:xfrm>
              <a:off x="8127906" y="3901608"/>
              <a:ext cx="132748" cy="97835"/>
            </p14:xfrm>
          </p:contentPart>
        </mc:Choice>
        <mc:Fallback>
          <p:sp>
            <p:nvSpPr>
              <p:cNvPr id="1048925" name=""/>
              <p:cNvSpPr/>
              <p:nvPr/>
            </p:nvSpPr>
            <p:spPr>
              <a:xfrm>
                <a:off x="8127906" y="3901608"/>
                <a:ext cx="132748" cy="97835"/>
              </a:xfrm>
            </p:spPr>
          </p:sp>
        </mc:Fallback>
      </mc:AlternateContent>
      <mc:AlternateContent xmlns:mc="http://schemas.openxmlformats.org/markup-compatibility/2006">
        <mc:Choice xmlns:p14="http://schemas.microsoft.com/office/powerpoint/2010/main" Requires="p14">
          <p:contentPart p14:bwMode="auto" r:id="rId171">
            <p14:nvContentPartPr>
              <p14:cNvPr id="1048926" name=""/>
              <p14:cNvContentPartPr/>
              <p14:nvPr/>
            </p14:nvContentPartPr>
            <p14:xfrm>
              <a:off x="8228872" y="3913786"/>
              <a:ext cx="12851" cy="161899"/>
            </p14:xfrm>
          </p:contentPart>
        </mc:Choice>
        <mc:Fallback>
          <p:sp>
            <p:nvSpPr>
              <p:cNvPr id="1048926" name=""/>
              <p:cNvSpPr/>
              <p:nvPr/>
            </p:nvSpPr>
            <p:spPr>
              <a:xfrm>
                <a:off x="8228872" y="3913786"/>
                <a:ext cx="12851" cy="161899"/>
              </a:xfrm>
            </p:spPr>
          </p:sp>
        </mc:Fallback>
      </mc:AlternateContent>
      <mc:AlternateContent xmlns:mc="http://schemas.openxmlformats.org/markup-compatibility/2006">
        <mc:Choice xmlns:p14="http://schemas.microsoft.com/office/powerpoint/2010/main" Requires="p14">
          <p:contentPart p14:bwMode="auto" r:id="rId172">
            <p14:nvContentPartPr>
              <p14:cNvPr id="1048927" name=""/>
              <p14:cNvContentPartPr/>
              <p14:nvPr/>
            </p14:nvContentPartPr>
            <p14:xfrm>
              <a:off x="3266338" y="2998840"/>
              <a:ext cx="368895" cy="365477"/>
            </p14:xfrm>
          </p:contentPart>
        </mc:Choice>
        <mc:Fallback>
          <p:sp>
            <p:nvSpPr>
              <p:cNvPr id="1048927" name=""/>
              <p:cNvSpPr/>
              <p:nvPr/>
            </p:nvSpPr>
            <p:spPr>
              <a:xfrm>
                <a:off x="3266338" y="2998840"/>
                <a:ext cx="368895" cy="365477"/>
              </a:xfrm>
            </p:spPr>
          </p:sp>
        </mc:Fallback>
      </mc:AlternateContent>
      <mc:AlternateContent xmlns:mc="http://schemas.openxmlformats.org/markup-compatibility/2006">
        <mc:Choice xmlns:p14="http://schemas.microsoft.com/office/powerpoint/2010/main" Requires="p14">
          <p:contentPart p14:bwMode="auto" r:id="rId173">
            <p14:nvContentPartPr>
              <p14:cNvPr id="1048928" name=""/>
              <p14:cNvContentPartPr/>
              <p14:nvPr/>
            </p14:nvContentPartPr>
            <p14:xfrm>
              <a:off x="0" y="0"/>
              <a:ext cx="0" cy="0"/>
            </p14:xfrm>
          </p:contentPart>
        </mc:Choice>
        <mc:Fallback>
          <p:sp>
            <p:nvSpPr>
              <p:cNvPr id="1048928"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74">
            <p14:nvContentPartPr>
              <p14:cNvPr id="1048929" name=""/>
              <p14:cNvContentPartPr/>
              <p14:nvPr/>
            </p14:nvContentPartPr>
            <p14:xfrm>
              <a:off x="0" y="0"/>
              <a:ext cx="0" cy="0"/>
            </p14:xfrm>
          </p:contentPart>
        </mc:Choice>
        <mc:Fallback>
          <p:sp>
            <p:nvSpPr>
              <p:cNvPr id="1048929"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75">
            <p14:nvContentPartPr>
              <p14:cNvPr id="1048930" name=""/>
              <p14:cNvContentPartPr/>
              <p14:nvPr/>
            </p14:nvContentPartPr>
            <p14:xfrm>
              <a:off x="0" y="0"/>
              <a:ext cx="0" cy="0"/>
            </p14:xfrm>
          </p:contentPart>
        </mc:Choice>
        <mc:Fallback>
          <p:sp>
            <p:nvSpPr>
              <p:cNvPr id="1048930"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76">
            <p14:nvContentPartPr>
              <p14:cNvPr id="1048931" name=""/>
              <p14:cNvContentPartPr/>
              <p14:nvPr/>
            </p14:nvContentPartPr>
            <p14:xfrm>
              <a:off x="0" y="0"/>
              <a:ext cx="0" cy="0"/>
            </p14:xfrm>
          </p:contentPart>
        </mc:Choice>
        <mc:Fallback>
          <p:sp>
            <p:nvSpPr>
              <p:cNvPr id="1048931"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77">
            <p14:nvContentPartPr>
              <p14:cNvPr id="1048932" name=""/>
              <p14:cNvContentPartPr/>
              <p14:nvPr/>
            </p14:nvContentPartPr>
            <p14:xfrm>
              <a:off x="8724100" y="4005471"/>
              <a:ext cx="1147583" cy="185445"/>
            </p14:xfrm>
          </p:contentPart>
        </mc:Choice>
        <mc:Fallback>
          <p:sp>
            <p:nvSpPr>
              <p:cNvPr id="1048932" name=""/>
              <p:cNvSpPr/>
              <p:nvPr/>
            </p:nvSpPr>
            <p:spPr>
              <a:xfrm>
                <a:off x="8724100" y="4005471"/>
                <a:ext cx="1147583" cy="185445"/>
              </a:xfrm>
            </p:spPr>
          </p:sp>
        </mc:Fallback>
      </mc:AlternateContent>
      <mc:AlternateContent xmlns:mc="http://schemas.openxmlformats.org/markup-compatibility/2006">
        <mc:Choice xmlns:p14="http://schemas.microsoft.com/office/powerpoint/2010/main" Requires="p14">
          <p:contentPart p14:bwMode="auto" r:id="rId178">
            <p14:nvContentPartPr>
              <p14:cNvPr id="1048933" name=""/>
              <p14:cNvContentPartPr/>
              <p14:nvPr/>
            </p14:nvContentPartPr>
            <p14:xfrm>
              <a:off x="9188686" y="4233106"/>
              <a:ext cx="85173" cy="211842"/>
            </p14:xfrm>
          </p:contentPart>
        </mc:Choice>
        <mc:Fallback>
          <p:sp>
            <p:nvSpPr>
              <p:cNvPr id="1048933" name=""/>
              <p:cNvSpPr/>
              <p:nvPr/>
            </p:nvSpPr>
            <p:spPr>
              <a:xfrm>
                <a:off x="9188686" y="4233106"/>
                <a:ext cx="85173" cy="211842"/>
              </a:xfrm>
            </p:spPr>
          </p:sp>
        </mc:Fallback>
      </mc:AlternateContent>
      <mc:AlternateContent xmlns:mc="http://schemas.openxmlformats.org/markup-compatibility/2006">
        <mc:Choice xmlns:p14="http://schemas.microsoft.com/office/powerpoint/2010/main" Requires="p14">
          <p:contentPart p14:bwMode="auto" r:id="rId179">
            <p14:nvContentPartPr>
              <p14:cNvPr id="1048934" name=""/>
              <p14:cNvContentPartPr/>
              <p14:nvPr/>
            </p14:nvContentPartPr>
            <p14:xfrm>
              <a:off x="9068778" y="4292406"/>
              <a:ext cx="155693" cy="19762"/>
            </p14:xfrm>
          </p:contentPart>
        </mc:Choice>
        <mc:Fallback>
          <p:sp>
            <p:nvSpPr>
              <p:cNvPr id="1048934" name=""/>
              <p:cNvSpPr/>
              <p:nvPr/>
            </p:nvSpPr>
            <p:spPr>
              <a:xfrm>
                <a:off x="9068778" y="4292406"/>
                <a:ext cx="155693" cy="19762"/>
              </a:xfrm>
            </p:spPr>
          </p:sp>
        </mc:Fallback>
      </mc:AlternateContent>
      <mc:AlternateContent xmlns:mc="http://schemas.openxmlformats.org/markup-compatibility/2006">
        <mc:Choice xmlns:p14="http://schemas.microsoft.com/office/powerpoint/2010/main" Requires="p14">
          <p:contentPart p14:bwMode="auto" r:id="rId180">
            <p14:nvContentPartPr>
              <p14:cNvPr id="1048935" name=""/>
              <p14:cNvContentPartPr/>
              <p14:nvPr/>
            </p14:nvContentPartPr>
            <p14:xfrm>
              <a:off x="9325366" y="4351238"/>
              <a:ext cx="102980" cy="152109"/>
            </p14:xfrm>
          </p:contentPart>
        </mc:Choice>
        <mc:Fallback>
          <p:sp>
            <p:nvSpPr>
              <p:cNvPr id="1048935" name=""/>
              <p:cNvSpPr/>
              <p:nvPr/>
            </p:nvSpPr>
            <p:spPr>
              <a:xfrm>
                <a:off x="9325366" y="4351238"/>
                <a:ext cx="102980" cy="152109"/>
              </a:xfrm>
            </p:spPr>
          </p:sp>
        </mc:Fallback>
      </mc:AlternateContent>
      <mc:AlternateContent xmlns:mc="http://schemas.openxmlformats.org/markup-compatibility/2006">
        <mc:Choice xmlns:p14="http://schemas.microsoft.com/office/powerpoint/2010/main" Requires="p14">
          <p:contentPart p14:bwMode="auto" r:id="rId181">
            <p14:nvContentPartPr>
              <p14:cNvPr id="1048936" name=""/>
              <p14:cNvContentPartPr/>
              <p14:nvPr/>
            </p14:nvContentPartPr>
            <p14:xfrm>
              <a:off x="9463820" y="4360857"/>
              <a:ext cx="136698" cy="219783"/>
            </p14:xfrm>
          </p:contentPart>
        </mc:Choice>
        <mc:Fallback>
          <p:sp>
            <p:nvSpPr>
              <p:cNvPr id="1048936" name=""/>
              <p:cNvSpPr/>
              <p:nvPr/>
            </p:nvSpPr>
            <p:spPr>
              <a:xfrm>
                <a:off x="9463820" y="4360857"/>
                <a:ext cx="136698" cy="219783"/>
              </a:xfrm>
            </p:spPr>
          </p:sp>
        </mc:Fallback>
      </mc:AlternateContent>
      <mc:AlternateContent xmlns:mc="http://schemas.openxmlformats.org/markup-compatibility/2006">
        <mc:Choice xmlns:p14="http://schemas.microsoft.com/office/powerpoint/2010/main" Requires="p14">
          <p:contentPart p14:bwMode="auto" r:id="rId182">
            <p14:nvContentPartPr>
              <p14:cNvPr id="1048937" name=""/>
              <p14:cNvContentPartPr/>
              <p14:nvPr/>
            </p14:nvContentPartPr>
            <p14:xfrm>
              <a:off x="7456405" y="4095816"/>
              <a:ext cx="2567245" cy="778616"/>
            </p14:xfrm>
          </p:contentPart>
        </mc:Choice>
        <mc:Fallback>
          <p:sp>
            <p:nvSpPr>
              <p:cNvPr id="1048937" name=""/>
              <p:cNvSpPr/>
              <p:nvPr/>
            </p:nvSpPr>
            <p:spPr>
              <a:xfrm>
                <a:off x="7456405" y="4095816"/>
                <a:ext cx="2567245" cy="778616"/>
              </a:xfrm>
            </p:spPr>
          </p:sp>
        </mc:Fallback>
      </mc:AlternateContent>
      <mc:AlternateContent xmlns:mc="http://schemas.openxmlformats.org/markup-compatibility/2006">
        <mc:Choice xmlns:p14="http://schemas.microsoft.com/office/powerpoint/2010/main" Requires="p14">
          <p:contentPart p14:bwMode="auto" r:id="rId183">
            <p14:nvContentPartPr>
              <p14:cNvPr id="1048938" name=""/>
              <p14:cNvContentPartPr/>
              <p14:nvPr/>
            </p14:nvContentPartPr>
            <p14:xfrm>
              <a:off x="8557390" y="4636701"/>
              <a:ext cx="197242" cy="131346"/>
            </p14:xfrm>
          </p:contentPart>
        </mc:Choice>
        <mc:Fallback>
          <p:sp>
            <p:nvSpPr>
              <p:cNvPr id="1048938" name=""/>
              <p:cNvSpPr/>
              <p:nvPr/>
            </p:nvSpPr>
            <p:spPr>
              <a:xfrm>
                <a:off x="8557390" y="4636701"/>
                <a:ext cx="197242" cy="131346"/>
              </a:xfrm>
            </p:spPr>
          </p:sp>
        </mc:Fallback>
      </mc:AlternateContent>
      <mc:AlternateContent xmlns:mc="http://schemas.openxmlformats.org/markup-compatibility/2006">
        <mc:Choice xmlns:p14="http://schemas.microsoft.com/office/powerpoint/2010/main" Requires="p14">
          <p:contentPart p14:bwMode="auto" r:id="rId184">
            <p14:nvContentPartPr>
              <p14:cNvPr id="1048939" name=""/>
              <p14:cNvContentPartPr/>
              <p14:nvPr/>
            </p14:nvContentPartPr>
            <p14:xfrm>
              <a:off x="8670995" y="4647029"/>
              <a:ext cx="30589" cy="82472"/>
            </p14:xfrm>
          </p:contentPart>
        </mc:Choice>
        <mc:Fallback>
          <p:sp>
            <p:nvSpPr>
              <p:cNvPr id="1048939" name=""/>
              <p:cNvSpPr/>
              <p:nvPr/>
            </p:nvSpPr>
            <p:spPr>
              <a:xfrm>
                <a:off x="8670995" y="4647029"/>
                <a:ext cx="30589" cy="82472"/>
              </a:xfrm>
            </p:spPr>
          </p:sp>
        </mc:Fallback>
      </mc:AlternateContent>
      <mc:AlternateContent xmlns:mc="http://schemas.openxmlformats.org/markup-compatibility/2006">
        <mc:Choice xmlns:p14="http://schemas.microsoft.com/office/powerpoint/2010/main" Requires="p14">
          <p:contentPart p14:bwMode="auto" r:id="rId185">
            <p14:nvContentPartPr>
              <p14:cNvPr id="1048940" name=""/>
              <p14:cNvContentPartPr/>
              <p14:nvPr/>
            </p14:nvContentPartPr>
            <p14:xfrm>
              <a:off x="8596361" y="4501033"/>
              <a:ext cx="158483" cy="226574"/>
            </p14:xfrm>
          </p:contentPart>
        </mc:Choice>
        <mc:Fallback>
          <p:sp>
            <p:nvSpPr>
              <p:cNvPr id="1048940" name=""/>
              <p:cNvSpPr/>
              <p:nvPr/>
            </p:nvSpPr>
            <p:spPr>
              <a:xfrm>
                <a:off x="8596361" y="4501033"/>
                <a:ext cx="158483" cy="226574"/>
              </a:xfrm>
            </p:spPr>
          </p:sp>
        </mc:Fallback>
      </mc:AlternateContent>
      <mc:AlternateContent xmlns:mc="http://schemas.openxmlformats.org/markup-compatibility/2006">
        <mc:Choice xmlns:p14="http://schemas.microsoft.com/office/powerpoint/2010/main" Requires="p14">
          <p:contentPart p14:bwMode="auto" r:id="rId186">
            <p14:nvContentPartPr>
              <p14:cNvPr id="1048941" name=""/>
              <p14:cNvContentPartPr/>
              <p14:nvPr/>
            </p14:nvContentPartPr>
            <p14:xfrm>
              <a:off x="8516686" y="4598624"/>
              <a:ext cx="241707" cy="11275"/>
            </p14:xfrm>
          </p:contentPart>
        </mc:Choice>
        <mc:Fallback>
          <p:sp>
            <p:nvSpPr>
              <p:cNvPr id="1048941" name=""/>
              <p:cNvSpPr/>
              <p:nvPr/>
            </p:nvSpPr>
            <p:spPr>
              <a:xfrm>
                <a:off x="8516686" y="4598624"/>
                <a:ext cx="241707" cy="11275"/>
              </a:xfrm>
            </p:spPr>
          </p:sp>
        </mc:Fallback>
      </mc:AlternateContent>
      <mc:AlternateContent xmlns:mc="http://schemas.openxmlformats.org/markup-compatibility/2006">
        <mc:Choice xmlns:p14="http://schemas.microsoft.com/office/powerpoint/2010/main" Requires="p14">
          <p:contentPart p14:bwMode="auto" r:id="rId187">
            <p14:nvContentPartPr>
              <p14:cNvPr id="1048942" name=""/>
              <p14:cNvContentPartPr/>
              <p14:nvPr/>
            </p14:nvContentPartPr>
            <p14:xfrm>
              <a:off x="8834953" y="4590911"/>
              <a:ext cx="110850" cy="144192"/>
            </p14:xfrm>
          </p:contentPart>
        </mc:Choice>
        <mc:Fallback>
          <p:sp>
            <p:nvSpPr>
              <p:cNvPr id="1048942" name=""/>
              <p:cNvSpPr/>
              <p:nvPr/>
            </p:nvSpPr>
            <p:spPr>
              <a:xfrm>
                <a:off x="8834953" y="4590911"/>
                <a:ext cx="110850" cy="144192"/>
              </a:xfrm>
            </p:spPr>
          </p:sp>
        </mc:Fallback>
      </mc:AlternateContent>
      <mc:AlternateContent xmlns:mc="http://schemas.openxmlformats.org/markup-compatibility/2006">
        <mc:Choice xmlns:p14="http://schemas.microsoft.com/office/powerpoint/2010/main" Requires="p14">
          <p:contentPart p14:bwMode="auto" r:id="rId188">
            <p14:nvContentPartPr>
              <p14:cNvPr id="1048943" name=""/>
              <p14:cNvContentPartPr/>
              <p14:nvPr/>
            </p14:nvContentPartPr>
            <p14:xfrm>
              <a:off x="8965368" y="4595538"/>
              <a:ext cx="98647" cy="133874"/>
            </p14:xfrm>
          </p:contentPart>
        </mc:Choice>
        <mc:Fallback>
          <p:sp>
            <p:nvSpPr>
              <p:cNvPr id="1048943" name=""/>
              <p:cNvSpPr/>
              <p:nvPr/>
            </p:nvSpPr>
            <p:spPr>
              <a:xfrm>
                <a:off x="8965368" y="4595538"/>
                <a:ext cx="98647" cy="133874"/>
              </a:xfrm>
            </p:spPr>
          </p:sp>
        </mc:Fallback>
      </mc:AlternateContent>
      <mc:AlternateContent xmlns:mc="http://schemas.openxmlformats.org/markup-compatibility/2006">
        <mc:Choice xmlns:p14="http://schemas.microsoft.com/office/powerpoint/2010/main" Requires="p14">
          <p:contentPart p14:bwMode="auto" r:id="rId189">
            <p14:nvContentPartPr>
              <p14:cNvPr id="1048944" name=""/>
              <p14:cNvContentPartPr/>
              <p14:nvPr/>
            </p14:nvContentPartPr>
            <p14:xfrm>
              <a:off x="9039787" y="4588231"/>
              <a:ext cx="28991" cy="171943"/>
            </p14:xfrm>
          </p:contentPart>
        </mc:Choice>
        <mc:Fallback>
          <p:sp>
            <p:nvSpPr>
              <p:cNvPr id="1048944" name=""/>
              <p:cNvSpPr/>
              <p:nvPr/>
            </p:nvSpPr>
            <p:spPr>
              <a:xfrm>
                <a:off x="9039787" y="4588231"/>
                <a:ext cx="28991" cy="171943"/>
              </a:xfrm>
            </p:spPr>
          </p:sp>
        </mc:Fallback>
      </mc:AlternateContent>
      <mc:AlternateContent xmlns:mc="http://schemas.openxmlformats.org/markup-compatibility/2006">
        <mc:Choice xmlns:p14="http://schemas.microsoft.com/office/powerpoint/2010/main" Requires="p14">
          <p:contentPart p14:bwMode="auto" r:id="rId190">
            <p14:nvContentPartPr>
              <p14:cNvPr id="1048945" name=""/>
              <p14:cNvContentPartPr/>
              <p14:nvPr/>
            </p14:nvContentPartPr>
            <p14:xfrm>
              <a:off x="5747981" y="3354970"/>
              <a:ext cx="188026" cy="21258"/>
            </p14:xfrm>
          </p:contentPart>
        </mc:Choice>
        <mc:Fallback>
          <p:sp>
            <p:nvSpPr>
              <p:cNvPr id="1048945" name=""/>
              <p:cNvSpPr/>
              <p:nvPr/>
            </p:nvSpPr>
            <p:spPr>
              <a:xfrm>
                <a:off x="5747981" y="3354970"/>
                <a:ext cx="188026" cy="21258"/>
              </a:xfrm>
            </p:spPr>
          </p:sp>
        </mc:Fallback>
      </mc:AlternateContent>
      <mc:AlternateContent xmlns:mc="http://schemas.openxmlformats.org/markup-compatibility/2006">
        <mc:Choice xmlns:p14="http://schemas.microsoft.com/office/powerpoint/2010/main" Requires="p14">
          <p:contentPart p14:bwMode="auto" r:id="rId191">
            <p14:nvContentPartPr>
              <p14:cNvPr id="1048946" name=""/>
              <p14:cNvContentPartPr/>
              <p14:nvPr/>
            </p14:nvContentPartPr>
            <p14:xfrm>
              <a:off x="3324971" y="4220928"/>
              <a:ext cx="359935" cy="26003"/>
            </p14:xfrm>
          </p:contentPart>
        </mc:Choice>
        <mc:Fallback>
          <p:sp>
            <p:nvSpPr>
              <p:cNvPr id="1048946" name=""/>
              <p:cNvSpPr/>
              <p:nvPr/>
            </p:nvSpPr>
            <p:spPr>
              <a:xfrm>
                <a:off x="3324971" y="4220928"/>
                <a:ext cx="359935" cy="26003"/>
              </a:xfrm>
            </p:spPr>
          </p:sp>
        </mc:Fallback>
      </mc:AlternateContent>
      <mc:AlternateContent xmlns:mc="http://schemas.openxmlformats.org/markup-compatibility/2006">
        <mc:Choice xmlns:p14="http://schemas.microsoft.com/office/powerpoint/2010/main" Requires="p14">
          <p:contentPart p14:bwMode="auto" r:id="rId192">
            <p14:nvContentPartPr>
              <p14:cNvPr id="1048947" name=""/>
              <p14:cNvContentPartPr/>
              <p14:nvPr/>
            </p14:nvContentPartPr>
            <p14:xfrm>
              <a:off x="3394577" y="3525064"/>
              <a:ext cx="4542738" cy="738107"/>
            </p14:xfrm>
          </p:contentPart>
        </mc:Choice>
        <mc:Fallback>
          <p:sp>
            <p:nvSpPr>
              <p:cNvPr id="1048947" name=""/>
              <p:cNvSpPr/>
              <p:nvPr/>
            </p:nvSpPr>
            <p:spPr>
              <a:xfrm>
                <a:off x="3394577" y="3525064"/>
                <a:ext cx="4542738" cy="738107"/>
              </a:xfrm>
            </p:spPr>
          </p:sp>
        </mc:Fallback>
      </mc:AlternateContent>
      <mc:AlternateContent xmlns:mc="http://schemas.openxmlformats.org/markup-compatibility/2006">
        <mc:Choice xmlns:p14="http://schemas.microsoft.com/office/powerpoint/2010/main" Requires="p14">
          <p:contentPart p14:bwMode="auto" r:id="rId193">
            <p14:nvContentPartPr>
              <p14:cNvPr id="1048948" name=""/>
              <p14:cNvContentPartPr/>
              <p14:nvPr/>
            </p14:nvContentPartPr>
            <p14:xfrm>
              <a:off x="3338718" y="4116605"/>
              <a:ext cx="6473618" cy="135186"/>
            </p14:xfrm>
          </p:contentPart>
        </mc:Choice>
        <mc:Fallback>
          <p:sp>
            <p:nvSpPr>
              <p:cNvPr id="1048948" name=""/>
              <p:cNvSpPr/>
              <p:nvPr/>
            </p:nvSpPr>
            <p:spPr>
              <a:xfrm>
                <a:off x="3338718" y="4116605"/>
                <a:ext cx="6473618" cy="135186"/>
              </a:xfrm>
            </p:spPr>
          </p:sp>
        </mc:Fallback>
      </mc:AlternateContent>
      <mc:AlternateContent xmlns:mc="http://schemas.openxmlformats.org/markup-compatibility/2006">
        <mc:Choice xmlns:p14="http://schemas.microsoft.com/office/powerpoint/2010/main" Requires="p14">
          <p:contentPart p14:bwMode="auto" r:id="rId194">
            <p14:nvContentPartPr>
              <p14:cNvPr id="1048949" name=""/>
              <p14:cNvContentPartPr/>
              <p14:nvPr/>
            </p14:nvContentPartPr>
            <p14:xfrm>
              <a:off x="3370264" y="4218358"/>
              <a:ext cx="31674" cy="1595"/>
            </p14:xfrm>
          </p:contentPart>
        </mc:Choice>
        <mc:Fallback>
          <p:sp>
            <p:nvSpPr>
              <p:cNvPr id="1048949" name=""/>
              <p:cNvSpPr/>
              <p:nvPr/>
            </p:nvSpPr>
            <p:spPr>
              <a:xfrm>
                <a:off x="3370264" y="4218358"/>
                <a:ext cx="31674" cy="1595"/>
              </a:xfrm>
            </p:spPr>
          </p:sp>
        </mc:Fallback>
      </mc:AlternateContent>
      <mc:AlternateContent xmlns:mc="http://schemas.openxmlformats.org/markup-compatibility/2006">
        <mc:Choice xmlns:p14="http://schemas.microsoft.com/office/powerpoint/2010/main" Requires="p14">
          <p:contentPart p14:bwMode="auto" r:id="rId195">
            <p14:nvContentPartPr>
              <p14:cNvPr id="1048950" name=""/>
              <p14:cNvContentPartPr/>
              <p14:nvPr/>
            </p14:nvContentPartPr>
            <p14:xfrm>
              <a:off x="0" y="0"/>
              <a:ext cx="0" cy="0"/>
            </p14:xfrm>
          </p:contentPart>
        </mc:Choice>
        <mc:Fallback>
          <p:sp>
            <p:nvSpPr>
              <p:cNvPr id="1048950"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96">
            <p14:nvContentPartPr>
              <p14:cNvPr id="1048951" name=""/>
              <p14:cNvContentPartPr/>
              <p14:nvPr/>
            </p14:nvContentPartPr>
            <p14:xfrm>
              <a:off x="3388948" y="3441748"/>
              <a:ext cx="5421735" cy="907540"/>
            </p14:xfrm>
          </p:contentPart>
        </mc:Choice>
        <mc:Fallback>
          <p:sp>
            <p:nvSpPr>
              <p:cNvPr id="1048951" name=""/>
              <p:cNvSpPr/>
              <p:nvPr/>
            </p:nvSpPr>
            <p:spPr>
              <a:xfrm>
                <a:off x="3388948" y="3441748"/>
                <a:ext cx="5421735" cy="907540"/>
              </a:xfrm>
            </p:spPr>
          </p:sp>
        </mc:Fallback>
      </mc:AlternateContent>
      <mc:AlternateContent xmlns:mc="http://schemas.openxmlformats.org/markup-compatibility/2006">
        <mc:Choice xmlns:p14="http://schemas.microsoft.com/office/powerpoint/2010/main" Requires="p14">
          <p:contentPart p14:bwMode="auto" r:id="rId197">
            <p14:nvContentPartPr>
              <p14:cNvPr id="1048952" name=""/>
              <p14:cNvContentPartPr/>
              <p14:nvPr/>
            </p14:nvContentPartPr>
            <p14:xfrm>
              <a:off x="3336553" y="3472886"/>
              <a:ext cx="6692144" cy="1465450"/>
            </p14:xfrm>
          </p:contentPart>
        </mc:Choice>
        <mc:Fallback>
          <p:sp>
            <p:nvSpPr>
              <p:cNvPr id="1048952" name=""/>
              <p:cNvSpPr/>
              <p:nvPr/>
            </p:nvSpPr>
            <p:spPr>
              <a:xfrm>
                <a:off x="3336553" y="3472886"/>
                <a:ext cx="6692144" cy="1465450"/>
              </a:xfrm>
            </p:spPr>
          </p:sp>
        </mc:Fallback>
      </mc:AlternateContent>
      <mc:AlternateContent xmlns:mc="http://schemas.openxmlformats.org/markup-compatibility/2006">
        <mc:Choice xmlns:p14="http://schemas.microsoft.com/office/powerpoint/2010/main" Requires="p14">
          <p:contentPart p14:bwMode="auto" r:id="rId198">
            <p14:nvContentPartPr>
              <p14:cNvPr id="1048953" name=""/>
              <p14:cNvContentPartPr/>
              <p14:nvPr/>
            </p14:nvContentPartPr>
            <p14:xfrm>
              <a:off x="4764629" y="3816765"/>
              <a:ext cx="1374305" cy="428763"/>
            </p14:xfrm>
          </p:contentPart>
        </mc:Choice>
        <mc:Fallback>
          <p:sp>
            <p:nvSpPr>
              <p:cNvPr id="1048953" name=""/>
              <p:cNvSpPr/>
              <p:nvPr/>
            </p:nvSpPr>
            <p:spPr>
              <a:xfrm>
                <a:off x="4764629" y="3816765"/>
                <a:ext cx="1374305" cy="428763"/>
              </a:xfrm>
            </p:spPr>
          </p:sp>
        </mc:Fallback>
      </mc:AlternateContent>
      <mc:AlternateContent xmlns:mc="http://schemas.openxmlformats.org/markup-compatibility/2006">
        <mc:Choice xmlns:p14="http://schemas.microsoft.com/office/powerpoint/2010/main" Requires="p14">
          <p:contentPart p14:bwMode="auto" r:id="rId199">
            <p14:nvContentPartPr>
              <p14:cNvPr id="1048954" name=""/>
              <p14:cNvContentPartPr/>
              <p14:nvPr/>
            </p14:nvContentPartPr>
            <p14:xfrm>
              <a:off x="5455976" y="3746941"/>
              <a:ext cx="197628" cy="284890"/>
            </p14:xfrm>
          </p:contentPart>
        </mc:Choice>
        <mc:Fallback>
          <p:sp>
            <p:nvSpPr>
              <p:cNvPr id="1048954" name=""/>
              <p:cNvSpPr/>
              <p:nvPr/>
            </p:nvSpPr>
            <p:spPr>
              <a:xfrm>
                <a:off x="5455976" y="3746941"/>
                <a:ext cx="197628" cy="284890"/>
              </a:xfrm>
            </p:spPr>
          </p:sp>
        </mc:Fallback>
      </mc:AlternateContent>
      <mc:AlternateContent xmlns:mc="http://schemas.openxmlformats.org/markup-compatibility/2006">
        <mc:Choice xmlns:p14="http://schemas.microsoft.com/office/powerpoint/2010/main" Requires="p14">
          <p:contentPart p14:bwMode="auto" r:id="rId200">
            <p14:nvContentPartPr>
              <p14:cNvPr id="1048955" name=""/>
              <p14:cNvContentPartPr/>
              <p14:nvPr/>
            </p14:nvContentPartPr>
            <p14:xfrm>
              <a:off x="5776581" y="4075029"/>
              <a:ext cx="248872" cy="245773"/>
            </p14:xfrm>
          </p:contentPart>
        </mc:Choice>
        <mc:Fallback>
          <p:sp>
            <p:nvSpPr>
              <p:cNvPr id="1048955" name=""/>
              <p:cNvSpPr/>
              <p:nvPr/>
            </p:nvSpPr>
            <p:spPr>
              <a:xfrm>
                <a:off x="5776581" y="4075029"/>
                <a:ext cx="248872" cy="245773"/>
              </a:xfrm>
            </p:spPr>
          </p:sp>
        </mc:Fallback>
      </mc:AlternateContent>
      <mc:AlternateContent xmlns:mc="http://schemas.openxmlformats.org/markup-compatibility/2006">
        <mc:Choice xmlns:p14="http://schemas.microsoft.com/office/powerpoint/2010/main" Requires="p14">
          <p:contentPart p14:bwMode="auto" r:id="rId201">
            <p14:nvContentPartPr>
              <p14:cNvPr id="1048956" name=""/>
              <p14:cNvContentPartPr/>
              <p14:nvPr/>
            </p14:nvContentPartPr>
            <p14:xfrm>
              <a:off x="0" y="0"/>
              <a:ext cx="0" cy="0"/>
            </p14:xfrm>
          </p:contentPart>
        </mc:Choice>
        <mc:Fallback>
          <p:sp>
            <p:nvSpPr>
              <p:cNvPr id="1048956"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202">
            <p14:nvContentPartPr>
              <p14:cNvPr id="1048957" name=""/>
              <p14:cNvContentPartPr/>
              <p14:nvPr/>
            </p14:nvContentPartPr>
            <p14:xfrm>
              <a:off x="5945704" y="4197545"/>
              <a:ext cx="362789" cy="601629"/>
            </p14:xfrm>
          </p:contentPart>
        </mc:Choice>
        <mc:Fallback>
          <p:sp>
            <p:nvSpPr>
              <p:cNvPr id="1048957" name=""/>
              <p:cNvSpPr/>
              <p:nvPr/>
            </p:nvSpPr>
            <p:spPr>
              <a:xfrm>
                <a:off x="5945704" y="4197545"/>
                <a:ext cx="362789" cy="601629"/>
              </a:xfrm>
            </p:spPr>
          </p:sp>
        </mc:Fallback>
      </mc:AlternateContent>
      <mc:AlternateContent xmlns:mc="http://schemas.openxmlformats.org/markup-compatibility/2006">
        <mc:Choice xmlns:p14="http://schemas.microsoft.com/office/powerpoint/2010/main" Requires="p14">
          <p:contentPart p14:bwMode="auto" r:id="rId203">
            <p14:nvContentPartPr>
              <p14:cNvPr id="1048958" name=""/>
              <p14:cNvContentPartPr/>
              <p14:nvPr/>
            </p14:nvContentPartPr>
            <p14:xfrm>
              <a:off x="0" y="0"/>
              <a:ext cx="0" cy="0"/>
            </p14:xfrm>
          </p:contentPart>
        </mc:Choice>
        <mc:Fallback>
          <p:sp>
            <p:nvSpPr>
              <p:cNvPr id="1048958"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204">
            <p14:nvContentPartPr>
              <p14:cNvPr id="1048959" name=""/>
              <p14:cNvContentPartPr/>
              <p14:nvPr/>
            </p14:nvContentPartPr>
            <p14:xfrm>
              <a:off x="3406162" y="4181497"/>
              <a:ext cx="4832853" cy="561969"/>
            </p14:xfrm>
          </p:contentPart>
        </mc:Choice>
        <mc:Fallback>
          <p:sp>
            <p:nvSpPr>
              <p:cNvPr id="1048959" name=""/>
              <p:cNvSpPr/>
              <p:nvPr/>
            </p:nvSpPr>
            <p:spPr>
              <a:xfrm>
                <a:off x="3406162" y="4181497"/>
                <a:ext cx="4832853" cy="561969"/>
              </a:xfrm>
            </p:spPr>
          </p:sp>
        </mc:Fallback>
      </mc:AlternateContent>
      <mc:AlternateContent xmlns:mc="http://schemas.openxmlformats.org/markup-compatibility/2006">
        <mc:Choice xmlns:p14="http://schemas.microsoft.com/office/powerpoint/2010/main" Requires="p14">
          <p:contentPart p14:bwMode="auto" r:id="rId205">
            <p14:nvContentPartPr>
              <p14:cNvPr id="1048960" name=""/>
              <p14:cNvContentPartPr/>
              <p14:nvPr/>
            </p14:nvContentPartPr>
            <p14:xfrm>
              <a:off x="3358204" y="4228110"/>
              <a:ext cx="5325589" cy="685240"/>
            </p14:xfrm>
          </p:contentPart>
        </mc:Choice>
        <mc:Fallback>
          <p:sp>
            <p:nvSpPr>
              <p:cNvPr id="1048960" name=""/>
              <p:cNvSpPr/>
              <p:nvPr/>
            </p:nvSpPr>
            <p:spPr>
              <a:xfrm>
                <a:off x="3358204" y="4228110"/>
                <a:ext cx="5325589" cy="685240"/>
              </a:xfrm>
            </p:spPr>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1048604" name="Title 1"/>
          <p:cNvSpPr>
            <a:spLocks noGrp="1"/>
          </p:cNvSpPr>
          <p:nvPr>
            <p:ph type="title"/>
          </p:nvPr>
        </p:nvSpPr>
        <p:spPr>
          <a:xfrm>
            <a:off x="365589" y="303481"/>
            <a:ext cx="10515600" cy="734210"/>
          </a:xfrm>
        </p:spPr>
        <p:txBody>
          <a:bodyPr/>
          <a:p>
            <a:r>
              <a:rPr b="1" dirty="0" lang="en-US"/>
              <a:t>Signal Flow Graph</a:t>
            </a:r>
            <a:endParaRPr dirty="0" lang="en-US"/>
          </a:p>
        </p:txBody>
      </p:sp>
      <p:sp>
        <p:nvSpPr>
          <p:cNvPr id="1048605" name="TextBox 3"/>
          <p:cNvSpPr txBox="1"/>
          <p:nvPr/>
        </p:nvSpPr>
        <p:spPr>
          <a:xfrm>
            <a:off x="572784" y="1214233"/>
            <a:ext cx="6097712" cy="369332"/>
          </a:xfrm>
          <a:prstGeom prst="rect"/>
          <a:noFill/>
        </p:spPr>
        <p:txBody>
          <a:bodyPr wrap="square">
            <a:spAutoFit/>
          </a:bodyPr>
          <a:p>
            <a:r>
              <a:rPr dirty="0" lang="en-US"/>
              <a:t>Construct SFG from block diagram</a:t>
            </a:r>
          </a:p>
        </p:txBody>
      </p:sp>
      <p:pic>
        <p:nvPicPr>
          <p:cNvPr id="2097155" name="Picture 2"/>
          <p:cNvPicPr>
            <a:picLocks noChangeAspect="1"/>
          </p:cNvPicPr>
          <p:nvPr/>
        </p:nvPicPr>
        <p:blipFill>
          <a:blip xmlns:r="http://schemas.openxmlformats.org/officeDocument/2006/relationships" r:embed="rId1"/>
          <a:stretch>
            <a:fillRect/>
          </a:stretch>
        </p:blipFill>
        <p:spPr>
          <a:xfrm>
            <a:off x="5493213" y="1214233"/>
            <a:ext cx="5884923" cy="2345926"/>
          </a:xfrm>
          <a:prstGeom prst="rect"/>
        </p:spPr>
      </p:pic>
      <p:pic>
        <p:nvPicPr>
          <p:cNvPr id="2097156" name="Picture 4"/>
          <p:cNvPicPr>
            <a:picLocks noChangeAspect="1"/>
          </p:cNvPicPr>
          <p:nvPr/>
        </p:nvPicPr>
        <p:blipFill>
          <a:blip xmlns:r="http://schemas.openxmlformats.org/officeDocument/2006/relationships" r:embed="rId2"/>
          <a:stretch>
            <a:fillRect/>
          </a:stretch>
        </p:blipFill>
        <p:spPr>
          <a:xfrm>
            <a:off x="676549" y="3560159"/>
            <a:ext cx="5993947" cy="3074124"/>
          </a:xfrm>
          <a:prstGeom prst="rect"/>
        </p:spPr>
      </p:pic>
      <mc:AlternateContent xmlns:mc="http://schemas.openxmlformats.org/markup-compatibility/2006">
        <mc:Choice xmlns:p14="http://schemas.microsoft.com/office/powerpoint/2010/main" Requires="p14">
          <p:contentPart p14:bwMode="auto" r:id="rId3">
            <p14:nvContentPartPr>
              <p14:cNvPr id="1048961" name=""/>
              <p14:cNvContentPartPr/>
              <p14:nvPr/>
            </p14:nvContentPartPr>
            <p14:xfrm>
              <a:off x="2646335" y="995859"/>
              <a:ext cx="1689578" cy="785764"/>
            </p14:xfrm>
          </p:contentPart>
        </mc:Choice>
        <mc:Fallback>
          <p:sp>
            <p:nvSpPr>
              <p:cNvPr id="1048961" name=""/>
              <p:cNvSpPr/>
              <p:nvPr/>
            </p:nvSpPr>
            <p:spPr>
              <a:xfrm>
                <a:off x="2646335" y="995859"/>
                <a:ext cx="1689578" cy="785764"/>
              </a:xfrm>
            </p:spPr>
          </p:sp>
        </mc:Fallback>
      </mc:AlternateContent>
      <mc:AlternateContent xmlns:mc="http://schemas.openxmlformats.org/markup-compatibility/2006">
        <mc:Choice xmlns:p14="http://schemas.microsoft.com/office/powerpoint/2010/main" Requires="p14">
          <p:contentPart p14:bwMode="auto" r:id="rId4">
            <p14:nvContentPartPr>
              <p14:cNvPr id="1048962" name=""/>
              <p14:cNvContentPartPr/>
              <p14:nvPr/>
            </p14:nvContentPartPr>
            <p14:xfrm>
              <a:off x="1483258" y="5201592"/>
              <a:ext cx="18943" cy="11983"/>
            </p14:xfrm>
          </p:contentPart>
        </mc:Choice>
        <mc:Fallback>
          <p:sp>
            <p:nvSpPr>
              <p:cNvPr id="1048962" name=""/>
              <p:cNvSpPr/>
              <p:nvPr/>
            </p:nvSpPr>
            <p:spPr>
              <a:xfrm>
                <a:off x="1483258" y="5201592"/>
                <a:ext cx="18943" cy="11983"/>
              </a:xfrm>
            </p:spPr>
          </p:sp>
        </mc:Fallback>
      </mc:AlternateContent>
      <mc:AlternateContent xmlns:mc="http://schemas.openxmlformats.org/markup-compatibility/2006">
        <mc:Choice xmlns:p14="http://schemas.microsoft.com/office/powerpoint/2010/main" Requires="p14">
          <p:contentPart p14:bwMode="auto" r:id="rId5">
            <p14:nvContentPartPr>
              <p14:cNvPr id="1048963" name=""/>
              <p14:cNvContentPartPr/>
              <p14:nvPr/>
            </p14:nvContentPartPr>
            <p14:xfrm>
              <a:off x="1524394" y="5385000"/>
              <a:ext cx="1850" cy="15220"/>
            </p14:xfrm>
          </p:contentPart>
        </mc:Choice>
        <mc:Fallback>
          <p:sp>
            <p:nvSpPr>
              <p:cNvPr id="1048963" name=""/>
              <p:cNvSpPr/>
              <p:nvPr/>
            </p:nvSpPr>
            <p:spPr>
              <a:xfrm>
                <a:off x="1524394" y="5385000"/>
                <a:ext cx="1850" cy="15220"/>
              </a:xfrm>
            </p:spPr>
          </p:sp>
        </mc:Fallback>
      </mc:AlternateContent>
      <mc:AlternateContent xmlns:mc="http://schemas.openxmlformats.org/markup-compatibility/2006">
        <mc:Choice xmlns:p14="http://schemas.microsoft.com/office/powerpoint/2010/main" Requires="p14">
          <p:contentPart p14:bwMode="auto" r:id="rId6">
            <p14:nvContentPartPr>
              <p14:cNvPr id="1048964" name=""/>
              <p14:cNvContentPartPr/>
              <p14:nvPr/>
            </p14:nvContentPartPr>
            <p14:xfrm>
              <a:off x="0" y="0"/>
              <a:ext cx="0" cy="0"/>
            </p14:xfrm>
          </p:contentPart>
        </mc:Choice>
        <mc:Fallback>
          <p:sp>
            <p:nvSpPr>
              <p:cNvPr id="1048964"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7">
            <p14:nvContentPartPr>
              <p14:cNvPr id="1048965" name=""/>
              <p14:cNvContentPartPr/>
              <p14:nvPr/>
            </p14:nvContentPartPr>
            <p14:xfrm>
              <a:off x="0" y="0"/>
              <a:ext cx="0" cy="0"/>
            </p14:xfrm>
          </p:contentPart>
        </mc:Choice>
        <mc:Fallback>
          <p:sp>
            <p:nvSpPr>
              <p:cNvPr id="1048965"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8">
            <p14:nvContentPartPr>
              <p14:cNvPr id="1048966" name=""/>
              <p14:cNvContentPartPr/>
              <p14:nvPr/>
            </p14:nvContentPartPr>
            <p14:xfrm>
              <a:off x="0" y="0"/>
              <a:ext cx="0" cy="0"/>
            </p14:xfrm>
          </p:contentPart>
        </mc:Choice>
        <mc:Fallback>
          <p:sp>
            <p:nvSpPr>
              <p:cNvPr id="1048966"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9">
            <p14:nvContentPartPr>
              <p14:cNvPr id="1048967" name=""/>
              <p14:cNvContentPartPr/>
              <p14:nvPr/>
            </p14:nvContentPartPr>
            <p14:xfrm>
              <a:off x="0" y="0"/>
              <a:ext cx="0" cy="0"/>
            </p14:xfrm>
          </p:contentPart>
        </mc:Choice>
        <mc:Fallback>
          <p:sp>
            <p:nvSpPr>
              <p:cNvPr id="1048967"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0">
            <p14:nvContentPartPr>
              <p14:cNvPr id="1048968" name=""/>
              <p14:cNvContentPartPr/>
              <p14:nvPr/>
            </p14:nvContentPartPr>
            <p14:xfrm>
              <a:off x="0" y="0"/>
              <a:ext cx="0" cy="0"/>
            </p14:xfrm>
          </p:contentPart>
        </mc:Choice>
        <mc:Fallback>
          <p:sp>
            <p:nvSpPr>
              <p:cNvPr id="1048968"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1">
            <p14:nvContentPartPr>
              <p14:cNvPr id="1048969" name=""/>
              <p14:cNvContentPartPr/>
              <p14:nvPr/>
            </p14:nvContentPartPr>
            <p14:xfrm>
              <a:off x="0" y="0"/>
              <a:ext cx="0" cy="0"/>
            </p14:xfrm>
          </p:contentPart>
        </mc:Choice>
        <mc:Fallback>
          <p:sp>
            <p:nvSpPr>
              <p:cNvPr id="1048969"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2">
            <p14:nvContentPartPr>
              <p14:cNvPr id="1048970" name=""/>
              <p14:cNvContentPartPr/>
              <p14:nvPr/>
            </p14:nvContentPartPr>
            <p14:xfrm>
              <a:off x="0" y="0"/>
              <a:ext cx="0" cy="0"/>
            </p14:xfrm>
          </p:contentPart>
        </mc:Choice>
        <mc:Fallback>
          <p:sp>
            <p:nvSpPr>
              <p:cNvPr id="1048970"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3">
            <p14:nvContentPartPr>
              <p14:cNvPr id="1048971" name=""/>
              <p14:cNvContentPartPr/>
              <p14:nvPr/>
            </p14:nvContentPartPr>
            <p14:xfrm>
              <a:off x="0" y="0"/>
              <a:ext cx="0" cy="0"/>
            </p14:xfrm>
          </p:contentPart>
        </mc:Choice>
        <mc:Fallback>
          <p:sp>
            <p:nvSpPr>
              <p:cNvPr id="1048971"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4">
            <p14:nvContentPartPr>
              <p14:cNvPr id="1048972" name=""/>
              <p14:cNvContentPartPr/>
              <p14:nvPr/>
            </p14:nvContentPartPr>
            <p14:xfrm>
              <a:off x="0" y="0"/>
              <a:ext cx="0" cy="0"/>
            </p14:xfrm>
          </p:contentPart>
        </mc:Choice>
        <mc:Fallback>
          <p:sp>
            <p:nvSpPr>
              <p:cNvPr id="1048972"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5">
            <p14:nvContentPartPr>
              <p14:cNvPr id="1048973" name=""/>
              <p14:cNvContentPartPr/>
              <p14:nvPr/>
            </p14:nvContentPartPr>
            <p14:xfrm>
              <a:off x="0" y="0"/>
              <a:ext cx="0" cy="0"/>
            </p14:xfrm>
          </p:contentPart>
        </mc:Choice>
        <mc:Fallback>
          <p:sp>
            <p:nvSpPr>
              <p:cNvPr id="1048973"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6">
            <p14:nvContentPartPr>
              <p14:cNvPr id="1048974" name=""/>
              <p14:cNvContentPartPr/>
              <p14:nvPr/>
            </p14:nvContentPartPr>
            <p14:xfrm>
              <a:off x="0" y="0"/>
              <a:ext cx="0" cy="0"/>
            </p14:xfrm>
          </p:contentPart>
        </mc:Choice>
        <mc:Fallback>
          <p:sp>
            <p:nvSpPr>
              <p:cNvPr id="1048974"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7">
            <p14:nvContentPartPr>
              <p14:cNvPr id="1048975" name=""/>
              <p14:cNvContentPartPr/>
              <p14:nvPr/>
            </p14:nvContentPartPr>
            <p14:xfrm>
              <a:off x="6287103" y="2351339"/>
              <a:ext cx="12990" cy="20703"/>
            </p14:xfrm>
          </p:contentPart>
        </mc:Choice>
        <mc:Fallback>
          <p:sp>
            <p:nvSpPr>
              <p:cNvPr id="1048975" name=""/>
              <p:cNvSpPr/>
              <p:nvPr/>
            </p:nvSpPr>
            <p:spPr>
              <a:xfrm>
                <a:off x="6287103" y="2351339"/>
                <a:ext cx="12990" cy="20703"/>
              </a:xfrm>
            </p:spPr>
          </p:sp>
        </mc:Fallback>
      </mc:AlternateContent>
      <mc:AlternateContent xmlns:mc="http://schemas.openxmlformats.org/markup-compatibility/2006">
        <mc:Choice xmlns:p14="http://schemas.microsoft.com/office/powerpoint/2010/main" Requires="p14">
          <p:contentPart p14:bwMode="auto" r:id="rId18">
            <p14:nvContentPartPr>
              <p14:cNvPr id="1048976" name=""/>
              <p14:cNvContentPartPr/>
              <p14:nvPr/>
            </p14:nvContentPartPr>
            <p14:xfrm>
              <a:off x="8061598" y="2203538"/>
              <a:ext cx="65531" cy="90576"/>
            </p14:xfrm>
          </p:contentPart>
        </mc:Choice>
        <mc:Fallback>
          <p:sp>
            <p:nvSpPr>
              <p:cNvPr id="1048976" name=""/>
              <p:cNvSpPr/>
              <p:nvPr/>
            </p:nvSpPr>
            <p:spPr>
              <a:xfrm>
                <a:off x="8061598" y="2203538"/>
                <a:ext cx="65531" cy="90576"/>
              </a:xfrm>
            </p:spPr>
          </p:sp>
        </mc:Fallback>
      </mc:AlternateContent>
      <mc:AlternateContent xmlns:mc="http://schemas.openxmlformats.org/markup-compatibility/2006">
        <mc:Choice xmlns:p14="http://schemas.microsoft.com/office/powerpoint/2010/main" Requires="p14">
          <p:contentPart p14:bwMode="auto" r:id="rId19">
            <p14:nvContentPartPr>
              <p14:cNvPr id="1048977" name=""/>
              <p14:cNvContentPartPr/>
              <p14:nvPr/>
            </p14:nvContentPartPr>
            <p14:xfrm>
              <a:off x="9570227" y="2115150"/>
              <a:ext cx="99059" cy="89991"/>
            </p14:xfrm>
          </p:contentPart>
        </mc:Choice>
        <mc:Fallback>
          <p:sp>
            <p:nvSpPr>
              <p:cNvPr id="1048977" name=""/>
              <p:cNvSpPr/>
              <p:nvPr/>
            </p:nvSpPr>
            <p:spPr>
              <a:xfrm>
                <a:off x="9570227" y="2115150"/>
                <a:ext cx="99059" cy="89991"/>
              </a:xfrm>
            </p:spPr>
          </p:sp>
        </mc:Fallback>
      </mc:AlternateContent>
      <mc:AlternateContent xmlns:mc="http://schemas.openxmlformats.org/markup-compatibility/2006">
        <mc:Choice xmlns:p14="http://schemas.microsoft.com/office/powerpoint/2010/main" Requires="p14">
          <p:contentPart p14:bwMode="auto" r:id="rId20">
            <p14:nvContentPartPr>
              <p14:cNvPr id="1048978" name=""/>
              <p14:cNvContentPartPr/>
              <p14:nvPr/>
            </p14:nvContentPartPr>
            <p14:xfrm>
              <a:off x="10557477" y="2073084"/>
              <a:ext cx="93966" cy="89922"/>
            </p14:xfrm>
          </p:contentPart>
        </mc:Choice>
        <mc:Fallback>
          <p:sp>
            <p:nvSpPr>
              <p:cNvPr id="1048978" name=""/>
              <p:cNvSpPr/>
              <p:nvPr/>
            </p:nvSpPr>
            <p:spPr>
              <a:xfrm>
                <a:off x="10557477" y="2073084"/>
                <a:ext cx="93966" cy="89922"/>
              </a:xfrm>
            </p:spPr>
          </p:sp>
        </mc:Fallback>
      </mc:AlternateContent>
      <mc:AlternateContent xmlns:mc="http://schemas.openxmlformats.org/markup-compatibility/2006">
        <mc:Choice xmlns:p14="http://schemas.microsoft.com/office/powerpoint/2010/main" Requires="p14">
          <p:contentPart p14:bwMode="auto" r:id="rId21">
            <p14:nvContentPartPr>
              <p14:cNvPr id="1048979" name=""/>
              <p14:cNvContentPartPr/>
              <p14:nvPr/>
            </p14:nvContentPartPr>
            <p14:xfrm>
              <a:off x="6734848" y="2282165"/>
              <a:ext cx="21641" cy="37037"/>
            </p14:xfrm>
          </p:contentPart>
        </mc:Choice>
        <mc:Fallback>
          <p:sp>
            <p:nvSpPr>
              <p:cNvPr id="1048979" name=""/>
              <p:cNvSpPr/>
              <p:nvPr/>
            </p:nvSpPr>
            <p:spPr>
              <a:xfrm>
                <a:off x="6734848" y="2282165"/>
                <a:ext cx="21641" cy="37037"/>
              </a:xfrm>
            </p:spPr>
          </p:sp>
        </mc:Fallback>
      </mc:AlternateContent>
      <mc:AlternateContent xmlns:mc="http://schemas.openxmlformats.org/markup-compatibility/2006">
        <mc:Choice xmlns:p14="http://schemas.microsoft.com/office/powerpoint/2010/main" Requires="p14">
          <p:contentPart p14:bwMode="auto" r:id="rId22">
            <p14:nvContentPartPr>
              <p14:cNvPr id="1048980" name=""/>
              <p14:cNvContentPartPr/>
              <p14:nvPr/>
            </p14:nvContentPartPr>
            <p14:xfrm>
              <a:off x="0" y="0"/>
              <a:ext cx="0" cy="0"/>
            </p14:xfrm>
          </p:contentPart>
        </mc:Choice>
        <mc:Fallback>
          <p:sp>
            <p:nvSpPr>
              <p:cNvPr id="1048980"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23">
            <p14:nvContentPartPr>
              <p14:cNvPr id="1048981" name=""/>
              <p14:cNvContentPartPr/>
              <p14:nvPr/>
            </p14:nvContentPartPr>
            <p14:xfrm>
              <a:off x="0" y="0"/>
              <a:ext cx="0" cy="0"/>
            </p14:xfrm>
          </p:contentPart>
        </mc:Choice>
        <mc:Fallback>
          <p:sp>
            <p:nvSpPr>
              <p:cNvPr id="1048981"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24">
            <p14:nvContentPartPr>
              <p14:cNvPr id="1048982" name=""/>
              <p14:cNvContentPartPr/>
              <p14:nvPr/>
            </p14:nvContentPartPr>
            <p14:xfrm>
              <a:off x="0" y="0"/>
              <a:ext cx="0" cy="0"/>
            </p14:xfrm>
          </p:contentPart>
        </mc:Choice>
        <mc:Fallback>
          <p:sp>
            <p:nvSpPr>
              <p:cNvPr id="1048982"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25">
            <p14:nvContentPartPr>
              <p14:cNvPr id="1048983" name=""/>
              <p14:cNvContentPartPr/>
              <p14:nvPr/>
            </p14:nvContentPartPr>
            <p14:xfrm>
              <a:off x="0" y="0"/>
              <a:ext cx="0" cy="0"/>
            </p14:xfrm>
          </p:contentPart>
        </mc:Choice>
        <mc:Fallback>
          <p:sp>
            <p:nvSpPr>
              <p:cNvPr id="1048983"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26">
            <p14:nvContentPartPr>
              <p14:cNvPr id="1048984" name=""/>
              <p14:cNvContentPartPr/>
              <p14:nvPr/>
            </p14:nvContentPartPr>
            <p14:xfrm>
              <a:off x="1637594" y="5020689"/>
              <a:ext cx="100866" cy="111777"/>
            </p14:xfrm>
          </p:contentPart>
        </mc:Choice>
        <mc:Fallback>
          <p:sp>
            <p:nvSpPr>
              <p:cNvPr id="1048984" name=""/>
              <p:cNvSpPr/>
              <p:nvPr/>
            </p:nvSpPr>
            <p:spPr>
              <a:xfrm>
                <a:off x="1637594" y="5020689"/>
                <a:ext cx="100866" cy="111777"/>
              </a:xfrm>
            </p:spPr>
          </p:sp>
        </mc:Fallback>
      </mc:AlternateContent>
      <mc:AlternateContent xmlns:mc="http://schemas.openxmlformats.org/markup-compatibility/2006">
        <mc:Choice xmlns:p14="http://schemas.microsoft.com/office/powerpoint/2010/main" Requires="p14">
          <p:contentPart p14:bwMode="auto" r:id="rId27">
            <p14:nvContentPartPr>
              <p14:cNvPr id="1048985" name=""/>
              <p14:cNvContentPartPr/>
              <p14:nvPr/>
            </p14:nvContentPartPr>
            <p14:xfrm>
              <a:off x="2887721" y="5023090"/>
              <a:ext cx="121451" cy="119013"/>
            </p14:xfrm>
          </p:contentPart>
        </mc:Choice>
        <mc:Fallback>
          <p:sp>
            <p:nvSpPr>
              <p:cNvPr id="1048985" name=""/>
              <p:cNvSpPr/>
              <p:nvPr/>
            </p:nvSpPr>
            <p:spPr>
              <a:xfrm>
                <a:off x="2887721" y="5023090"/>
                <a:ext cx="121451" cy="119013"/>
              </a:xfrm>
            </p:spPr>
          </p:sp>
        </mc:Fallback>
      </mc:AlternateContent>
      <mc:AlternateContent xmlns:mc="http://schemas.openxmlformats.org/markup-compatibility/2006">
        <mc:Choice xmlns:p14="http://schemas.microsoft.com/office/powerpoint/2010/main" Requires="p14">
          <p:contentPart p14:bwMode="auto" r:id="rId28">
            <p14:nvContentPartPr>
              <p14:cNvPr id="1048986" name=""/>
              <p14:cNvContentPartPr/>
              <p14:nvPr/>
            </p14:nvContentPartPr>
            <p14:xfrm>
              <a:off x="4184431" y="5012460"/>
              <a:ext cx="98243" cy="103153"/>
            </p14:xfrm>
          </p:contentPart>
        </mc:Choice>
        <mc:Fallback>
          <p:sp>
            <p:nvSpPr>
              <p:cNvPr id="1048986" name=""/>
              <p:cNvSpPr/>
              <p:nvPr/>
            </p:nvSpPr>
            <p:spPr>
              <a:xfrm>
                <a:off x="4184431" y="5012460"/>
                <a:ext cx="98243" cy="103153"/>
              </a:xfrm>
            </p:spPr>
          </p:sp>
        </mc:Fallback>
      </mc:AlternateContent>
      <mc:AlternateContent xmlns:mc="http://schemas.openxmlformats.org/markup-compatibility/2006">
        <mc:Choice xmlns:p14="http://schemas.microsoft.com/office/powerpoint/2010/main" Requires="p14">
          <p:contentPart p14:bwMode="auto" r:id="rId29">
            <p14:nvContentPartPr>
              <p14:cNvPr id="1048987" name=""/>
              <p14:cNvContentPartPr/>
              <p14:nvPr/>
            </p14:nvContentPartPr>
            <p14:xfrm>
              <a:off x="5527421" y="5008534"/>
              <a:ext cx="143703" cy="101636"/>
            </p14:xfrm>
          </p:contentPart>
        </mc:Choice>
        <mc:Fallback>
          <p:sp>
            <p:nvSpPr>
              <p:cNvPr id="1048987" name=""/>
              <p:cNvSpPr/>
              <p:nvPr/>
            </p:nvSpPr>
            <p:spPr>
              <a:xfrm>
                <a:off x="5527421" y="5008534"/>
                <a:ext cx="143703" cy="101636"/>
              </a:xfrm>
            </p:spPr>
          </p:sp>
        </mc:Fallback>
      </mc:AlternateContent>
      <mc:AlternateContent xmlns:mc="http://schemas.openxmlformats.org/markup-compatibility/2006">
        <mc:Choice xmlns:p14="http://schemas.microsoft.com/office/powerpoint/2010/main" Requires="p14">
          <p:contentPart p14:bwMode="auto" r:id="rId30">
            <p14:nvContentPartPr>
              <p14:cNvPr id="1048988" name=""/>
              <p14:cNvContentPartPr/>
              <p14:nvPr/>
            </p14:nvContentPartPr>
            <p14:xfrm>
              <a:off x="1045915" y="5062824"/>
              <a:ext cx="593630" cy="9455"/>
            </p14:xfrm>
          </p:contentPart>
        </mc:Choice>
        <mc:Fallback>
          <p:sp>
            <p:nvSpPr>
              <p:cNvPr id="1048988" name=""/>
              <p:cNvSpPr/>
              <p:nvPr/>
            </p:nvSpPr>
            <p:spPr>
              <a:xfrm>
                <a:off x="1045915" y="5062824"/>
                <a:ext cx="593630" cy="9455"/>
              </a:xfrm>
            </p:spPr>
          </p:sp>
        </mc:Fallback>
      </mc:AlternateContent>
      <mc:AlternateContent xmlns:mc="http://schemas.openxmlformats.org/markup-compatibility/2006">
        <mc:Choice xmlns:p14="http://schemas.microsoft.com/office/powerpoint/2010/main" Requires="p14">
          <p:contentPart p14:bwMode="auto" r:id="rId31">
            <p14:nvContentPartPr>
              <p14:cNvPr id="1048989" name=""/>
              <p14:cNvContentPartPr/>
              <p14:nvPr/>
            </p14:nvContentPartPr>
            <p14:xfrm>
              <a:off x="1530889" y="4930499"/>
              <a:ext cx="90685" cy="191539"/>
            </p14:xfrm>
          </p:contentPart>
        </mc:Choice>
        <mc:Fallback>
          <p:sp>
            <p:nvSpPr>
              <p:cNvPr id="1048989" name=""/>
              <p:cNvSpPr/>
              <p:nvPr/>
            </p:nvSpPr>
            <p:spPr>
              <a:xfrm>
                <a:off x="1530889" y="4930499"/>
                <a:ext cx="90685" cy="191539"/>
              </a:xfrm>
            </p:spPr>
          </p:sp>
        </mc:Fallback>
      </mc:AlternateContent>
      <mc:AlternateContent xmlns:mc="http://schemas.openxmlformats.org/markup-compatibility/2006">
        <mc:Choice xmlns:p14="http://schemas.microsoft.com/office/powerpoint/2010/main" Requires="p14">
          <p:contentPart p14:bwMode="auto" r:id="rId32">
            <p14:nvContentPartPr>
              <p14:cNvPr id="1048990" name=""/>
              <p14:cNvContentPartPr/>
              <p14:nvPr/>
            </p14:nvContentPartPr>
            <p14:xfrm>
              <a:off x="5699937" y="2425831"/>
              <a:ext cx="82956" cy="138735"/>
            </p14:xfrm>
          </p:contentPart>
        </mc:Choice>
        <mc:Fallback>
          <p:sp>
            <p:nvSpPr>
              <p:cNvPr id="1048990" name=""/>
              <p:cNvSpPr/>
              <p:nvPr/>
            </p:nvSpPr>
            <p:spPr>
              <a:xfrm>
                <a:off x="5699937" y="2425831"/>
                <a:ext cx="82956" cy="138735"/>
              </a:xfrm>
            </p:spPr>
          </p:sp>
        </mc:Fallback>
      </mc:AlternateContent>
      <mc:AlternateContent xmlns:mc="http://schemas.openxmlformats.org/markup-compatibility/2006">
        <mc:Choice xmlns:p14="http://schemas.microsoft.com/office/powerpoint/2010/main" Requires="p14">
          <p:contentPart p14:bwMode="auto" r:id="rId33">
            <p14:nvContentPartPr>
              <p14:cNvPr id="1048991" name=""/>
              <p14:cNvContentPartPr/>
              <p14:nvPr/>
            </p14:nvContentPartPr>
            <p14:xfrm>
              <a:off x="5674823" y="2557830"/>
              <a:ext cx="206329" cy="23926"/>
            </p14:xfrm>
          </p:contentPart>
        </mc:Choice>
        <mc:Fallback>
          <p:sp>
            <p:nvSpPr>
              <p:cNvPr id="1048991" name=""/>
              <p:cNvSpPr/>
              <p:nvPr/>
            </p:nvSpPr>
            <p:spPr>
              <a:xfrm>
                <a:off x="5674823" y="2557830"/>
                <a:ext cx="206329" cy="23926"/>
              </a:xfrm>
            </p:spPr>
          </p:sp>
        </mc:Fallback>
      </mc:AlternateContent>
      <mc:AlternateContent xmlns:mc="http://schemas.openxmlformats.org/markup-compatibility/2006">
        <mc:Choice xmlns:p14="http://schemas.microsoft.com/office/powerpoint/2010/main" Requires="p14">
          <p:contentPart p14:bwMode="auto" r:id="rId34">
            <p14:nvContentPartPr>
              <p14:cNvPr id="1048992" name=""/>
              <p14:cNvContentPartPr/>
              <p14:nvPr/>
            </p14:nvContentPartPr>
            <p14:xfrm>
              <a:off x="1470183" y="5110307"/>
              <a:ext cx="204899" cy="320507"/>
            </p14:xfrm>
          </p:contentPart>
        </mc:Choice>
        <mc:Fallback>
          <p:sp>
            <p:nvSpPr>
              <p:cNvPr id="1048992" name=""/>
              <p:cNvSpPr/>
              <p:nvPr/>
            </p:nvSpPr>
            <p:spPr>
              <a:xfrm>
                <a:off x="1470183" y="5110307"/>
                <a:ext cx="204899" cy="320507"/>
              </a:xfrm>
            </p:spPr>
          </p:sp>
        </mc:Fallback>
      </mc:AlternateContent>
      <mc:AlternateContent xmlns:mc="http://schemas.openxmlformats.org/markup-compatibility/2006">
        <mc:Choice xmlns:p14="http://schemas.microsoft.com/office/powerpoint/2010/main" Requires="p14">
          <p:contentPart p14:bwMode="auto" r:id="rId35">
            <p14:nvContentPartPr>
              <p14:cNvPr id="1048993" name=""/>
              <p14:cNvContentPartPr/>
              <p14:nvPr/>
            </p14:nvContentPartPr>
            <p14:xfrm>
              <a:off x="2036950" y="4699743"/>
              <a:ext cx="402967" cy="311584"/>
            </p14:xfrm>
          </p:contentPart>
        </mc:Choice>
        <mc:Fallback>
          <p:sp>
            <p:nvSpPr>
              <p:cNvPr id="1048993" name=""/>
              <p:cNvSpPr/>
              <p:nvPr/>
            </p:nvSpPr>
            <p:spPr>
              <a:xfrm>
                <a:off x="2036950" y="4699743"/>
                <a:ext cx="402967" cy="311584"/>
              </a:xfrm>
            </p:spPr>
          </p:sp>
        </mc:Fallback>
      </mc:AlternateContent>
      <mc:AlternateContent xmlns:mc="http://schemas.openxmlformats.org/markup-compatibility/2006">
        <mc:Choice xmlns:p14="http://schemas.microsoft.com/office/powerpoint/2010/main" Requires="p14">
          <p:contentPart p14:bwMode="auto" r:id="rId36">
            <p14:nvContentPartPr>
              <p14:cNvPr id="1048994" name=""/>
              <p14:cNvContentPartPr/>
              <p14:nvPr/>
            </p14:nvContentPartPr>
            <p14:xfrm>
              <a:off x="3328639" y="4715184"/>
              <a:ext cx="370943" cy="362022"/>
            </p14:xfrm>
          </p:contentPart>
        </mc:Choice>
        <mc:Fallback>
          <p:sp>
            <p:nvSpPr>
              <p:cNvPr id="1048994" name=""/>
              <p:cNvSpPr/>
              <p:nvPr/>
            </p:nvSpPr>
            <p:spPr>
              <a:xfrm>
                <a:off x="3328639" y="4715184"/>
                <a:ext cx="370943" cy="362022"/>
              </a:xfrm>
            </p:spPr>
          </p:sp>
        </mc:Fallback>
      </mc:AlternateContent>
      <mc:AlternateContent xmlns:mc="http://schemas.openxmlformats.org/markup-compatibility/2006">
        <mc:Choice xmlns:p14="http://schemas.microsoft.com/office/powerpoint/2010/main" Requires="p14">
          <p:contentPart p14:bwMode="auto" r:id="rId37">
            <p14:nvContentPartPr>
              <p14:cNvPr id="1048995" name=""/>
              <p14:cNvContentPartPr/>
              <p14:nvPr/>
            </p14:nvContentPartPr>
            <p14:xfrm>
              <a:off x="0" y="0"/>
              <a:ext cx="0" cy="0"/>
            </p14:xfrm>
          </p:contentPart>
        </mc:Choice>
        <mc:Fallback>
          <p:sp>
            <p:nvSpPr>
              <p:cNvPr id="1048995"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38">
            <p14:nvContentPartPr>
              <p14:cNvPr id="1048996" name=""/>
              <p14:cNvContentPartPr/>
              <p14:nvPr/>
            </p14:nvContentPartPr>
            <p14:xfrm>
              <a:off x="4754321" y="5104490"/>
              <a:ext cx="283794" cy="336663"/>
            </p14:xfrm>
          </p:contentPart>
        </mc:Choice>
        <mc:Fallback>
          <p:sp>
            <p:nvSpPr>
              <p:cNvPr id="1048996" name=""/>
              <p:cNvSpPr/>
              <p:nvPr/>
            </p:nvSpPr>
            <p:spPr>
              <a:xfrm>
                <a:off x="4754321" y="5104490"/>
                <a:ext cx="283794" cy="336663"/>
              </a:xfrm>
            </p:spPr>
          </p:sp>
        </mc:Fallback>
      </mc:AlternateContent>
      <mc:AlternateContent xmlns:mc="http://schemas.openxmlformats.org/markup-compatibility/2006">
        <mc:Choice xmlns:p14="http://schemas.microsoft.com/office/powerpoint/2010/main" Requires="p14">
          <p:contentPart p14:bwMode="auto" r:id="rId39">
            <p14:nvContentPartPr>
              <p14:cNvPr id="1048997" name=""/>
              <p14:cNvContentPartPr/>
              <p14:nvPr/>
            </p14:nvContentPartPr>
            <p14:xfrm>
              <a:off x="0" y="0"/>
              <a:ext cx="0" cy="0"/>
            </p14:xfrm>
          </p:contentPart>
        </mc:Choice>
        <mc:Fallback>
          <p:sp>
            <p:nvSpPr>
              <p:cNvPr id="1048997"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40">
            <p14:nvContentPartPr>
              <p14:cNvPr id="1048998" name=""/>
              <p14:cNvContentPartPr/>
              <p14:nvPr/>
            </p14:nvContentPartPr>
            <p14:xfrm>
              <a:off x="0" y="0"/>
              <a:ext cx="0" cy="0"/>
            </p14:xfrm>
          </p:contentPart>
        </mc:Choice>
        <mc:Fallback>
          <p:sp>
            <p:nvSpPr>
              <p:cNvPr id="1048998"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41">
            <p14:nvContentPartPr>
              <p14:cNvPr id="1048999" name=""/>
              <p14:cNvContentPartPr/>
              <p14:nvPr/>
            </p14:nvContentPartPr>
            <p14:xfrm>
              <a:off x="0" y="0"/>
              <a:ext cx="0" cy="0"/>
            </p14:xfrm>
          </p:contentPart>
        </mc:Choice>
        <mc:Fallback>
          <p:sp>
            <p:nvSpPr>
              <p:cNvPr id="1048999"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42">
            <p14:nvContentPartPr>
              <p14:cNvPr id="1049000" name=""/>
              <p14:cNvContentPartPr/>
              <p14:nvPr/>
            </p14:nvContentPartPr>
            <p14:xfrm>
              <a:off x="0" y="0"/>
              <a:ext cx="0" cy="0"/>
            </p14:xfrm>
          </p:contentPart>
        </mc:Choice>
        <mc:Fallback>
          <p:sp>
            <p:nvSpPr>
              <p:cNvPr id="1049000"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43">
            <p14:nvContentPartPr>
              <p14:cNvPr id="1049001" name=""/>
              <p14:cNvContentPartPr/>
              <p14:nvPr/>
            </p14:nvContentPartPr>
            <p14:xfrm>
              <a:off x="0" y="0"/>
              <a:ext cx="0" cy="0"/>
            </p14:xfrm>
          </p:contentPart>
        </mc:Choice>
        <mc:Fallback>
          <p:sp>
            <p:nvSpPr>
              <p:cNvPr id="1049001"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44">
            <p14:nvContentPartPr>
              <p14:cNvPr id="1049002" name=""/>
              <p14:cNvContentPartPr/>
              <p14:nvPr/>
            </p14:nvContentPartPr>
            <p14:xfrm>
              <a:off x="0" y="0"/>
              <a:ext cx="0" cy="0"/>
            </p14:xfrm>
          </p:contentPart>
        </mc:Choice>
        <mc:Fallback>
          <p:sp>
            <p:nvSpPr>
              <p:cNvPr id="1049002"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45">
            <p14:nvContentPartPr>
              <p14:cNvPr id="1049003" name=""/>
              <p14:cNvContentPartPr/>
              <p14:nvPr/>
            </p14:nvContentPartPr>
            <p14:xfrm>
              <a:off x="0" y="0"/>
              <a:ext cx="0" cy="0"/>
            </p14:xfrm>
          </p:contentPart>
        </mc:Choice>
        <mc:Fallback>
          <p:sp>
            <p:nvSpPr>
              <p:cNvPr id="1049003"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46">
            <p14:nvContentPartPr>
              <p14:cNvPr id="1049004" name=""/>
              <p14:cNvContentPartPr/>
              <p14:nvPr/>
            </p14:nvContentPartPr>
            <p14:xfrm>
              <a:off x="0" y="0"/>
              <a:ext cx="0" cy="0"/>
            </p14:xfrm>
          </p:contentPart>
        </mc:Choice>
        <mc:Fallback>
          <p:sp>
            <p:nvSpPr>
              <p:cNvPr id="1049004"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47">
            <p14:nvContentPartPr>
              <p14:cNvPr id="1049005" name=""/>
              <p14:cNvContentPartPr/>
              <p14:nvPr/>
            </p14:nvContentPartPr>
            <p14:xfrm>
              <a:off x="0" y="0"/>
              <a:ext cx="0" cy="0"/>
            </p14:xfrm>
          </p:contentPart>
        </mc:Choice>
        <mc:Fallback>
          <p:sp>
            <p:nvSpPr>
              <p:cNvPr id="1049005"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48">
            <p14:nvContentPartPr>
              <p14:cNvPr id="1049006" name=""/>
              <p14:cNvContentPartPr/>
              <p14:nvPr/>
            </p14:nvContentPartPr>
            <p14:xfrm>
              <a:off x="0" y="0"/>
              <a:ext cx="0" cy="0"/>
            </p14:xfrm>
          </p:contentPart>
        </mc:Choice>
        <mc:Fallback>
          <p:sp>
            <p:nvSpPr>
              <p:cNvPr id="1049006"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49">
            <p14:nvContentPartPr>
              <p14:cNvPr id="1049007" name=""/>
              <p14:cNvContentPartPr/>
              <p14:nvPr/>
            </p14:nvContentPartPr>
            <p14:xfrm>
              <a:off x="3568345" y="3841498"/>
              <a:ext cx="158785" cy="110520"/>
            </p14:xfrm>
          </p:contentPart>
        </mc:Choice>
        <mc:Fallback>
          <p:sp>
            <p:nvSpPr>
              <p:cNvPr id="1049007" name=""/>
              <p:cNvSpPr/>
              <p:nvPr/>
            </p:nvSpPr>
            <p:spPr>
              <a:xfrm>
                <a:off x="3568345" y="3841498"/>
                <a:ext cx="158785" cy="110520"/>
              </a:xfrm>
            </p:spPr>
          </p:sp>
        </mc:Fallback>
      </mc:AlternateContent>
      <mc:AlternateContent xmlns:mc="http://schemas.openxmlformats.org/markup-compatibility/2006">
        <mc:Choice xmlns:p14="http://schemas.microsoft.com/office/powerpoint/2010/main" Requires="p14">
          <p:contentPart p14:bwMode="auto" r:id="rId50">
            <p14:nvContentPartPr>
              <p14:cNvPr id="1049008" name=""/>
              <p14:cNvContentPartPr/>
              <p14:nvPr/>
            </p14:nvContentPartPr>
            <p14:xfrm>
              <a:off x="3673437" y="3819091"/>
              <a:ext cx="13441" cy="233363"/>
            </p14:xfrm>
          </p:contentPart>
        </mc:Choice>
        <mc:Fallback>
          <p:sp>
            <p:nvSpPr>
              <p:cNvPr id="1049008" name=""/>
              <p:cNvSpPr/>
              <p:nvPr/>
            </p:nvSpPr>
            <p:spPr>
              <a:xfrm>
                <a:off x="3673437" y="3819091"/>
                <a:ext cx="13441" cy="233363"/>
              </a:xfrm>
            </p:spPr>
          </p:sp>
        </mc:Fallback>
      </mc:AlternateContent>
      <mc:AlternateContent xmlns:mc="http://schemas.openxmlformats.org/markup-compatibility/2006">
        <mc:Choice xmlns:p14="http://schemas.microsoft.com/office/powerpoint/2010/main" Requires="p14">
          <p:contentPart p14:bwMode="auto" r:id="rId51">
            <p14:nvContentPartPr>
              <p14:cNvPr id="1049009" name=""/>
              <p14:cNvContentPartPr/>
              <p14:nvPr/>
            </p14:nvContentPartPr>
            <p14:xfrm>
              <a:off x="3343975" y="3633655"/>
              <a:ext cx="695031" cy="789298"/>
            </p14:xfrm>
          </p:contentPart>
        </mc:Choice>
        <mc:Fallback>
          <p:sp>
            <p:nvSpPr>
              <p:cNvPr id="1049009" name=""/>
              <p:cNvSpPr/>
              <p:nvPr/>
            </p:nvSpPr>
            <p:spPr>
              <a:xfrm>
                <a:off x="3343975" y="3633655"/>
                <a:ext cx="695031" cy="789298"/>
              </a:xfrm>
            </p:spPr>
          </p:sp>
        </mc:Fallback>
      </mc:AlternateContent>
      <mc:AlternateContent xmlns:mc="http://schemas.openxmlformats.org/markup-compatibility/2006">
        <mc:Choice xmlns:p14="http://schemas.microsoft.com/office/powerpoint/2010/main" Requires="p14">
          <p:contentPart p14:bwMode="auto" r:id="rId52">
            <p14:nvContentPartPr>
              <p14:cNvPr id="1049010" name=""/>
              <p14:cNvContentPartPr/>
              <p14:nvPr/>
            </p14:nvContentPartPr>
            <p14:xfrm>
              <a:off x="3221173" y="6014430"/>
              <a:ext cx="621827" cy="592664"/>
            </p14:xfrm>
          </p:contentPart>
        </mc:Choice>
        <mc:Fallback>
          <p:sp>
            <p:nvSpPr>
              <p:cNvPr id="1049010" name=""/>
              <p:cNvSpPr/>
              <p:nvPr/>
            </p:nvSpPr>
            <p:spPr>
              <a:xfrm>
                <a:off x="3221173" y="6014430"/>
                <a:ext cx="621827" cy="592664"/>
              </a:xfrm>
            </p:spPr>
          </p:sp>
        </mc:Fallback>
      </mc:AlternateContent>
      <mc:AlternateContent xmlns:mc="http://schemas.openxmlformats.org/markup-compatibility/2006">
        <mc:Choice xmlns:p14="http://schemas.microsoft.com/office/powerpoint/2010/main" Requires="p14">
          <p:contentPart p14:bwMode="auto" r:id="rId53">
            <p14:nvContentPartPr>
              <p14:cNvPr id="1049011" name=""/>
              <p14:cNvContentPartPr/>
              <p14:nvPr/>
            </p14:nvContentPartPr>
            <p14:xfrm>
              <a:off x="8850897" y="2823530"/>
              <a:ext cx="509" cy="14948"/>
            </p14:xfrm>
          </p:contentPart>
        </mc:Choice>
        <mc:Fallback>
          <p:sp>
            <p:nvSpPr>
              <p:cNvPr id="1049011" name=""/>
              <p:cNvSpPr/>
              <p:nvPr/>
            </p:nvSpPr>
            <p:spPr>
              <a:xfrm>
                <a:off x="8850897" y="2823530"/>
                <a:ext cx="509" cy="14948"/>
              </a:xfrm>
            </p:spPr>
          </p:sp>
        </mc:Fallback>
      </mc:AlternateContent>
      <mc:AlternateContent xmlns:mc="http://schemas.openxmlformats.org/markup-compatibility/2006">
        <mc:Choice xmlns:p14="http://schemas.microsoft.com/office/powerpoint/2010/main" Requires="p14">
          <p:contentPart p14:bwMode="auto" r:id="rId54">
            <p14:nvContentPartPr>
              <p14:cNvPr id="1049012" name=""/>
              <p14:cNvContentPartPr/>
              <p14:nvPr/>
            </p14:nvContentPartPr>
            <p14:xfrm>
              <a:off x="0" y="0"/>
              <a:ext cx="0" cy="0"/>
            </p14:xfrm>
          </p:contentPart>
        </mc:Choice>
        <mc:Fallback>
          <p:sp>
            <p:nvSpPr>
              <p:cNvPr id="1049012"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55">
            <p14:nvContentPartPr>
              <p14:cNvPr id="1049013" name=""/>
              <p14:cNvContentPartPr/>
              <p14:nvPr/>
            </p14:nvContentPartPr>
            <p14:xfrm>
              <a:off x="0" y="0"/>
              <a:ext cx="0" cy="0"/>
            </p14:xfrm>
          </p:contentPart>
        </mc:Choice>
        <mc:Fallback>
          <p:sp>
            <p:nvSpPr>
              <p:cNvPr id="1049013"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56">
            <p14:nvContentPartPr>
              <p14:cNvPr id="1049014" name=""/>
              <p14:cNvContentPartPr/>
              <p14:nvPr/>
            </p14:nvContentPartPr>
            <p14:xfrm>
              <a:off x="0" y="0"/>
              <a:ext cx="0" cy="0"/>
            </p14:xfrm>
          </p:contentPart>
        </mc:Choice>
        <mc:Fallback>
          <p:sp>
            <p:nvSpPr>
              <p:cNvPr id="1049014" name=""/>
              <p:cNvSpPr/>
              <p:nvPr/>
            </p:nvSpPr>
            <p:spPr>
              <a:xfrm>
                <a:off x="0" y="0"/>
                <a:ext cx="0" cy="0"/>
              </a:xfrm>
            </p:spPr>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606" name="Title 1"/>
          <p:cNvSpPr>
            <a:spLocks noGrp="1"/>
          </p:cNvSpPr>
          <p:nvPr>
            <p:ph type="title"/>
          </p:nvPr>
        </p:nvSpPr>
        <p:spPr>
          <a:xfrm>
            <a:off x="274833" y="180191"/>
            <a:ext cx="10515600" cy="734210"/>
          </a:xfrm>
        </p:spPr>
        <p:txBody>
          <a:bodyPr/>
          <a:p>
            <a:r>
              <a:rPr b="1" dirty="0" lang="en-US"/>
              <a:t>Signal Flow Graph</a:t>
            </a:r>
            <a:endParaRPr dirty="0" lang="en-US"/>
          </a:p>
        </p:txBody>
      </p:sp>
      <p:sp>
        <p:nvSpPr>
          <p:cNvPr id="1048607" name="TextBox 3"/>
          <p:cNvSpPr txBox="1"/>
          <p:nvPr/>
        </p:nvSpPr>
        <p:spPr>
          <a:xfrm>
            <a:off x="274832" y="914401"/>
            <a:ext cx="11642335" cy="1285240"/>
          </a:xfrm>
          <a:prstGeom prst="rect"/>
          <a:noFill/>
        </p:spPr>
        <p:txBody>
          <a:bodyPr wrap="square">
            <a:spAutoFit/>
          </a:bodyPr>
          <a:p>
            <a:pPr algn="just" fontAlgn="base"/>
            <a:r>
              <a:rPr b="1" dirty="0" sz="2400" lang="en-US">
                <a:latin typeface="Times New Roman" panose="02020603050405020304" pitchFamily="18" charset="0"/>
                <a:cs typeface="Times New Roman" panose="02020603050405020304" pitchFamily="18" charset="0"/>
              </a:rPr>
              <a:t>Mason Gain Formula:</a:t>
            </a:r>
          </a:p>
          <a:p>
            <a:pPr algn="just" fontAlgn="base"/>
            <a:r>
              <a:rPr dirty="0" sz="2400" lang="en-US">
                <a:latin typeface="Times New Roman" panose="02020603050405020304" pitchFamily="18" charset="0"/>
                <a:cs typeface="Times New Roman" panose="02020603050405020304" pitchFamily="18" charset="0"/>
              </a:rPr>
              <a:t>The Mason’s Gain Formula is a mathematical tool used in control system engineering to calculate the overall transfer function of a signal flow graph.</a:t>
            </a:r>
            <a:r>
              <a:rPr b="1" dirty="0" sz="3200" lang="en-US">
                <a:latin typeface="Times New Roman" panose="02020603050405020304" pitchFamily="18" charset="0"/>
                <a:cs typeface="Times New Roman" panose="02020603050405020304" pitchFamily="18" charset="0"/>
              </a:rPr>
              <a:t> </a:t>
            </a:r>
          </a:p>
        </p:txBody>
      </p:sp>
      <p:sp>
        <p:nvSpPr>
          <p:cNvPr id="1048608" name="TextBox 4"/>
          <p:cNvSpPr txBox="1"/>
          <p:nvPr/>
        </p:nvSpPr>
        <p:spPr>
          <a:xfrm>
            <a:off x="274832" y="2481113"/>
            <a:ext cx="11396611" cy="3533141"/>
          </a:xfrm>
          <a:prstGeom prst="rect"/>
          <a:noFill/>
        </p:spPr>
        <p:txBody>
          <a:bodyPr wrap="square">
            <a:spAutoFit/>
          </a:bodyPr>
          <a:p>
            <a:pPr algn="just" fontAlgn="base">
              <a:spcBef>
                <a:spcPts val="1800"/>
              </a:spcBef>
              <a:spcAft>
                <a:spcPts val="1800"/>
              </a:spcAft>
              <a:buNone/>
            </a:pPr>
            <a:r>
              <a:rPr b="1" dirty="0" sz="2800" i="0" lang="en-US">
                <a:solidFill>
                  <a:srgbClr val="273239"/>
                </a:solidFill>
                <a:effectLst/>
                <a:latin typeface="Times New Roman" panose="02020603050405020304" pitchFamily="18" charset="0"/>
                <a:cs typeface="Times New Roman" panose="02020603050405020304" pitchFamily="18" charset="0"/>
              </a:rPr>
              <a:t>Basic Elements of Signal Flow Graph related to Mason Gain Formula</a:t>
            </a:r>
          </a:p>
          <a:p>
            <a:pPr algn="just" fontAlgn="base" indent="-457200" marL="457200">
              <a:spcAft>
                <a:spcPts val="600"/>
              </a:spcAft>
              <a:buFont typeface="+mj-lt"/>
              <a:buAutoNum type="arabicPeriod"/>
            </a:pPr>
            <a:r>
              <a:rPr b="0" dirty="0" sz="2400" i="0" lang="en-US">
                <a:solidFill>
                  <a:srgbClr val="273239"/>
                </a:solidFill>
                <a:effectLst/>
                <a:latin typeface="Times New Roman" panose="02020603050405020304" pitchFamily="18" charset="0"/>
                <a:cs typeface="Times New Roman" panose="02020603050405020304" pitchFamily="18" charset="0"/>
              </a:rPr>
              <a:t>Nodes, which we already discussed.</a:t>
            </a:r>
          </a:p>
          <a:p>
            <a:pPr algn="just" fontAlgn="base" indent="-457200" marL="457200">
              <a:spcAft>
                <a:spcPts val="600"/>
              </a:spcAft>
              <a:buFont typeface="+mj-lt"/>
              <a:buAutoNum type="arabicPeriod"/>
            </a:pPr>
            <a:r>
              <a:rPr b="0" dirty="0" sz="2400" i="0" lang="en-US">
                <a:solidFill>
                  <a:srgbClr val="273239"/>
                </a:solidFill>
                <a:effectLst/>
                <a:latin typeface="Times New Roman" panose="02020603050405020304" pitchFamily="18" charset="0"/>
                <a:cs typeface="Times New Roman" panose="02020603050405020304" pitchFamily="18" charset="0"/>
              </a:rPr>
              <a:t>Directed edges, as you can see the above image with the directed arrows.</a:t>
            </a:r>
          </a:p>
          <a:p>
            <a:pPr algn="just" fontAlgn="base" indent="-457200" marL="457200">
              <a:spcAft>
                <a:spcPts val="600"/>
              </a:spcAft>
              <a:buFont typeface="+mj-lt"/>
              <a:buAutoNum type="arabicPeriod"/>
            </a:pPr>
            <a:r>
              <a:rPr b="0" dirty="0" sz="2400" i="0" lang="en-US">
                <a:solidFill>
                  <a:srgbClr val="273239"/>
                </a:solidFill>
                <a:effectLst/>
                <a:latin typeface="Times New Roman" panose="02020603050405020304" pitchFamily="18" charset="0"/>
                <a:cs typeface="Times New Roman" panose="02020603050405020304" pitchFamily="18" charset="0"/>
              </a:rPr>
              <a:t>Forward paths, which are started and ended on different nodes.</a:t>
            </a:r>
          </a:p>
          <a:p>
            <a:pPr algn="just" fontAlgn="base" indent="-457200" marL="457200">
              <a:spcAft>
                <a:spcPts val="600"/>
              </a:spcAft>
              <a:buFont typeface="+mj-lt"/>
              <a:buAutoNum type="arabicPeriod"/>
            </a:pPr>
            <a:r>
              <a:rPr b="0" dirty="0" sz="2400" i="0" lang="en-US">
                <a:solidFill>
                  <a:srgbClr val="273239"/>
                </a:solidFill>
                <a:effectLst/>
                <a:latin typeface="Times New Roman" panose="02020603050405020304" pitchFamily="18" charset="0"/>
                <a:cs typeface="Times New Roman" panose="02020603050405020304" pitchFamily="18" charset="0"/>
              </a:rPr>
              <a:t>Loops, which are the close paths in SFG, stared and ended in same node, but passed throw other nodes as well. A SFG can contain many loops.</a:t>
            </a:r>
          </a:p>
          <a:p>
            <a:pPr algn="just" fontAlgn="base" indent="-457200" marL="457200">
              <a:spcAft>
                <a:spcPts val="600"/>
              </a:spcAft>
              <a:buFont typeface="+mj-lt"/>
              <a:buAutoNum type="arabicPeriod"/>
            </a:pPr>
            <a:r>
              <a:rPr b="0" dirty="0" sz="2400" i="0" lang="en-US">
                <a:solidFill>
                  <a:srgbClr val="273239"/>
                </a:solidFill>
                <a:effectLst/>
                <a:latin typeface="Times New Roman" panose="02020603050405020304" pitchFamily="18" charset="0"/>
                <a:cs typeface="Times New Roman" panose="02020603050405020304" pitchFamily="18" charset="0"/>
              </a:rPr>
              <a:t>Non-touching loops: If there are two or more loops in a single SFG, then they do not touch each other.</a:t>
            </a:r>
          </a:p>
        </p:txBody>
      </p:sp>
      <mc:AlternateContent xmlns:mc="http://schemas.openxmlformats.org/markup-compatibility/2006">
        <mc:Choice xmlns:p14="http://schemas.microsoft.com/office/powerpoint/2010/main" Requires="p14">
          <p:contentPart p14:bwMode="auto" r:id="rId1">
            <p14:nvContentPartPr>
              <p14:cNvPr id="1049015" name=""/>
              <p14:cNvContentPartPr/>
              <p14:nvPr/>
            </p14:nvContentPartPr>
            <p14:xfrm>
              <a:off x="-137509" y="4651612"/>
              <a:ext cx="31952" cy="16954"/>
            </p14:xfrm>
          </p:contentPart>
        </mc:Choice>
        <mc:Fallback>
          <p:sp>
            <p:nvSpPr>
              <p:cNvPr id="1049015" name=""/>
              <p:cNvSpPr/>
              <p:nvPr/>
            </p:nvSpPr>
            <p:spPr>
              <a:xfrm>
                <a:off x="-137509" y="4651612"/>
                <a:ext cx="31952" cy="16954"/>
              </a:xfrm>
            </p:spPr>
          </p:sp>
        </mc:Fallback>
      </mc:AlternateContent>
      <mc:AlternateContent xmlns:mc="http://schemas.openxmlformats.org/markup-compatibility/2006">
        <mc:Choice xmlns:p14="http://schemas.microsoft.com/office/powerpoint/2010/main" Requires="p14">
          <p:contentPart p14:bwMode="auto" r:id="rId2">
            <p14:nvContentPartPr>
              <p14:cNvPr id="1049016" name=""/>
              <p14:cNvContentPartPr/>
              <p14:nvPr/>
            </p14:nvContentPartPr>
            <p14:xfrm>
              <a:off x="609438" y="3538011"/>
              <a:ext cx="1268444" cy="46018"/>
            </p14:xfrm>
          </p:contentPart>
        </mc:Choice>
        <mc:Fallback>
          <p:sp>
            <p:nvSpPr>
              <p:cNvPr id="1049016" name=""/>
              <p:cNvSpPr/>
              <p:nvPr/>
            </p:nvSpPr>
            <p:spPr>
              <a:xfrm>
                <a:off x="609438" y="3538011"/>
                <a:ext cx="1268444" cy="46018"/>
              </a:xfrm>
            </p:spPr>
          </p:sp>
        </mc:Fallback>
      </mc:AlternateContent>
      <mc:AlternateContent xmlns:mc="http://schemas.openxmlformats.org/markup-compatibility/2006">
        <mc:Choice xmlns:p14="http://schemas.microsoft.com/office/powerpoint/2010/main" Requires="p14">
          <p:contentPart p14:bwMode="auto" r:id="rId3">
            <p14:nvContentPartPr>
              <p14:cNvPr id="1049017" name=""/>
              <p14:cNvContentPartPr/>
              <p14:nvPr/>
            </p14:nvContentPartPr>
            <p14:xfrm>
              <a:off x="685215" y="3583317"/>
              <a:ext cx="2255968" cy="403312"/>
            </p14:xfrm>
          </p:contentPart>
        </mc:Choice>
        <mc:Fallback>
          <p:sp>
            <p:nvSpPr>
              <p:cNvPr id="1049017" name=""/>
              <p:cNvSpPr/>
              <p:nvPr/>
            </p:nvSpPr>
            <p:spPr>
              <a:xfrm>
                <a:off x="685215" y="3583317"/>
                <a:ext cx="2255968" cy="403312"/>
              </a:xfrm>
            </p:spPr>
          </p:sp>
        </mc:Fallback>
      </mc:AlternateContent>
      <mc:AlternateContent xmlns:mc="http://schemas.openxmlformats.org/markup-compatibility/2006">
        <mc:Choice xmlns:p14="http://schemas.microsoft.com/office/powerpoint/2010/main" Requires="p14">
          <p:contentPart p14:bwMode="auto" r:id="rId4">
            <p14:nvContentPartPr>
              <p14:cNvPr id="1049018" name=""/>
              <p14:cNvContentPartPr/>
              <p14:nvPr/>
            </p14:nvContentPartPr>
            <p14:xfrm>
              <a:off x="1193139" y="3013605"/>
              <a:ext cx="1225120" cy="33933"/>
            </p14:xfrm>
          </p:contentPart>
        </mc:Choice>
        <mc:Fallback>
          <p:sp>
            <p:nvSpPr>
              <p:cNvPr id="1049018" name=""/>
              <p:cNvSpPr/>
              <p:nvPr/>
            </p:nvSpPr>
            <p:spPr>
              <a:xfrm>
                <a:off x="1193139" y="3013605"/>
                <a:ext cx="1225120" cy="33933"/>
              </a:xfrm>
            </p:spPr>
          </p:sp>
        </mc:Fallback>
      </mc:AlternateContent>
      <mc:AlternateContent xmlns:mc="http://schemas.openxmlformats.org/markup-compatibility/2006">
        <mc:Choice xmlns:p14="http://schemas.microsoft.com/office/powerpoint/2010/main" Requires="p14">
          <p:contentPart p14:bwMode="auto" r:id="rId5">
            <p14:nvContentPartPr>
              <p14:cNvPr id="1049019" name=""/>
              <p14:cNvContentPartPr/>
              <p14:nvPr/>
            </p14:nvContentPartPr>
            <p14:xfrm>
              <a:off x="2105064" y="2918126"/>
              <a:ext cx="313433" cy="212643"/>
            </p14:xfrm>
          </p:contentPart>
        </mc:Choice>
        <mc:Fallback>
          <p:sp>
            <p:nvSpPr>
              <p:cNvPr id="1049019" name=""/>
              <p:cNvSpPr/>
              <p:nvPr/>
            </p:nvSpPr>
            <p:spPr>
              <a:xfrm>
                <a:off x="2105064" y="2918126"/>
                <a:ext cx="313433" cy="212643"/>
              </a:xfrm>
            </p:spPr>
          </p:sp>
        </mc:Fallback>
      </mc:AlternateContent>
      <mc:AlternateContent xmlns:mc="http://schemas.openxmlformats.org/markup-compatibility/2006">
        <mc:Choice xmlns:p14="http://schemas.microsoft.com/office/powerpoint/2010/main" Requires="p14">
          <p:contentPart p14:bwMode="auto" r:id="rId6">
            <p14:nvContentPartPr>
              <p14:cNvPr id="1049020" name=""/>
              <p14:cNvContentPartPr/>
              <p14:nvPr/>
            </p14:nvContentPartPr>
            <p14:xfrm>
              <a:off x="792730" y="3967250"/>
              <a:ext cx="2059661" cy="479048"/>
            </p14:xfrm>
          </p:contentPart>
        </mc:Choice>
        <mc:Fallback>
          <p:sp>
            <p:nvSpPr>
              <p:cNvPr id="1049020" name=""/>
              <p:cNvSpPr/>
              <p:nvPr/>
            </p:nvSpPr>
            <p:spPr>
              <a:xfrm>
                <a:off x="792730" y="3967250"/>
                <a:ext cx="2059661" cy="479048"/>
              </a:xfrm>
            </p:spPr>
          </p:sp>
        </mc:Fallback>
      </mc:AlternateContent>
      <mc:AlternateContent xmlns:mc="http://schemas.openxmlformats.org/markup-compatibility/2006">
        <mc:Choice xmlns:p14="http://schemas.microsoft.com/office/powerpoint/2010/main" Requires="p14">
          <p:contentPart p14:bwMode="auto" r:id="rId7">
            <p14:nvContentPartPr>
              <p14:cNvPr id="1049021" name=""/>
              <p14:cNvContentPartPr/>
              <p14:nvPr/>
            </p14:nvContentPartPr>
            <p14:xfrm>
              <a:off x="614146" y="4319139"/>
              <a:ext cx="1206136" cy="562150"/>
            </p14:xfrm>
          </p:contentPart>
        </mc:Choice>
        <mc:Fallback>
          <p:sp>
            <p:nvSpPr>
              <p:cNvPr id="1049021" name=""/>
              <p:cNvSpPr/>
              <p:nvPr/>
            </p:nvSpPr>
            <p:spPr>
              <a:xfrm>
                <a:off x="614146" y="4319139"/>
                <a:ext cx="1206136" cy="562150"/>
              </a:xfrm>
            </p:spPr>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1048609" name="Title 1"/>
          <p:cNvSpPr>
            <a:spLocks noGrp="1"/>
          </p:cNvSpPr>
          <p:nvPr>
            <p:ph type="title"/>
          </p:nvPr>
        </p:nvSpPr>
        <p:spPr>
          <a:xfrm>
            <a:off x="365589" y="303481"/>
            <a:ext cx="10515600" cy="734210"/>
          </a:xfrm>
        </p:spPr>
        <p:txBody>
          <a:bodyPr/>
          <a:p>
            <a:r>
              <a:rPr b="1" dirty="0" lang="en-US"/>
              <a:t>Signal Flow Graph</a:t>
            </a:r>
            <a:endParaRPr dirty="0" lang="en-US"/>
          </a:p>
        </p:txBody>
      </p:sp>
      <p:sp>
        <p:nvSpPr>
          <p:cNvPr id="1048610" name="TextBox 3"/>
          <p:cNvSpPr txBox="1">
            <a:spLocks noChangeAspect="1" noMove="1" noResize="1" noRot="1" noAdjustHandles="1" noEditPoints="1" noChangeArrowheads="1" noChangeShapeType="1" noTextEdit="1"/>
          </p:cNvSpPr>
          <p:nvPr/>
        </p:nvSpPr>
        <p:spPr>
          <a:xfrm>
            <a:off x="572783" y="1214233"/>
            <a:ext cx="11108933" cy="5799280"/>
          </a:xfrm>
          <a:prstGeom prst="rect"/>
          <a:blipFill>
            <a:blip xmlns:r="http://schemas.openxmlformats.org/officeDocument/2006/relationships" r:embed="rId1"/>
            <a:stretch>
              <a:fillRect l="-878" r="-823"/>
            </a:stretch>
          </a:blipFill>
        </p:spPr>
        <p:txBody>
          <a:bodyPr/>
          <a:p>
            <a:r>
              <a:rPr lang="en-US">
                <a:noFill/>
              </a:rPr>
              <a:t> </a:t>
            </a:r>
          </a:p>
        </p:txBody>
      </p:sp>
      <mc:AlternateContent xmlns:mc="http://schemas.openxmlformats.org/markup-compatibility/2006">
        <mc:Choice xmlns:p14="http://schemas.microsoft.com/office/powerpoint/2010/main" Requires="p14">
          <p:contentPart p14:bwMode="auto" r:id="rId2">
            <p14:nvContentPartPr>
              <p14:cNvPr id="1049022" name=""/>
              <p14:cNvContentPartPr/>
              <p14:nvPr/>
            </p14:nvContentPartPr>
            <p14:xfrm>
              <a:off x="3338671" y="973694"/>
              <a:ext cx="2441694" cy="1217922"/>
            </p14:xfrm>
          </p:contentPart>
        </mc:Choice>
        <mc:Fallback>
          <p:sp>
            <p:nvSpPr>
              <p:cNvPr id="1049022" name=""/>
              <p:cNvSpPr/>
              <p:nvPr/>
            </p:nvSpPr>
            <p:spPr>
              <a:xfrm>
                <a:off x="3338671" y="973694"/>
                <a:ext cx="2441694" cy="1217922"/>
              </a:xfrm>
            </p:spPr>
          </p:sp>
        </mc:Fallback>
      </mc:AlternateContent>
      <mc:AlternateContent xmlns:mc="http://schemas.openxmlformats.org/markup-compatibility/2006">
        <mc:Choice xmlns:p14="http://schemas.microsoft.com/office/powerpoint/2010/main" Requires="p14">
          <p:contentPart p14:bwMode="auto" r:id="rId3">
            <p14:nvContentPartPr>
              <p14:cNvPr id="1049023" name=""/>
              <p14:cNvContentPartPr/>
              <p14:nvPr/>
            </p14:nvContentPartPr>
            <p14:xfrm>
              <a:off x="3348191" y="1062855"/>
              <a:ext cx="607137" cy="1142065"/>
            </p14:xfrm>
          </p:contentPart>
        </mc:Choice>
        <mc:Fallback>
          <p:sp>
            <p:nvSpPr>
              <p:cNvPr id="1049023" name=""/>
              <p:cNvSpPr/>
              <p:nvPr/>
            </p:nvSpPr>
            <p:spPr>
              <a:xfrm>
                <a:off x="3348191" y="1062855"/>
                <a:ext cx="607137" cy="1142065"/>
              </a:xfrm>
            </p:spPr>
          </p:sp>
        </mc:Fallback>
      </mc:AlternateContent>
      <mc:AlternateContent xmlns:mc="http://schemas.openxmlformats.org/markup-compatibility/2006">
        <mc:Choice xmlns:p14="http://schemas.microsoft.com/office/powerpoint/2010/main" Requires="p14">
          <p:contentPart p14:bwMode="auto" r:id="rId4">
            <p14:nvContentPartPr>
              <p14:cNvPr id="1049024" name=""/>
              <p14:cNvContentPartPr/>
              <p14:nvPr/>
            </p14:nvContentPartPr>
            <p14:xfrm>
              <a:off x="2532015" y="1150194"/>
              <a:ext cx="537481" cy="166460"/>
            </p14:xfrm>
          </p:contentPart>
        </mc:Choice>
        <mc:Fallback>
          <p:sp>
            <p:nvSpPr>
              <p:cNvPr id="1049024" name=""/>
              <p:cNvSpPr/>
              <p:nvPr/>
            </p:nvSpPr>
            <p:spPr>
              <a:xfrm>
                <a:off x="2532015" y="1150194"/>
                <a:ext cx="537481" cy="166460"/>
              </a:xfrm>
            </p:spPr>
          </p:sp>
        </mc:Fallback>
      </mc:AlternateContent>
      <mc:AlternateContent xmlns:mc="http://schemas.openxmlformats.org/markup-compatibility/2006">
        <mc:Choice xmlns:p14="http://schemas.microsoft.com/office/powerpoint/2010/main" Requires="p14">
          <p:contentPart p14:bwMode="auto" r:id="rId5">
            <p14:nvContentPartPr>
              <p14:cNvPr id="1049025" name=""/>
              <p14:cNvContentPartPr/>
              <p14:nvPr/>
            </p14:nvContentPartPr>
            <p14:xfrm>
              <a:off x="2777533" y="1252109"/>
              <a:ext cx="41096" cy="274929"/>
            </p14:xfrm>
          </p:contentPart>
        </mc:Choice>
        <mc:Fallback>
          <p:sp>
            <p:nvSpPr>
              <p:cNvPr id="1049025" name=""/>
              <p:cNvSpPr/>
              <p:nvPr/>
            </p:nvSpPr>
            <p:spPr>
              <a:xfrm>
                <a:off x="2777533" y="1252109"/>
                <a:ext cx="41096" cy="274929"/>
              </a:xfrm>
            </p:spPr>
          </p:sp>
        </mc:Fallback>
      </mc:AlternateContent>
      <mc:AlternateContent xmlns:mc="http://schemas.openxmlformats.org/markup-compatibility/2006">
        <mc:Choice xmlns:p14="http://schemas.microsoft.com/office/powerpoint/2010/main" Requires="p14">
          <p:contentPart p14:bwMode="auto" r:id="rId6">
            <p14:nvContentPartPr>
              <p14:cNvPr id="1049026" name=""/>
              <p14:cNvContentPartPr/>
              <p14:nvPr/>
            </p14:nvContentPartPr>
            <p14:xfrm>
              <a:off x="3047300" y="1149809"/>
              <a:ext cx="36971" cy="344840"/>
            </p14:xfrm>
          </p:contentPart>
        </mc:Choice>
        <mc:Fallback>
          <p:sp>
            <p:nvSpPr>
              <p:cNvPr id="1049026" name=""/>
              <p:cNvSpPr/>
              <p:nvPr/>
            </p:nvSpPr>
            <p:spPr>
              <a:xfrm>
                <a:off x="3047300" y="1149809"/>
                <a:ext cx="36971" cy="344840"/>
              </a:xfrm>
            </p:spPr>
          </p:sp>
        </mc:Fallback>
      </mc:AlternateContent>
      <mc:AlternateContent xmlns:mc="http://schemas.openxmlformats.org/markup-compatibility/2006">
        <mc:Choice xmlns:p14="http://schemas.microsoft.com/office/powerpoint/2010/main" Requires="p14">
          <p:contentPart p14:bwMode="auto" r:id="rId7">
            <p14:nvContentPartPr>
              <p14:cNvPr id="1049027" name=""/>
              <p14:cNvContentPartPr/>
              <p14:nvPr/>
            </p14:nvContentPartPr>
            <p14:xfrm>
              <a:off x="3078044" y="1051685"/>
              <a:ext cx="205605" cy="104944"/>
            </p14:xfrm>
          </p:contentPart>
        </mc:Choice>
        <mc:Fallback>
          <p:sp>
            <p:nvSpPr>
              <p:cNvPr id="1049027" name=""/>
              <p:cNvSpPr/>
              <p:nvPr/>
            </p:nvSpPr>
            <p:spPr>
              <a:xfrm>
                <a:off x="3078044" y="1051685"/>
                <a:ext cx="205605" cy="104944"/>
              </a:xfrm>
            </p:spPr>
          </p:sp>
        </mc:Fallback>
      </mc:AlternateContent>
      <mc:AlternateContent xmlns:mc="http://schemas.openxmlformats.org/markup-compatibility/2006">
        <mc:Choice xmlns:p14="http://schemas.microsoft.com/office/powerpoint/2010/main" Requires="p14">
          <p:contentPart p14:bwMode="auto" r:id="rId8">
            <p14:nvContentPartPr>
              <p14:cNvPr id="1049028" name=""/>
              <p14:cNvContentPartPr/>
              <p14:nvPr/>
            </p14:nvContentPartPr>
            <p14:xfrm>
              <a:off x="3084540" y="1221847"/>
              <a:ext cx="154927" cy="105037"/>
            </p14:xfrm>
          </p:contentPart>
        </mc:Choice>
        <mc:Fallback>
          <p:sp>
            <p:nvSpPr>
              <p:cNvPr id="1049028" name=""/>
              <p:cNvSpPr/>
              <p:nvPr/>
            </p:nvSpPr>
            <p:spPr>
              <a:xfrm>
                <a:off x="3084540" y="1221847"/>
                <a:ext cx="154927" cy="105037"/>
              </a:xfrm>
            </p:spPr>
          </p:sp>
        </mc:Fallback>
      </mc:AlternateContent>
      <mc:AlternateContent xmlns:mc="http://schemas.openxmlformats.org/markup-compatibility/2006">
        <mc:Choice xmlns:p14="http://schemas.microsoft.com/office/powerpoint/2010/main" Requires="p14">
          <p:contentPart p14:bwMode="auto" r:id="rId9">
            <p14:nvContentPartPr>
              <p14:cNvPr id="1049029" name=""/>
              <p14:cNvContentPartPr/>
              <p14:nvPr/>
            </p14:nvContentPartPr>
            <p14:xfrm>
              <a:off x="515124" y="2293068"/>
              <a:ext cx="478916" cy="465474"/>
            </p14:xfrm>
          </p:contentPart>
        </mc:Choice>
        <mc:Fallback>
          <p:sp>
            <p:nvSpPr>
              <p:cNvPr id="1049029" name=""/>
              <p:cNvSpPr/>
              <p:nvPr/>
            </p:nvSpPr>
            <p:spPr>
              <a:xfrm>
                <a:off x="515124" y="2293068"/>
                <a:ext cx="478916" cy="465474"/>
              </a:xfrm>
            </p:spPr>
          </p:sp>
        </mc:Fallback>
      </mc:AlternateContent>
      <mc:AlternateContent xmlns:mc="http://schemas.openxmlformats.org/markup-compatibility/2006">
        <mc:Choice xmlns:p14="http://schemas.microsoft.com/office/powerpoint/2010/main" Requires="p14">
          <p:contentPart p14:bwMode="auto" r:id="rId10">
            <p14:nvContentPartPr>
              <p14:cNvPr id="1049030" name=""/>
              <p14:cNvContentPartPr/>
              <p14:nvPr/>
            </p14:nvContentPartPr>
            <p14:xfrm>
              <a:off x="582395" y="2712804"/>
              <a:ext cx="379703" cy="374333"/>
            </p14:xfrm>
          </p:contentPart>
        </mc:Choice>
        <mc:Fallback>
          <p:sp>
            <p:nvSpPr>
              <p:cNvPr id="1049030" name=""/>
              <p:cNvSpPr/>
              <p:nvPr/>
            </p:nvSpPr>
            <p:spPr>
              <a:xfrm>
                <a:off x="582395" y="2712804"/>
                <a:ext cx="379703" cy="374333"/>
              </a:xfrm>
            </p:spPr>
          </p:sp>
        </mc:Fallback>
      </mc:AlternateContent>
      <mc:AlternateContent xmlns:mc="http://schemas.openxmlformats.org/markup-compatibility/2006">
        <mc:Choice xmlns:p14="http://schemas.microsoft.com/office/powerpoint/2010/main" Requires="p14">
          <p:contentPart p14:bwMode="auto" r:id="rId11">
            <p14:nvContentPartPr>
              <p14:cNvPr id="1049031" name=""/>
              <p14:cNvContentPartPr/>
              <p14:nvPr/>
            </p14:nvContentPartPr>
            <p14:xfrm>
              <a:off x="1399253" y="3054196"/>
              <a:ext cx="20537" cy="4226"/>
            </p14:xfrm>
          </p:contentPart>
        </mc:Choice>
        <mc:Fallback>
          <p:sp>
            <p:nvSpPr>
              <p:cNvPr id="1049031" name=""/>
              <p:cNvSpPr/>
              <p:nvPr/>
            </p:nvSpPr>
            <p:spPr>
              <a:xfrm>
                <a:off x="1399253" y="3054196"/>
                <a:ext cx="20537" cy="4226"/>
              </a:xfrm>
            </p:spPr>
          </p:sp>
        </mc:Fallback>
      </mc:AlternateContent>
      <mc:AlternateContent xmlns:mc="http://schemas.openxmlformats.org/markup-compatibility/2006">
        <mc:Choice xmlns:p14="http://schemas.microsoft.com/office/powerpoint/2010/main" Requires="p14">
          <p:contentPart p14:bwMode="auto" r:id="rId12">
            <p14:nvContentPartPr>
              <p14:cNvPr id="1049032" name=""/>
              <p14:cNvContentPartPr/>
              <p14:nvPr/>
            </p14:nvContentPartPr>
            <p14:xfrm>
              <a:off x="0" y="0"/>
              <a:ext cx="0" cy="0"/>
            </p14:xfrm>
          </p:contentPart>
        </mc:Choice>
        <mc:Fallback>
          <p:sp>
            <p:nvSpPr>
              <p:cNvPr id="1049032"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3">
            <p14:nvContentPartPr>
              <p14:cNvPr id="1049033" name=""/>
              <p14:cNvContentPartPr/>
              <p14:nvPr/>
            </p14:nvContentPartPr>
            <p14:xfrm>
              <a:off x="2408249" y="2665062"/>
              <a:ext cx="310323" cy="417352"/>
            </p14:xfrm>
          </p:contentPart>
        </mc:Choice>
        <mc:Fallback>
          <p:sp>
            <p:nvSpPr>
              <p:cNvPr id="1049033" name=""/>
              <p:cNvSpPr/>
              <p:nvPr/>
            </p:nvSpPr>
            <p:spPr>
              <a:xfrm>
                <a:off x="2408249" y="2665062"/>
                <a:ext cx="310323" cy="417352"/>
              </a:xfrm>
            </p:spPr>
          </p:sp>
        </mc:Fallback>
      </mc:AlternateContent>
      <mc:AlternateContent xmlns:mc="http://schemas.openxmlformats.org/markup-compatibility/2006">
        <mc:Choice xmlns:p14="http://schemas.microsoft.com/office/powerpoint/2010/main" Requires="p14">
          <p:contentPart p14:bwMode="auto" r:id="rId14">
            <p14:nvContentPartPr>
              <p14:cNvPr id="1049034" name=""/>
              <p14:cNvContentPartPr/>
              <p14:nvPr/>
            </p14:nvContentPartPr>
            <p14:xfrm>
              <a:off x="552700" y="3064811"/>
              <a:ext cx="427175" cy="412117"/>
            </p14:xfrm>
          </p:contentPart>
        </mc:Choice>
        <mc:Fallback>
          <p:sp>
            <p:nvSpPr>
              <p:cNvPr id="1049034" name=""/>
              <p:cNvSpPr/>
              <p:nvPr/>
            </p:nvSpPr>
            <p:spPr>
              <a:xfrm>
                <a:off x="552700" y="3064811"/>
                <a:ext cx="427175" cy="412117"/>
              </a:xfrm>
            </p:spPr>
          </p:sp>
        </mc:Fallback>
      </mc:AlternateContent>
      <mc:AlternateContent xmlns:mc="http://schemas.openxmlformats.org/markup-compatibility/2006">
        <mc:Choice xmlns:p14="http://schemas.microsoft.com/office/powerpoint/2010/main" Requires="p14">
          <p:contentPart p14:bwMode="auto" r:id="rId15">
            <p14:nvContentPartPr>
              <p14:cNvPr id="1049035" name=""/>
              <p14:cNvContentPartPr/>
              <p14:nvPr/>
            </p14:nvContentPartPr>
            <p14:xfrm>
              <a:off x="582552" y="5258588"/>
              <a:ext cx="401968" cy="442390"/>
            </p14:xfrm>
          </p:contentPart>
        </mc:Choice>
        <mc:Fallback>
          <p:sp>
            <p:nvSpPr>
              <p:cNvPr id="1049035" name=""/>
              <p:cNvSpPr/>
              <p:nvPr/>
            </p:nvSpPr>
            <p:spPr>
              <a:xfrm>
                <a:off x="582552" y="5258588"/>
                <a:ext cx="401968" cy="442390"/>
              </a:xfrm>
            </p:spPr>
          </p:sp>
        </mc:Fallback>
      </mc:AlternateContent>
      <mc:AlternateContent xmlns:mc="http://schemas.openxmlformats.org/markup-compatibility/2006">
        <mc:Choice xmlns:p14="http://schemas.microsoft.com/office/powerpoint/2010/main" Requires="p14">
          <p:contentPart p14:bwMode="auto" r:id="rId16">
            <p14:nvContentPartPr>
              <p14:cNvPr id="1049036" name=""/>
              <p14:cNvContentPartPr/>
              <p14:nvPr/>
            </p14:nvContentPartPr>
            <p14:xfrm>
              <a:off x="43004" y="3332194"/>
              <a:ext cx="566434" cy="2156602"/>
            </p14:xfrm>
          </p:contentPart>
        </mc:Choice>
        <mc:Fallback>
          <p:sp>
            <p:nvSpPr>
              <p:cNvPr id="1049036" name=""/>
              <p:cNvSpPr/>
              <p:nvPr/>
            </p:nvSpPr>
            <p:spPr>
              <a:xfrm>
                <a:off x="43004" y="3332194"/>
                <a:ext cx="566434" cy="2156602"/>
              </a:xfrm>
            </p:spPr>
          </p:sp>
        </mc:Fallback>
      </mc:AlternateContent>
      <mc:AlternateContent xmlns:mc="http://schemas.openxmlformats.org/markup-compatibility/2006">
        <mc:Choice xmlns:p14="http://schemas.microsoft.com/office/powerpoint/2010/main" Requires="p14">
          <p:contentPart p14:bwMode="auto" r:id="rId17">
            <p14:nvContentPartPr>
              <p14:cNvPr id="1049037" name=""/>
              <p14:cNvContentPartPr/>
              <p14:nvPr/>
            </p14:nvContentPartPr>
            <p14:xfrm>
              <a:off x="355124" y="5255908"/>
              <a:ext cx="248848" cy="366456"/>
            </p14:xfrm>
          </p:contentPart>
        </mc:Choice>
        <mc:Fallback>
          <p:sp>
            <p:nvSpPr>
              <p:cNvPr id="1049037" name=""/>
              <p:cNvSpPr/>
              <p:nvPr/>
            </p:nvSpPr>
            <p:spPr>
              <a:xfrm>
                <a:off x="355124" y="5255908"/>
                <a:ext cx="248848" cy="366456"/>
              </a:xfrm>
            </p:spPr>
          </p:sp>
        </mc:Fallback>
      </mc:AlternateContent>
      <mc:AlternateContent xmlns:mc="http://schemas.openxmlformats.org/markup-compatibility/2006">
        <mc:Choice xmlns:p14="http://schemas.microsoft.com/office/powerpoint/2010/main" Requires="p14">
          <p:contentPart p14:bwMode="auto" r:id="rId18">
            <p14:nvContentPartPr>
              <p14:cNvPr id="1049038" name=""/>
              <p14:cNvContentPartPr/>
              <p14:nvPr/>
            </p14:nvContentPartPr>
            <p14:xfrm>
              <a:off x="0" y="0"/>
              <a:ext cx="0" cy="0"/>
            </p14:xfrm>
          </p:contentPart>
        </mc:Choice>
        <mc:Fallback>
          <p:sp>
            <p:nvSpPr>
              <p:cNvPr id="1049038"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9">
            <p14:nvContentPartPr>
              <p14:cNvPr id="1049039" name=""/>
              <p14:cNvContentPartPr/>
              <p14:nvPr/>
            </p14:nvContentPartPr>
            <p14:xfrm>
              <a:off x="476145" y="3436490"/>
              <a:ext cx="514535" cy="516673"/>
            </p14:xfrm>
          </p:contentPart>
        </mc:Choice>
        <mc:Fallback>
          <p:sp>
            <p:nvSpPr>
              <p:cNvPr id="1049039" name=""/>
              <p:cNvSpPr/>
              <p:nvPr/>
            </p:nvSpPr>
            <p:spPr>
              <a:xfrm>
                <a:off x="476145" y="3436490"/>
                <a:ext cx="514535" cy="516673"/>
              </a:xfrm>
            </p:spPr>
          </p:sp>
        </mc:Fallback>
      </mc:AlternateContent>
      <mc:AlternateContent xmlns:mc="http://schemas.openxmlformats.org/markup-compatibility/2006">
        <mc:Choice xmlns:p14="http://schemas.microsoft.com/office/powerpoint/2010/main" Requires="p14">
          <p:contentPart p14:bwMode="auto" r:id="rId20">
            <p14:nvContentPartPr>
              <p14:cNvPr id="1049040" name=""/>
              <p14:cNvContentPartPr/>
              <p14:nvPr/>
            </p14:nvContentPartPr>
            <p14:xfrm>
              <a:off x="1264153" y="3815044"/>
              <a:ext cx="1023899" cy="14276"/>
            </p14:xfrm>
          </p:contentPart>
        </mc:Choice>
        <mc:Fallback>
          <p:sp>
            <p:nvSpPr>
              <p:cNvPr id="1049040" name=""/>
              <p:cNvSpPr/>
              <p:nvPr/>
            </p:nvSpPr>
            <p:spPr>
              <a:xfrm>
                <a:off x="1264153" y="3815044"/>
                <a:ext cx="1023899" cy="14276"/>
              </a:xfrm>
            </p:spPr>
          </p:sp>
        </mc:Fallback>
      </mc:AlternateContent>
      <mc:AlternateContent xmlns:mc="http://schemas.openxmlformats.org/markup-compatibility/2006">
        <mc:Choice xmlns:p14="http://schemas.microsoft.com/office/powerpoint/2010/main" Requires="p14">
          <p:contentPart p14:bwMode="auto" r:id="rId21">
            <p14:nvContentPartPr>
              <p14:cNvPr id="1049041" name=""/>
              <p14:cNvContentPartPr/>
              <p14:nvPr/>
            </p14:nvContentPartPr>
            <p14:xfrm>
              <a:off x="3271231" y="3740727"/>
              <a:ext cx="483612" cy="76922"/>
            </p14:xfrm>
          </p:contentPart>
        </mc:Choice>
        <mc:Fallback>
          <p:sp>
            <p:nvSpPr>
              <p:cNvPr id="1049041" name=""/>
              <p:cNvSpPr/>
              <p:nvPr/>
            </p:nvSpPr>
            <p:spPr>
              <a:xfrm>
                <a:off x="3271231" y="3740727"/>
                <a:ext cx="483612" cy="76922"/>
              </a:xfrm>
            </p:spPr>
          </p:sp>
        </mc:Fallback>
      </mc:AlternateContent>
      <mc:AlternateContent xmlns:mc="http://schemas.openxmlformats.org/markup-compatibility/2006">
        <mc:Choice xmlns:p14="http://schemas.microsoft.com/office/powerpoint/2010/main" Requires="p14">
          <p:contentPart p14:bwMode="auto" r:id="rId22">
            <p14:nvContentPartPr>
              <p14:cNvPr id="1049042" name=""/>
              <p14:cNvContentPartPr/>
              <p14:nvPr/>
            </p14:nvContentPartPr>
            <p14:xfrm>
              <a:off x="524521" y="4780947"/>
              <a:ext cx="494663" cy="517745"/>
            </p14:xfrm>
          </p:contentPart>
        </mc:Choice>
        <mc:Fallback>
          <p:sp>
            <p:nvSpPr>
              <p:cNvPr id="1049042" name=""/>
              <p:cNvSpPr/>
              <p:nvPr/>
            </p:nvSpPr>
            <p:spPr>
              <a:xfrm>
                <a:off x="524521" y="4780947"/>
                <a:ext cx="494663" cy="517745"/>
              </a:xfrm>
            </p:spPr>
          </p:sp>
        </mc:Fallback>
      </mc:AlternateContent>
      <mc:AlternateContent xmlns:mc="http://schemas.openxmlformats.org/markup-compatibility/2006">
        <mc:Choice xmlns:p14="http://schemas.microsoft.com/office/powerpoint/2010/main" Requires="p14">
          <p:contentPart p14:bwMode="auto" r:id="rId23">
            <p14:nvContentPartPr>
              <p14:cNvPr id="1049043" name=""/>
              <p14:cNvContentPartPr/>
              <p14:nvPr/>
            </p14:nvContentPartPr>
            <p14:xfrm>
              <a:off x="0" y="0"/>
              <a:ext cx="0" cy="0"/>
            </p14:xfrm>
          </p:contentPart>
        </mc:Choice>
        <mc:Fallback>
          <p:sp>
            <p:nvSpPr>
              <p:cNvPr id="1049043"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24">
            <p14:nvContentPartPr>
              <p14:cNvPr id="1049044" name=""/>
              <p14:cNvContentPartPr/>
              <p14:nvPr/>
            </p14:nvContentPartPr>
            <p14:xfrm>
              <a:off x="1168457" y="3990374"/>
              <a:ext cx="1905552" cy="68161"/>
            </p14:xfrm>
          </p:contentPart>
        </mc:Choice>
        <mc:Fallback>
          <p:sp>
            <p:nvSpPr>
              <p:cNvPr id="1049044" name=""/>
              <p:cNvSpPr/>
              <p:nvPr/>
            </p:nvSpPr>
            <p:spPr>
              <a:xfrm>
                <a:off x="1168457" y="3990374"/>
                <a:ext cx="1905552" cy="68161"/>
              </a:xfrm>
            </p:spPr>
          </p:sp>
        </mc:Fallback>
      </mc:AlternateContent>
      <mc:AlternateContent xmlns:mc="http://schemas.openxmlformats.org/markup-compatibility/2006">
        <mc:Choice xmlns:p14="http://schemas.microsoft.com/office/powerpoint/2010/main" Requires="p14">
          <p:contentPart p14:bwMode="auto" r:id="rId25">
            <p14:nvContentPartPr>
              <p14:cNvPr id="1049045" name=""/>
              <p14:cNvContentPartPr/>
              <p14:nvPr/>
            </p14:nvContentPartPr>
            <p14:xfrm>
              <a:off x="1910208" y="3955733"/>
              <a:ext cx="167417" cy="136303"/>
            </p14:xfrm>
          </p:contentPart>
        </mc:Choice>
        <mc:Fallback>
          <p:sp>
            <p:nvSpPr>
              <p:cNvPr id="1049045" name=""/>
              <p:cNvSpPr/>
              <p:nvPr/>
            </p:nvSpPr>
            <p:spPr>
              <a:xfrm>
                <a:off x="1910208" y="3955733"/>
                <a:ext cx="167417" cy="136303"/>
              </a:xfrm>
            </p:spPr>
          </p:sp>
        </mc:Fallback>
      </mc:AlternateContent>
      <mc:AlternateContent xmlns:mc="http://schemas.openxmlformats.org/markup-compatibility/2006">
        <mc:Choice xmlns:p14="http://schemas.microsoft.com/office/powerpoint/2010/main" Requires="p14">
          <p:contentPart p14:bwMode="auto" r:id="rId26">
            <p14:nvContentPartPr>
              <p14:cNvPr id="1049046" name=""/>
              <p14:cNvContentPartPr/>
              <p14:nvPr/>
            </p14:nvContentPartPr>
            <p14:xfrm>
              <a:off x="2447144" y="3947452"/>
              <a:ext cx="191079" cy="190673"/>
            </p14:xfrm>
          </p:contentPart>
        </mc:Choice>
        <mc:Fallback>
          <p:sp>
            <p:nvSpPr>
              <p:cNvPr id="1049046" name=""/>
              <p:cNvSpPr/>
              <p:nvPr/>
            </p:nvSpPr>
            <p:spPr>
              <a:xfrm>
                <a:off x="2447144" y="3947452"/>
                <a:ext cx="191079" cy="190673"/>
              </a:xfrm>
            </p:spPr>
          </p:sp>
        </mc:Fallback>
      </mc:AlternateContent>
      <mc:AlternateContent xmlns:mc="http://schemas.openxmlformats.org/markup-compatibility/2006">
        <mc:Choice xmlns:p14="http://schemas.microsoft.com/office/powerpoint/2010/main" Requires="p14">
          <p:contentPart p14:bwMode="auto" r:id="rId27">
            <p14:nvContentPartPr>
              <p14:cNvPr id="1049047" name=""/>
              <p14:cNvContentPartPr/>
              <p14:nvPr/>
            </p14:nvContentPartPr>
            <p14:xfrm>
              <a:off x="1637843" y="5231308"/>
              <a:ext cx="1260678" cy="35257"/>
            </p14:xfrm>
          </p:contentPart>
        </mc:Choice>
        <mc:Fallback>
          <p:sp>
            <p:nvSpPr>
              <p:cNvPr id="1049047" name=""/>
              <p:cNvSpPr/>
              <p:nvPr/>
            </p:nvSpPr>
            <p:spPr>
              <a:xfrm>
                <a:off x="1637843" y="5231308"/>
                <a:ext cx="1260678" cy="35257"/>
              </a:xfrm>
            </p:spPr>
          </p:sp>
        </mc:Fallback>
      </mc:AlternateContent>
      <mc:AlternateContent xmlns:mc="http://schemas.openxmlformats.org/markup-compatibility/2006">
        <mc:Choice xmlns:p14="http://schemas.microsoft.com/office/powerpoint/2010/main" Requires="p14">
          <p:contentPart p14:bwMode="auto" r:id="rId28">
            <p14:nvContentPartPr>
              <p14:cNvPr id="1049048" name=""/>
              <p14:cNvContentPartPr/>
              <p14:nvPr/>
            </p14:nvContentPartPr>
            <p14:xfrm>
              <a:off x="567407" y="4914977"/>
              <a:ext cx="399715" cy="407490"/>
            </p14:xfrm>
          </p:contentPart>
        </mc:Choice>
        <mc:Fallback>
          <p:sp>
            <p:nvSpPr>
              <p:cNvPr id="1049048" name=""/>
              <p:cNvSpPr/>
              <p:nvPr/>
            </p:nvSpPr>
            <p:spPr>
              <a:xfrm>
                <a:off x="567407" y="4914977"/>
                <a:ext cx="399715" cy="407490"/>
              </a:xfrm>
            </p:spPr>
          </p:sp>
        </mc:Fallback>
      </mc:AlternateContent>
      <mc:AlternateContent xmlns:mc="http://schemas.openxmlformats.org/markup-compatibility/2006">
        <mc:Choice xmlns:p14="http://schemas.microsoft.com/office/powerpoint/2010/main" Requires="p14">
          <p:contentPart p14:bwMode="auto" r:id="rId29">
            <p14:nvContentPartPr>
              <p14:cNvPr id="1049049" name=""/>
              <p14:cNvContentPartPr/>
              <p14:nvPr/>
            </p14:nvContentPartPr>
            <p14:xfrm>
              <a:off x="181308" y="4078492"/>
              <a:ext cx="40990" cy="259586"/>
            </p14:xfrm>
          </p:contentPart>
        </mc:Choice>
        <mc:Fallback>
          <p:sp>
            <p:nvSpPr>
              <p:cNvPr id="1049049" name=""/>
              <p:cNvSpPr/>
              <p:nvPr/>
            </p:nvSpPr>
            <p:spPr>
              <a:xfrm>
                <a:off x="181308" y="4078492"/>
                <a:ext cx="40990" cy="259586"/>
              </a:xfrm>
            </p:spPr>
          </p:sp>
        </mc:Fallback>
      </mc:AlternateContent>
      <mc:AlternateContent xmlns:mc="http://schemas.openxmlformats.org/markup-compatibility/2006">
        <mc:Choice xmlns:p14="http://schemas.microsoft.com/office/powerpoint/2010/main" Requires="p14">
          <p:contentPart p14:bwMode="auto" r:id="rId30">
            <p14:nvContentPartPr>
              <p14:cNvPr id="1049050" name=""/>
              <p14:cNvContentPartPr/>
              <p14:nvPr/>
            </p14:nvContentPartPr>
            <p14:xfrm>
              <a:off x="170757" y="3958413"/>
              <a:ext cx="23244" cy="20301"/>
            </p14:xfrm>
          </p:contentPart>
        </mc:Choice>
        <mc:Fallback>
          <p:sp>
            <p:nvSpPr>
              <p:cNvPr id="1049050" name=""/>
              <p:cNvSpPr/>
              <p:nvPr/>
            </p:nvSpPr>
            <p:spPr>
              <a:xfrm>
                <a:off x="170757" y="3958413"/>
                <a:ext cx="23244" cy="20301"/>
              </a:xfrm>
            </p:spPr>
          </p:sp>
        </mc:Fallback>
      </mc:AlternateContent>
      <mc:AlternateContent xmlns:mc="http://schemas.openxmlformats.org/markup-compatibility/2006">
        <mc:Choice xmlns:p14="http://schemas.microsoft.com/office/powerpoint/2010/main" Requires="p14">
          <p:contentPart p14:bwMode="auto" r:id="rId31">
            <p14:nvContentPartPr>
              <p14:cNvPr id="1049051" name=""/>
              <p14:cNvContentPartPr/>
              <p14:nvPr/>
            </p14:nvContentPartPr>
            <p14:xfrm>
              <a:off x="252635" y="4126668"/>
              <a:ext cx="105786" cy="11741"/>
            </p14:xfrm>
          </p:contentPart>
        </mc:Choice>
        <mc:Fallback>
          <p:sp>
            <p:nvSpPr>
              <p:cNvPr id="1049051" name=""/>
              <p:cNvSpPr/>
              <p:nvPr/>
            </p:nvSpPr>
            <p:spPr>
              <a:xfrm>
                <a:off x="252635" y="4126668"/>
                <a:ext cx="105786" cy="11741"/>
              </a:xfrm>
            </p:spPr>
          </p:sp>
        </mc:Fallback>
      </mc:AlternateContent>
      <mc:AlternateContent xmlns:mc="http://schemas.openxmlformats.org/markup-compatibility/2006">
        <mc:Choice xmlns:p14="http://schemas.microsoft.com/office/powerpoint/2010/main" Requires="p14">
          <p:contentPart p14:bwMode="auto" r:id="rId32">
            <p14:nvContentPartPr>
              <p14:cNvPr id="1049052" name=""/>
              <p14:cNvContentPartPr/>
              <p14:nvPr/>
            </p14:nvContentPartPr>
            <p14:xfrm>
              <a:off x="269523" y="4178715"/>
              <a:ext cx="127475" cy="12821"/>
            </p14:xfrm>
          </p:contentPart>
        </mc:Choice>
        <mc:Fallback>
          <p:sp>
            <p:nvSpPr>
              <p:cNvPr id="1049052" name=""/>
              <p:cNvSpPr/>
              <p:nvPr/>
            </p:nvSpPr>
            <p:spPr>
              <a:xfrm>
                <a:off x="269523" y="4178715"/>
                <a:ext cx="127475" cy="12821"/>
              </a:xfrm>
            </p:spPr>
          </p:sp>
        </mc:Fallback>
      </mc:AlternateContent>
      <mc:AlternateContent xmlns:mc="http://schemas.openxmlformats.org/markup-compatibility/2006">
        <mc:Choice xmlns:p14="http://schemas.microsoft.com/office/powerpoint/2010/main" Requires="p14">
          <p:contentPart p14:bwMode="auto" r:id="rId33">
            <p14:nvContentPartPr>
              <p14:cNvPr id="1049053" name=""/>
              <p14:cNvContentPartPr/>
              <p14:nvPr/>
            </p14:nvContentPartPr>
            <p14:xfrm>
              <a:off x="502500" y="4038303"/>
              <a:ext cx="27696" cy="206988"/>
            </p14:xfrm>
          </p:contentPart>
        </mc:Choice>
        <mc:Fallback>
          <p:sp>
            <p:nvSpPr>
              <p:cNvPr id="1049053" name=""/>
              <p:cNvSpPr/>
              <p:nvPr/>
            </p:nvSpPr>
            <p:spPr>
              <a:xfrm>
                <a:off x="502500" y="4038303"/>
                <a:ext cx="27696" cy="206988"/>
              </a:xfrm>
            </p:spPr>
          </p:sp>
        </mc:Fallback>
      </mc:AlternateContent>
      <mc:AlternateContent xmlns:mc="http://schemas.openxmlformats.org/markup-compatibility/2006">
        <mc:Choice xmlns:p14="http://schemas.microsoft.com/office/powerpoint/2010/main" Requires="p14">
          <p:contentPart p14:bwMode="auto" r:id="rId34">
            <p14:nvContentPartPr>
              <p14:cNvPr id="1049054" name=""/>
              <p14:cNvContentPartPr/>
              <p14:nvPr/>
            </p14:nvContentPartPr>
            <p14:xfrm>
              <a:off x="365236" y="3936579"/>
              <a:ext cx="324742" cy="344532"/>
            </p14:xfrm>
          </p:contentPart>
        </mc:Choice>
        <mc:Fallback>
          <p:sp>
            <p:nvSpPr>
              <p:cNvPr id="1049054" name=""/>
              <p:cNvSpPr/>
              <p:nvPr/>
            </p:nvSpPr>
            <p:spPr>
              <a:xfrm>
                <a:off x="365236" y="3936579"/>
                <a:ext cx="324742" cy="344532"/>
              </a:xfrm>
            </p:spPr>
          </p:sp>
        </mc:Fallback>
      </mc:AlternateContent>
      <mc:AlternateContent xmlns:mc="http://schemas.openxmlformats.org/markup-compatibility/2006">
        <mc:Choice xmlns:p14="http://schemas.microsoft.com/office/powerpoint/2010/main" Requires="p14">
          <p:contentPart p14:bwMode="auto" r:id="rId35">
            <p14:nvContentPartPr>
              <p14:cNvPr id="1049055" name=""/>
              <p14:cNvContentPartPr/>
              <p14:nvPr/>
            </p14:nvContentPartPr>
            <p14:xfrm>
              <a:off x="1573324" y="4784135"/>
              <a:ext cx="1813472" cy="99855"/>
            </p14:xfrm>
          </p:contentPart>
        </mc:Choice>
        <mc:Fallback>
          <p:sp>
            <p:nvSpPr>
              <p:cNvPr id="1049055" name=""/>
              <p:cNvSpPr/>
              <p:nvPr/>
            </p:nvSpPr>
            <p:spPr>
              <a:xfrm>
                <a:off x="1573324" y="4784135"/>
                <a:ext cx="1813472" cy="99855"/>
              </a:xfrm>
            </p:spPr>
          </p:sp>
        </mc:Fallback>
      </mc:AlternateContent>
      <mc:AlternateContent xmlns:mc="http://schemas.openxmlformats.org/markup-compatibility/2006">
        <mc:Choice xmlns:p14="http://schemas.microsoft.com/office/powerpoint/2010/main" Requires="p14">
          <p:contentPart p14:bwMode="auto" r:id="rId36">
            <p14:nvContentPartPr>
              <p14:cNvPr id="1049056" name=""/>
              <p14:cNvContentPartPr/>
              <p14:nvPr/>
            </p14:nvContentPartPr>
            <p14:xfrm>
              <a:off x="2143602" y="4729541"/>
              <a:ext cx="1511932" cy="85993"/>
            </p14:xfrm>
          </p:contentPart>
        </mc:Choice>
        <mc:Fallback>
          <p:sp>
            <p:nvSpPr>
              <p:cNvPr id="1049056" name=""/>
              <p:cNvSpPr/>
              <p:nvPr/>
            </p:nvSpPr>
            <p:spPr>
              <a:xfrm>
                <a:off x="2143602" y="4729541"/>
                <a:ext cx="1511932" cy="85993"/>
              </a:xfrm>
            </p:spPr>
          </p:sp>
        </mc:Fallback>
      </mc:AlternateContent>
      <mc:AlternateContent xmlns:mc="http://schemas.openxmlformats.org/markup-compatibility/2006">
        <mc:Choice xmlns:p14="http://schemas.microsoft.com/office/powerpoint/2010/main" Requires="p14">
          <p:contentPart p14:bwMode="auto" r:id="rId37">
            <p14:nvContentPartPr>
              <p14:cNvPr id="1049135" name=""/>
              <p14:cNvContentPartPr/>
              <p14:nvPr/>
            </p14:nvContentPartPr>
            <p14:xfrm>
              <a:off x="794392" y="5071513"/>
              <a:ext cx="146596" cy="220735"/>
            </p14:xfrm>
          </p:contentPart>
        </mc:Choice>
        <mc:Fallback>
          <p:sp>
            <p:nvSpPr>
              <p:cNvPr id="1049135" name=""/>
              <p:cNvSpPr/>
              <p:nvPr/>
            </p:nvSpPr>
            <p:spPr>
              <a:xfrm>
                <a:off x="794392" y="5071513"/>
                <a:ext cx="146596" cy="220735"/>
              </a:xfrm>
            </p:spPr>
          </p:sp>
        </mc:Fallback>
      </mc:AlternateContent>
      <mc:AlternateContent xmlns:mc="http://schemas.openxmlformats.org/markup-compatibility/2006">
        <mc:Choice xmlns:p14="http://schemas.microsoft.com/office/powerpoint/2010/main" Requires="p14">
          <p:contentPart p14:bwMode="auto" r:id="rId38">
            <p14:nvContentPartPr>
              <p14:cNvPr id="1049153" name=""/>
              <p14:cNvContentPartPr/>
              <p14:nvPr/>
            </p14:nvContentPartPr>
            <p14:xfrm>
              <a:off x="0" y="0"/>
              <a:ext cx="0" cy="0"/>
            </p14:xfrm>
          </p:contentPart>
        </mc:Choice>
        <mc:Fallback>
          <p:sp>
            <p:nvSpPr>
              <p:cNvPr id="1049153"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39">
            <p14:nvContentPartPr>
              <p14:cNvPr id="1049154" name=""/>
              <p14:cNvContentPartPr/>
              <p14:nvPr/>
            </p14:nvContentPartPr>
            <p14:xfrm>
              <a:off x="0" y="0"/>
              <a:ext cx="0" cy="0"/>
            </p14:xfrm>
          </p:contentPart>
        </mc:Choice>
        <mc:Fallback>
          <p:sp>
            <p:nvSpPr>
              <p:cNvPr id="1049154"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40">
            <p14:nvContentPartPr>
              <p14:cNvPr id="1049155" name=""/>
              <p14:cNvContentPartPr/>
              <p14:nvPr/>
            </p14:nvContentPartPr>
            <p14:xfrm>
              <a:off x="0" y="0"/>
              <a:ext cx="0" cy="0"/>
            </p14:xfrm>
          </p:contentPart>
        </mc:Choice>
        <mc:Fallback>
          <p:sp>
            <p:nvSpPr>
              <p:cNvPr id="1049155" name=""/>
              <p:cNvSpPr/>
              <p:nvPr/>
            </p:nvSpPr>
            <p:spPr>
              <a:xfrm>
                <a:off x="0" y="0"/>
                <a:ext cx="0" cy="0"/>
              </a:xfrm>
            </p:spPr>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611" name="Title 1"/>
          <p:cNvSpPr>
            <a:spLocks noGrp="1"/>
          </p:cNvSpPr>
          <p:nvPr>
            <p:ph type="title"/>
          </p:nvPr>
        </p:nvSpPr>
        <p:spPr>
          <a:xfrm>
            <a:off x="365589" y="303481"/>
            <a:ext cx="10515600" cy="734210"/>
          </a:xfrm>
        </p:spPr>
        <p:txBody>
          <a:bodyPr/>
          <a:p>
            <a:r>
              <a:rPr b="1" dirty="0" lang="en-US"/>
              <a:t>Signal Flow Graph</a:t>
            </a:r>
            <a:endParaRPr dirty="0" lang="en-US"/>
          </a:p>
        </p:txBody>
      </p:sp>
      <p:sp>
        <p:nvSpPr>
          <p:cNvPr id="1048612" name="TextBox 3"/>
          <p:cNvSpPr txBox="1"/>
          <p:nvPr/>
        </p:nvSpPr>
        <p:spPr>
          <a:xfrm>
            <a:off x="365589" y="1037691"/>
            <a:ext cx="10935984" cy="461665"/>
          </a:xfrm>
          <a:prstGeom prst="rect"/>
          <a:noFill/>
        </p:spPr>
        <p:txBody>
          <a:bodyPr wrap="square">
            <a:spAutoFit/>
          </a:bodyPr>
          <a:p>
            <a:r>
              <a:rPr dirty="0" sz="2400" lang="en-US">
                <a:latin typeface="Times New Roman" panose="02020603050405020304" pitchFamily="18" charset="0"/>
                <a:cs typeface="Times New Roman" panose="02020603050405020304" pitchFamily="18" charset="0"/>
              </a:rPr>
              <a:t>For the system represented in figure find the T/F by the help of SFG technique</a:t>
            </a:r>
          </a:p>
        </p:txBody>
      </p:sp>
      <p:pic>
        <p:nvPicPr>
          <p:cNvPr id="2097157" name="Picture 2"/>
          <p:cNvPicPr>
            <a:picLocks noChangeAspect="1"/>
          </p:cNvPicPr>
          <p:nvPr/>
        </p:nvPicPr>
        <p:blipFill>
          <a:blip xmlns:r="http://schemas.openxmlformats.org/officeDocument/2006/relationships" r:embed="rId1"/>
          <a:stretch>
            <a:fillRect/>
          </a:stretch>
        </p:blipFill>
        <p:spPr>
          <a:xfrm>
            <a:off x="8254784" y="1595775"/>
            <a:ext cx="3571627" cy="1275582"/>
          </a:xfrm>
          <a:prstGeom prst="rect"/>
        </p:spPr>
      </p:pic>
      <p:pic>
        <p:nvPicPr>
          <p:cNvPr id="2097158" name="Picture 4"/>
          <p:cNvPicPr>
            <a:picLocks noChangeAspect="1"/>
          </p:cNvPicPr>
          <p:nvPr/>
        </p:nvPicPr>
        <p:blipFill>
          <a:blip xmlns:r="http://schemas.openxmlformats.org/officeDocument/2006/relationships" r:embed="rId2"/>
          <a:stretch>
            <a:fillRect/>
          </a:stretch>
        </p:blipFill>
        <p:spPr>
          <a:xfrm>
            <a:off x="719193" y="1763883"/>
            <a:ext cx="5553448" cy="2627880"/>
          </a:xfrm>
          <a:prstGeom prst="rect"/>
        </p:spPr>
      </p:pic>
      <mc:AlternateContent xmlns:mc="http://schemas.openxmlformats.org/markup-compatibility/2006">
        <mc:Choice xmlns:p14="http://schemas.microsoft.com/office/powerpoint/2010/main" Requires="p14">
          <p:contentPart p14:bwMode="auto" r:id="rId3">
            <p14:nvContentPartPr>
              <p14:cNvPr id="1049057" name=""/>
              <p14:cNvContentPartPr/>
              <p14:nvPr/>
            </p14:nvContentPartPr>
            <p14:xfrm>
              <a:off x="0" y="0"/>
              <a:ext cx="0" cy="0"/>
            </p14:xfrm>
          </p:contentPart>
        </mc:Choice>
        <mc:Fallback>
          <p:sp>
            <p:nvSpPr>
              <p:cNvPr id="1049057"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4">
            <p14:nvContentPartPr>
              <p14:cNvPr id="1049247" name=""/>
              <p14:cNvContentPartPr/>
              <p14:nvPr/>
            </p14:nvContentPartPr>
            <p14:xfrm>
              <a:off x="8268733" y="1560497"/>
              <a:ext cx="270" cy="17507"/>
            </p14:xfrm>
          </p:contentPart>
        </mc:Choice>
        <mc:Fallback>
          <p:sp>
            <p:nvSpPr>
              <p:cNvPr id="1049247" name=""/>
              <p:cNvSpPr/>
              <p:nvPr/>
            </p:nvSpPr>
            <p:spPr>
              <a:xfrm>
                <a:off x="8268733" y="1560497"/>
                <a:ext cx="270" cy="17507"/>
              </a:xfrm>
            </p:spPr>
          </p:sp>
        </mc:Fallback>
      </mc:AlternateContent>
      <mc:AlternateContent xmlns:mc="http://schemas.openxmlformats.org/markup-compatibility/2006">
        <mc:Choice xmlns:p14="http://schemas.microsoft.com/office/powerpoint/2010/main" Requires="p14">
          <p:contentPart p14:bwMode="auto" r:id="rId5">
            <p14:nvContentPartPr>
              <p14:cNvPr id="1049248" name=""/>
              <p14:cNvContentPartPr/>
              <p14:nvPr/>
            </p14:nvContentPartPr>
            <p14:xfrm>
              <a:off x="8033012" y="2970862"/>
              <a:ext cx="942910" cy="302873"/>
            </p14:xfrm>
          </p:contentPart>
        </mc:Choice>
        <mc:Fallback>
          <p:sp>
            <p:nvSpPr>
              <p:cNvPr id="1049248" name=""/>
              <p:cNvSpPr/>
              <p:nvPr/>
            </p:nvSpPr>
            <p:spPr>
              <a:xfrm>
                <a:off x="8033012" y="2970862"/>
                <a:ext cx="942910" cy="302873"/>
              </a:xfrm>
            </p:spPr>
          </p:sp>
        </mc:Fallback>
      </mc:AlternateContent>
      <mc:AlternateContent xmlns:mc="http://schemas.openxmlformats.org/markup-compatibility/2006">
        <mc:Choice xmlns:p14="http://schemas.microsoft.com/office/powerpoint/2010/main" Requires="p14">
          <p:contentPart p14:bwMode="auto" r:id="rId6">
            <p14:nvContentPartPr>
              <p14:cNvPr id="1049249" name=""/>
              <p14:cNvContentPartPr/>
              <p14:nvPr/>
            </p14:nvContentPartPr>
            <p14:xfrm>
              <a:off x="7917316" y="1474149"/>
              <a:ext cx="561266" cy="1528224"/>
            </p14:xfrm>
          </p:contentPart>
        </mc:Choice>
        <mc:Fallback>
          <p:sp>
            <p:nvSpPr>
              <p:cNvPr id="1049249" name=""/>
              <p:cNvSpPr/>
              <p:nvPr/>
            </p:nvSpPr>
            <p:spPr>
              <a:xfrm>
                <a:off x="7917316" y="1474149"/>
                <a:ext cx="561266" cy="1528224"/>
              </a:xfrm>
            </p:spPr>
          </p:sp>
        </mc:Fallback>
      </mc:AlternateContent>
      <mc:AlternateContent xmlns:mc="http://schemas.openxmlformats.org/markup-compatibility/2006">
        <mc:Choice xmlns:p14="http://schemas.microsoft.com/office/powerpoint/2010/main" Requires="p14">
          <p:contentPart p14:bwMode="auto" r:id="rId7">
            <p14:nvContentPartPr>
              <p14:cNvPr id="1049250" name=""/>
              <p14:cNvContentPartPr/>
              <p14:nvPr/>
            </p14:nvContentPartPr>
            <p14:xfrm>
              <a:off x="5973602" y="3678551"/>
              <a:ext cx="116832" cy="99568"/>
            </p14:xfrm>
          </p:contentPart>
        </mc:Choice>
        <mc:Fallback>
          <p:sp>
            <p:nvSpPr>
              <p:cNvPr id="1049250" name=""/>
              <p:cNvSpPr/>
              <p:nvPr/>
            </p:nvSpPr>
            <p:spPr>
              <a:xfrm>
                <a:off x="5973602" y="3678551"/>
                <a:ext cx="116832" cy="99568"/>
              </a:xfrm>
            </p:spPr>
          </p:sp>
        </mc:Fallback>
      </mc:AlternateContent>
      <mc:AlternateContent xmlns:mc="http://schemas.openxmlformats.org/markup-compatibility/2006">
        <mc:Choice xmlns:p14="http://schemas.microsoft.com/office/powerpoint/2010/main" Requires="p14">
          <p:contentPart p14:bwMode="auto" r:id="rId8">
            <p14:nvContentPartPr>
              <p14:cNvPr id="1049251" name=""/>
              <p14:cNvContentPartPr/>
              <p14:nvPr/>
            </p14:nvContentPartPr>
            <p14:xfrm>
              <a:off x="6071736" y="3615072"/>
              <a:ext cx="207480" cy="115334"/>
            </p14:xfrm>
          </p:contentPart>
        </mc:Choice>
        <mc:Fallback>
          <p:sp>
            <p:nvSpPr>
              <p:cNvPr id="1049251" name=""/>
              <p:cNvSpPr/>
              <p:nvPr/>
            </p:nvSpPr>
            <p:spPr>
              <a:xfrm>
                <a:off x="6071736" y="3615072"/>
                <a:ext cx="207480" cy="115334"/>
              </a:xfrm>
            </p:spPr>
          </p:sp>
        </mc:Fallback>
      </mc:AlternateContent>
      <mc:AlternateContent xmlns:mc="http://schemas.openxmlformats.org/markup-compatibility/2006">
        <mc:Choice xmlns:p14="http://schemas.microsoft.com/office/powerpoint/2010/main" Requires="p14">
          <p:contentPart p14:bwMode="auto" r:id="rId9">
            <p14:nvContentPartPr>
              <p14:cNvPr id="1049252" name=""/>
              <p14:cNvContentPartPr/>
              <p14:nvPr/>
            </p14:nvContentPartPr>
            <p14:xfrm>
              <a:off x="1162187" y="3052397"/>
              <a:ext cx="89337" cy="101125"/>
            </p14:xfrm>
          </p:contentPart>
        </mc:Choice>
        <mc:Fallback>
          <p:sp>
            <p:nvSpPr>
              <p:cNvPr id="1049252" name=""/>
              <p:cNvSpPr/>
              <p:nvPr/>
            </p:nvSpPr>
            <p:spPr>
              <a:xfrm>
                <a:off x="1162187" y="3052397"/>
                <a:ext cx="89337" cy="101125"/>
              </a:xfrm>
            </p:spPr>
          </p:sp>
        </mc:Fallback>
      </mc:AlternateContent>
      <mc:AlternateContent xmlns:mc="http://schemas.openxmlformats.org/markup-compatibility/2006">
        <mc:Choice xmlns:p14="http://schemas.microsoft.com/office/powerpoint/2010/main" Requires="p14">
          <p:contentPart p14:bwMode="auto" r:id="rId10">
            <p14:nvContentPartPr>
              <p14:cNvPr id="1049253" name=""/>
              <p14:cNvContentPartPr/>
              <p14:nvPr/>
            </p14:nvContentPartPr>
            <p14:xfrm>
              <a:off x="2199461" y="3036749"/>
              <a:ext cx="126650" cy="131144"/>
            </p14:xfrm>
          </p:contentPart>
        </mc:Choice>
        <mc:Fallback>
          <p:sp>
            <p:nvSpPr>
              <p:cNvPr id="1049253" name=""/>
              <p:cNvSpPr/>
              <p:nvPr/>
            </p:nvSpPr>
            <p:spPr>
              <a:xfrm>
                <a:off x="2199461" y="3036749"/>
                <a:ext cx="126650" cy="131144"/>
              </a:xfrm>
            </p:spPr>
          </p:sp>
        </mc:Fallback>
      </mc:AlternateContent>
      <mc:AlternateContent xmlns:mc="http://schemas.openxmlformats.org/markup-compatibility/2006">
        <mc:Choice xmlns:p14="http://schemas.microsoft.com/office/powerpoint/2010/main" Requires="p14">
          <p:contentPart p14:bwMode="auto" r:id="rId11">
            <p14:nvContentPartPr>
              <p14:cNvPr id="1049254" name=""/>
              <p14:cNvContentPartPr/>
              <p14:nvPr/>
            </p14:nvContentPartPr>
            <p14:xfrm>
              <a:off x="3255579" y="3096040"/>
              <a:ext cx="93729" cy="55462"/>
            </p14:xfrm>
          </p:contentPart>
        </mc:Choice>
        <mc:Fallback>
          <p:sp>
            <p:nvSpPr>
              <p:cNvPr id="1049254" name=""/>
              <p:cNvSpPr/>
              <p:nvPr/>
            </p:nvSpPr>
            <p:spPr>
              <a:xfrm>
                <a:off x="3255579" y="3096040"/>
                <a:ext cx="93729" cy="55462"/>
              </a:xfrm>
            </p:spPr>
          </p:sp>
        </mc:Fallback>
      </mc:AlternateContent>
      <mc:AlternateContent xmlns:mc="http://schemas.openxmlformats.org/markup-compatibility/2006">
        <mc:Choice xmlns:p14="http://schemas.microsoft.com/office/powerpoint/2010/main" Requires="p14">
          <p:contentPart p14:bwMode="auto" r:id="rId12">
            <p14:nvContentPartPr>
              <p14:cNvPr id="1049255" name=""/>
              <p14:cNvContentPartPr/>
              <p14:nvPr/>
            </p14:nvContentPartPr>
            <p14:xfrm>
              <a:off x="5377776" y="5133188"/>
              <a:ext cx="15411" cy="8486"/>
            </p14:xfrm>
          </p:contentPart>
        </mc:Choice>
        <mc:Fallback>
          <p:sp>
            <p:nvSpPr>
              <p:cNvPr id="1049255" name=""/>
              <p:cNvSpPr/>
              <p:nvPr/>
            </p:nvSpPr>
            <p:spPr>
              <a:xfrm>
                <a:off x="5377776" y="5133188"/>
                <a:ext cx="15411" cy="8486"/>
              </a:xfrm>
            </p:spPr>
          </p:sp>
        </mc:Fallback>
      </mc:AlternateContent>
      <mc:AlternateContent xmlns:mc="http://schemas.openxmlformats.org/markup-compatibility/2006">
        <mc:Choice xmlns:p14="http://schemas.microsoft.com/office/powerpoint/2010/main" Requires="p14">
          <p:contentPart p14:bwMode="auto" r:id="rId13">
            <p14:nvContentPartPr>
              <p14:cNvPr id="1049256" name=""/>
              <p14:cNvContentPartPr/>
              <p14:nvPr/>
            </p14:nvContentPartPr>
            <p14:xfrm>
              <a:off x="4342009" y="3093223"/>
              <a:ext cx="92754" cy="40214"/>
            </p14:xfrm>
          </p:contentPart>
        </mc:Choice>
        <mc:Fallback>
          <p:sp>
            <p:nvSpPr>
              <p:cNvPr id="1049256" name=""/>
              <p:cNvSpPr/>
              <p:nvPr/>
            </p:nvSpPr>
            <p:spPr>
              <a:xfrm>
                <a:off x="4342009" y="3093223"/>
                <a:ext cx="92754" cy="40214"/>
              </a:xfrm>
            </p:spPr>
          </p:sp>
        </mc:Fallback>
      </mc:AlternateContent>
      <mc:AlternateContent xmlns:mc="http://schemas.openxmlformats.org/markup-compatibility/2006">
        <mc:Choice xmlns:p14="http://schemas.microsoft.com/office/powerpoint/2010/main" Requires="p14">
          <p:contentPart p14:bwMode="auto" r:id="rId14">
            <p14:nvContentPartPr>
              <p14:cNvPr id="1049257" name=""/>
              <p14:cNvContentPartPr/>
              <p14:nvPr/>
            </p14:nvContentPartPr>
            <p14:xfrm>
              <a:off x="5482565" y="3084887"/>
              <a:ext cx="123362" cy="60059"/>
            </p14:xfrm>
          </p:contentPart>
        </mc:Choice>
        <mc:Fallback>
          <p:sp>
            <p:nvSpPr>
              <p:cNvPr id="1049257" name=""/>
              <p:cNvSpPr/>
              <p:nvPr/>
            </p:nvSpPr>
            <p:spPr>
              <a:xfrm>
                <a:off x="5482565" y="3084887"/>
                <a:ext cx="123362" cy="60059"/>
              </a:xfrm>
            </p:spPr>
          </p:sp>
        </mc:Fallback>
      </mc:AlternateContent>
      <mc:AlternateContent xmlns:mc="http://schemas.openxmlformats.org/markup-compatibility/2006">
        <mc:Choice xmlns:p14="http://schemas.microsoft.com/office/powerpoint/2010/main" Requires="p14">
          <p:contentPart p14:bwMode="auto" r:id="rId15">
            <p14:nvContentPartPr>
              <p14:cNvPr id="1049258" name=""/>
              <p14:cNvContentPartPr/>
              <p14:nvPr/>
            </p14:nvContentPartPr>
            <p14:xfrm>
              <a:off x="9829149" y="5455489"/>
              <a:ext cx="184698" cy="57873"/>
            </p14:xfrm>
          </p:contentPart>
        </mc:Choice>
        <mc:Fallback>
          <p:sp>
            <p:nvSpPr>
              <p:cNvPr id="1049258" name=""/>
              <p:cNvSpPr/>
              <p:nvPr/>
            </p:nvSpPr>
            <p:spPr>
              <a:xfrm>
                <a:off x="9829149" y="5455489"/>
                <a:ext cx="184698" cy="57873"/>
              </a:xfrm>
            </p:spPr>
          </p:sp>
        </mc:Fallback>
      </mc:AlternateContent>
      <mc:AlternateContent xmlns:mc="http://schemas.openxmlformats.org/markup-compatibility/2006">
        <mc:Choice xmlns:p14="http://schemas.microsoft.com/office/powerpoint/2010/main" Requires="p14">
          <p:contentPart p14:bwMode="auto" r:id="rId16">
            <p14:nvContentPartPr>
              <p14:cNvPr id="1049259" name=""/>
              <p14:cNvContentPartPr/>
              <p14:nvPr/>
            </p14:nvContentPartPr>
            <p14:xfrm>
              <a:off x="8182524" y="1632681"/>
              <a:ext cx="473478" cy="429081"/>
            </p14:xfrm>
          </p:contentPart>
        </mc:Choice>
        <mc:Fallback>
          <p:sp>
            <p:nvSpPr>
              <p:cNvPr id="1049259" name=""/>
              <p:cNvSpPr/>
              <p:nvPr/>
            </p:nvSpPr>
            <p:spPr>
              <a:xfrm>
                <a:off x="8182524" y="1632681"/>
                <a:ext cx="473478" cy="429081"/>
              </a:xfrm>
            </p:spPr>
          </p:sp>
        </mc:Fallback>
      </mc:AlternateContent>
      <mc:AlternateContent xmlns:mc="http://schemas.openxmlformats.org/markup-compatibility/2006">
        <mc:Choice xmlns:p14="http://schemas.microsoft.com/office/powerpoint/2010/main" Requires="p14">
          <p:contentPart p14:bwMode="auto" r:id="rId17">
            <p14:nvContentPartPr>
              <p14:cNvPr id="1049260" name=""/>
              <p14:cNvContentPartPr/>
              <p14:nvPr/>
            </p14:nvContentPartPr>
            <p14:xfrm>
              <a:off x="9300873" y="1962845"/>
              <a:ext cx="176332" cy="17082"/>
            </p14:xfrm>
          </p:contentPart>
        </mc:Choice>
        <mc:Fallback>
          <p:sp>
            <p:nvSpPr>
              <p:cNvPr id="1049260" name=""/>
              <p:cNvSpPr/>
              <p:nvPr/>
            </p:nvSpPr>
            <p:spPr>
              <a:xfrm>
                <a:off x="9300873" y="1962845"/>
                <a:ext cx="176332" cy="17082"/>
              </a:xfrm>
            </p:spPr>
          </p:sp>
        </mc:Fallback>
      </mc:AlternateContent>
      <mc:AlternateContent xmlns:mc="http://schemas.openxmlformats.org/markup-compatibility/2006">
        <mc:Choice xmlns:p14="http://schemas.microsoft.com/office/powerpoint/2010/main" Requires="p14">
          <p:contentPart p14:bwMode="auto" r:id="rId18">
            <p14:nvContentPartPr>
              <p14:cNvPr id="1049261" name=""/>
              <p14:cNvContentPartPr/>
              <p14:nvPr/>
            </p14:nvContentPartPr>
            <p14:xfrm>
              <a:off x="10019675" y="1957243"/>
              <a:ext cx="191842" cy="7773"/>
            </p14:xfrm>
          </p:contentPart>
        </mc:Choice>
        <mc:Fallback>
          <p:sp>
            <p:nvSpPr>
              <p:cNvPr id="1049261" name=""/>
              <p:cNvSpPr/>
              <p:nvPr/>
            </p:nvSpPr>
            <p:spPr>
              <a:xfrm>
                <a:off x="10019675" y="1957243"/>
                <a:ext cx="191842" cy="7773"/>
              </a:xfrm>
            </p:spPr>
          </p:sp>
        </mc:Fallback>
      </mc:AlternateContent>
      <mc:AlternateContent xmlns:mc="http://schemas.openxmlformats.org/markup-compatibility/2006">
        <mc:Choice xmlns:p14="http://schemas.microsoft.com/office/powerpoint/2010/main" Requires="p14">
          <p:contentPart p14:bwMode="auto" r:id="rId19">
            <p14:nvContentPartPr>
              <p14:cNvPr id="1049262" name=""/>
              <p14:cNvContentPartPr/>
              <p14:nvPr/>
            </p14:nvContentPartPr>
            <p14:xfrm>
              <a:off x="10783509" y="1939462"/>
              <a:ext cx="167175" cy="18184"/>
            </p14:xfrm>
          </p:contentPart>
        </mc:Choice>
        <mc:Fallback>
          <p:sp>
            <p:nvSpPr>
              <p:cNvPr id="1049262" name=""/>
              <p:cNvSpPr/>
              <p:nvPr/>
            </p:nvSpPr>
            <p:spPr>
              <a:xfrm>
                <a:off x="10783509" y="1939462"/>
                <a:ext cx="167175" cy="18184"/>
              </a:xfrm>
            </p:spPr>
          </p:sp>
        </mc:Fallback>
      </mc:AlternateContent>
      <mc:AlternateContent xmlns:mc="http://schemas.openxmlformats.org/markup-compatibility/2006">
        <mc:Choice xmlns:p14="http://schemas.microsoft.com/office/powerpoint/2010/main" Requires="p14">
          <p:contentPart p14:bwMode="auto" r:id="rId20">
            <p14:nvContentPartPr>
              <p14:cNvPr id="1049263" name=""/>
              <p14:cNvContentPartPr/>
              <p14:nvPr/>
            </p14:nvContentPartPr>
            <p14:xfrm>
              <a:off x="11565294" y="1902927"/>
              <a:ext cx="165191" cy="38483"/>
            </p14:xfrm>
          </p:contentPart>
        </mc:Choice>
        <mc:Fallback>
          <p:sp>
            <p:nvSpPr>
              <p:cNvPr id="1049263" name=""/>
              <p:cNvSpPr/>
              <p:nvPr/>
            </p:nvSpPr>
            <p:spPr>
              <a:xfrm>
                <a:off x="11565294" y="1902927"/>
                <a:ext cx="165191" cy="38483"/>
              </a:xfrm>
            </p:spPr>
          </p:sp>
        </mc:Fallback>
      </mc:AlternateContent>
      <mc:AlternateContent xmlns:mc="http://schemas.openxmlformats.org/markup-compatibility/2006">
        <mc:Choice xmlns:p14="http://schemas.microsoft.com/office/powerpoint/2010/main" Requires="p14">
          <p:contentPart p14:bwMode="auto" r:id="rId21">
            <p14:nvContentPartPr>
              <p14:cNvPr id="1049264" name=""/>
              <p14:cNvContentPartPr/>
              <p14:nvPr/>
            </p14:nvContentPartPr>
            <p14:xfrm>
              <a:off x="0" y="0"/>
              <a:ext cx="0" cy="0"/>
            </p14:xfrm>
          </p:contentPart>
        </mc:Choice>
        <mc:Fallback>
          <p:sp>
            <p:nvSpPr>
              <p:cNvPr id="1049264"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22">
            <p14:nvContentPartPr>
              <p14:cNvPr id="1049265" name=""/>
              <p14:cNvContentPartPr/>
              <p14:nvPr/>
            </p14:nvContentPartPr>
            <p14:xfrm>
              <a:off x="9181591" y="1603059"/>
              <a:ext cx="304792" cy="388629"/>
            </p14:xfrm>
          </p:contentPart>
        </mc:Choice>
        <mc:Fallback>
          <p:sp>
            <p:nvSpPr>
              <p:cNvPr id="1049265" name=""/>
              <p:cNvSpPr/>
              <p:nvPr/>
            </p:nvSpPr>
            <p:spPr>
              <a:xfrm>
                <a:off x="9181591" y="1603059"/>
                <a:ext cx="304792" cy="388629"/>
              </a:xfrm>
            </p:spPr>
          </p:sp>
        </mc:Fallback>
      </mc:AlternateContent>
      <mc:AlternateContent xmlns:mc="http://schemas.openxmlformats.org/markup-compatibility/2006">
        <mc:Choice xmlns:p14="http://schemas.microsoft.com/office/powerpoint/2010/main" Requires="p14">
          <p:contentPart p14:bwMode="auto" r:id="rId23">
            <p14:nvContentPartPr>
              <p14:cNvPr id="1049266" name=""/>
              <p14:cNvContentPartPr/>
              <p14:nvPr/>
            </p14:nvContentPartPr>
            <p14:xfrm>
              <a:off x="8940173" y="1980786"/>
              <a:ext cx="231020" cy="33696"/>
            </p14:xfrm>
          </p:contentPart>
        </mc:Choice>
        <mc:Fallback>
          <p:sp>
            <p:nvSpPr>
              <p:cNvPr id="1049266" name=""/>
              <p:cNvSpPr/>
              <p:nvPr/>
            </p:nvSpPr>
            <p:spPr>
              <a:xfrm>
                <a:off x="8940173" y="1980786"/>
                <a:ext cx="231020" cy="33696"/>
              </a:xfrm>
            </p:spPr>
          </p:sp>
        </mc:Fallback>
      </mc:AlternateContent>
      <mc:AlternateContent xmlns:mc="http://schemas.openxmlformats.org/markup-compatibility/2006">
        <mc:Choice xmlns:p14="http://schemas.microsoft.com/office/powerpoint/2010/main" Requires="p14">
          <p:contentPart p14:bwMode="auto" r:id="rId24">
            <p14:nvContentPartPr>
              <p14:cNvPr id="1049267" name=""/>
              <p14:cNvContentPartPr/>
              <p14:nvPr/>
            </p14:nvContentPartPr>
            <p14:xfrm>
              <a:off x="1161962" y="3116772"/>
              <a:ext cx="1052133" cy="35423"/>
            </p14:xfrm>
          </p:contentPart>
        </mc:Choice>
        <mc:Fallback>
          <p:sp>
            <p:nvSpPr>
              <p:cNvPr id="1049267" name=""/>
              <p:cNvSpPr/>
              <p:nvPr/>
            </p:nvSpPr>
            <p:spPr>
              <a:xfrm>
                <a:off x="1161962" y="3116772"/>
                <a:ext cx="1052133" cy="35423"/>
              </a:xfrm>
            </p:spPr>
          </p:sp>
        </mc:Fallback>
      </mc:AlternateContent>
      <mc:AlternateContent xmlns:mc="http://schemas.openxmlformats.org/markup-compatibility/2006">
        <mc:Choice xmlns:p14="http://schemas.microsoft.com/office/powerpoint/2010/main" Requires="p14">
          <p:contentPart p14:bwMode="auto" r:id="rId25">
            <p14:nvContentPartPr>
              <p14:cNvPr id="1049268" name=""/>
              <p14:cNvContentPartPr/>
              <p14:nvPr/>
            </p14:nvContentPartPr>
            <p14:xfrm>
              <a:off x="1823149" y="3006298"/>
              <a:ext cx="151836" cy="263518"/>
            </p14:xfrm>
          </p:contentPart>
        </mc:Choice>
        <mc:Fallback>
          <p:sp>
            <p:nvSpPr>
              <p:cNvPr id="1049268" name=""/>
              <p:cNvSpPr/>
              <p:nvPr/>
            </p:nvSpPr>
            <p:spPr>
              <a:xfrm>
                <a:off x="1823149" y="3006298"/>
                <a:ext cx="151836" cy="263518"/>
              </a:xfrm>
            </p:spPr>
          </p:sp>
        </mc:Fallback>
      </mc:AlternateContent>
      <mc:AlternateContent xmlns:mc="http://schemas.openxmlformats.org/markup-compatibility/2006">
        <mc:Choice xmlns:p14="http://schemas.microsoft.com/office/powerpoint/2010/main" Requires="p14">
          <p:contentPart p14:bwMode="auto" r:id="rId26">
            <p14:nvContentPartPr>
              <p14:cNvPr id="1049269" name=""/>
              <p14:cNvContentPartPr/>
              <p14:nvPr/>
            </p14:nvContentPartPr>
            <p14:xfrm>
              <a:off x="1495536" y="2825530"/>
              <a:ext cx="303673" cy="284613"/>
            </p14:xfrm>
          </p:contentPart>
        </mc:Choice>
        <mc:Fallback>
          <p:sp>
            <p:nvSpPr>
              <p:cNvPr id="1049269" name=""/>
              <p:cNvSpPr/>
              <p:nvPr/>
            </p:nvSpPr>
            <p:spPr>
              <a:xfrm>
                <a:off x="1495536" y="2825530"/>
                <a:ext cx="303673" cy="284613"/>
              </a:xfrm>
            </p:spPr>
          </p:sp>
        </mc:Fallback>
      </mc:AlternateContent>
      <mc:AlternateContent xmlns:mc="http://schemas.openxmlformats.org/markup-compatibility/2006">
        <mc:Choice xmlns:p14="http://schemas.microsoft.com/office/powerpoint/2010/main" Requires="p14">
          <p:contentPart p14:bwMode="auto" r:id="rId27">
            <p14:nvContentPartPr>
              <p14:cNvPr id="1049270" name=""/>
              <p14:cNvContentPartPr/>
              <p14:nvPr/>
            </p14:nvContentPartPr>
            <p14:xfrm>
              <a:off x="9995434" y="1566694"/>
              <a:ext cx="221994" cy="453786"/>
            </p14:xfrm>
          </p:contentPart>
        </mc:Choice>
        <mc:Fallback>
          <p:sp>
            <p:nvSpPr>
              <p:cNvPr id="1049270" name=""/>
              <p:cNvSpPr/>
              <p:nvPr/>
            </p:nvSpPr>
            <p:spPr>
              <a:xfrm>
                <a:off x="9995434" y="1566694"/>
                <a:ext cx="221994" cy="453786"/>
              </a:xfrm>
            </p:spPr>
          </p:sp>
        </mc:Fallback>
      </mc:AlternateContent>
      <mc:AlternateContent xmlns:mc="http://schemas.openxmlformats.org/markup-compatibility/2006">
        <mc:Choice xmlns:p14="http://schemas.microsoft.com/office/powerpoint/2010/main" Requires="p14">
          <p:contentPart p14:bwMode="auto" r:id="rId28">
            <p14:nvContentPartPr>
              <p14:cNvPr id="1049271" name=""/>
              <p14:cNvContentPartPr/>
              <p14:nvPr/>
            </p14:nvContentPartPr>
            <p14:xfrm>
              <a:off x="0" y="0"/>
              <a:ext cx="0" cy="0"/>
            </p14:xfrm>
          </p:contentPart>
        </mc:Choice>
        <mc:Fallback>
          <p:sp>
            <p:nvSpPr>
              <p:cNvPr id="1049271"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29">
            <p14:nvContentPartPr>
              <p14:cNvPr id="1049272" name=""/>
              <p14:cNvContentPartPr/>
              <p14:nvPr/>
            </p14:nvContentPartPr>
            <p14:xfrm>
              <a:off x="0" y="0"/>
              <a:ext cx="0" cy="0"/>
            </p14:xfrm>
          </p:contentPart>
        </mc:Choice>
        <mc:Fallback>
          <p:sp>
            <p:nvSpPr>
              <p:cNvPr id="1049272"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30">
            <p14:nvContentPartPr>
              <p14:cNvPr id="1049273" name=""/>
              <p14:cNvContentPartPr/>
              <p14:nvPr/>
            </p14:nvContentPartPr>
            <p14:xfrm>
              <a:off x="0" y="0"/>
              <a:ext cx="0" cy="0"/>
            </p14:xfrm>
          </p:contentPart>
        </mc:Choice>
        <mc:Fallback>
          <p:sp>
            <p:nvSpPr>
              <p:cNvPr id="1049273"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31">
            <p14:nvContentPartPr>
              <p14:cNvPr id="1049274" name=""/>
              <p14:cNvContentPartPr/>
              <p14:nvPr/>
            </p14:nvContentPartPr>
            <p14:xfrm>
              <a:off x="0" y="0"/>
              <a:ext cx="0" cy="0"/>
            </p14:xfrm>
          </p:contentPart>
        </mc:Choice>
        <mc:Fallback>
          <p:sp>
            <p:nvSpPr>
              <p:cNvPr id="1049274"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32">
            <p14:nvContentPartPr>
              <p14:cNvPr id="1049275" name=""/>
              <p14:cNvContentPartPr/>
              <p14:nvPr/>
            </p14:nvContentPartPr>
            <p14:xfrm>
              <a:off x="2207463" y="3070844"/>
              <a:ext cx="1082198" cy="421507"/>
            </p14:xfrm>
          </p:contentPart>
        </mc:Choice>
        <mc:Fallback>
          <p:sp>
            <p:nvSpPr>
              <p:cNvPr id="1049275" name=""/>
              <p:cNvSpPr/>
              <p:nvPr/>
            </p:nvSpPr>
            <p:spPr>
              <a:xfrm>
                <a:off x="2207463" y="3070844"/>
                <a:ext cx="1082198" cy="421507"/>
              </a:xfrm>
            </p:spPr>
          </p:sp>
        </mc:Fallback>
      </mc:AlternateContent>
      <mc:AlternateContent xmlns:mc="http://schemas.openxmlformats.org/markup-compatibility/2006">
        <mc:Choice xmlns:p14="http://schemas.microsoft.com/office/powerpoint/2010/main" Requires="p14">
          <p:contentPart p14:bwMode="auto" r:id="rId33">
            <p14:nvContentPartPr>
              <p14:cNvPr id="1049276" name=""/>
              <p14:cNvContentPartPr/>
              <p14:nvPr/>
            </p14:nvContentPartPr>
            <p14:xfrm>
              <a:off x="2812387" y="3318067"/>
              <a:ext cx="242079" cy="174441"/>
            </p14:xfrm>
          </p:contentPart>
        </mc:Choice>
        <mc:Fallback>
          <p:sp>
            <p:nvSpPr>
              <p:cNvPr id="1049276" name=""/>
              <p:cNvSpPr/>
              <p:nvPr/>
            </p:nvSpPr>
            <p:spPr>
              <a:xfrm>
                <a:off x="2812387" y="3318067"/>
                <a:ext cx="242079" cy="174441"/>
              </a:xfrm>
            </p:spPr>
          </p:sp>
        </mc:Fallback>
      </mc:AlternateContent>
      <mc:AlternateContent xmlns:mc="http://schemas.openxmlformats.org/markup-compatibility/2006">
        <mc:Choice xmlns:p14="http://schemas.microsoft.com/office/powerpoint/2010/main" Requires="p14">
          <p:contentPart p14:bwMode="auto" r:id="rId34">
            <p14:nvContentPartPr>
              <p14:cNvPr id="1049277" name=""/>
              <p14:cNvContentPartPr/>
              <p14:nvPr/>
            </p14:nvContentPartPr>
            <p14:xfrm>
              <a:off x="2797019" y="3350949"/>
              <a:ext cx="15457" cy="1513"/>
            </p14:xfrm>
          </p:contentPart>
        </mc:Choice>
        <mc:Fallback>
          <p:sp>
            <p:nvSpPr>
              <p:cNvPr id="1049277" name=""/>
              <p:cNvSpPr/>
              <p:nvPr/>
            </p:nvSpPr>
            <p:spPr>
              <a:xfrm>
                <a:off x="2797019" y="3350949"/>
                <a:ext cx="15457" cy="1513"/>
              </a:xfrm>
            </p:spPr>
          </p:sp>
        </mc:Fallback>
      </mc:AlternateContent>
      <mc:AlternateContent xmlns:mc="http://schemas.openxmlformats.org/markup-compatibility/2006">
        <mc:Choice xmlns:p14="http://schemas.microsoft.com/office/powerpoint/2010/main" Requires="p14">
          <p:contentPart p14:bwMode="auto" r:id="rId35">
            <p14:nvContentPartPr>
              <p14:cNvPr id="1049278" name=""/>
              <p14:cNvContentPartPr/>
              <p14:nvPr/>
            </p14:nvContentPartPr>
            <p14:xfrm>
              <a:off x="10767033" y="1448045"/>
              <a:ext cx="271676" cy="571332"/>
            </p14:xfrm>
          </p:contentPart>
        </mc:Choice>
        <mc:Fallback>
          <p:sp>
            <p:nvSpPr>
              <p:cNvPr id="1049278" name=""/>
              <p:cNvSpPr/>
              <p:nvPr/>
            </p:nvSpPr>
            <p:spPr>
              <a:xfrm>
                <a:off x="10767033" y="1448045"/>
                <a:ext cx="271676" cy="571332"/>
              </a:xfrm>
            </p:spPr>
          </p:sp>
        </mc:Fallback>
      </mc:AlternateContent>
      <mc:AlternateContent xmlns:mc="http://schemas.openxmlformats.org/markup-compatibility/2006">
        <mc:Choice xmlns:p14="http://schemas.microsoft.com/office/powerpoint/2010/main" Requires="p14">
          <p:contentPart p14:bwMode="auto" r:id="rId36">
            <p14:nvContentPartPr>
              <p14:cNvPr id="1049279" name=""/>
              <p14:cNvContentPartPr/>
              <p14:nvPr/>
            </p14:nvContentPartPr>
            <p14:xfrm>
              <a:off x="2217020" y="3075472"/>
              <a:ext cx="2201199" cy="775507"/>
            </p14:xfrm>
          </p:contentPart>
        </mc:Choice>
        <mc:Fallback>
          <p:sp>
            <p:nvSpPr>
              <p:cNvPr id="1049279" name=""/>
              <p:cNvSpPr/>
              <p:nvPr/>
            </p:nvSpPr>
            <p:spPr>
              <a:xfrm>
                <a:off x="2217020" y="3075472"/>
                <a:ext cx="2201199" cy="775507"/>
              </a:xfrm>
            </p:spPr>
          </p:sp>
        </mc:Fallback>
      </mc:AlternateContent>
      <mc:AlternateContent xmlns:mc="http://schemas.openxmlformats.org/markup-compatibility/2006">
        <mc:Choice xmlns:p14="http://schemas.microsoft.com/office/powerpoint/2010/main" Requires="p14">
          <p:contentPart p14:bwMode="auto" r:id="rId37">
            <p14:nvContentPartPr>
              <p14:cNvPr id="1049280" name=""/>
              <p14:cNvContentPartPr/>
              <p14:nvPr/>
            </p14:nvContentPartPr>
            <p14:xfrm>
              <a:off x="3364699" y="3434898"/>
              <a:ext cx="344306" cy="233835"/>
            </p14:xfrm>
          </p:contentPart>
        </mc:Choice>
        <mc:Fallback>
          <p:sp>
            <p:nvSpPr>
              <p:cNvPr id="1049280" name=""/>
              <p:cNvSpPr/>
              <p:nvPr/>
            </p:nvSpPr>
            <p:spPr>
              <a:xfrm>
                <a:off x="3364699" y="3434898"/>
                <a:ext cx="344306" cy="233835"/>
              </a:xfrm>
            </p:spPr>
          </p:sp>
        </mc:Fallback>
      </mc:AlternateContent>
      <mc:AlternateContent xmlns:mc="http://schemas.openxmlformats.org/markup-compatibility/2006">
        <mc:Choice xmlns:p14="http://schemas.microsoft.com/office/powerpoint/2010/main" Requires="p14">
          <p:contentPart p14:bwMode="auto" r:id="rId38">
            <p14:nvContentPartPr>
              <p14:cNvPr id="1049281" name=""/>
              <p14:cNvContentPartPr/>
              <p14:nvPr/>
            </p14:nvContentPartPr>
            <p14:xfrm>
              <a:off x="11466156" y="1510334"/>
              <a:ext cx="442814" cy="470018"/>
            </p14:xfrm>
          </p:contentPart>
        </mc:Choice>
        <mc:Fallback>
          <p:sp>
            <p:nvSpPr>
              <p:cNvPr id="1049281" name=""/>
              <p:cNvSpPr/>
              <p:nvPr/>
            </p:nvSpPr>
            <p:spPr>
              <a:xfrm>
                <a:off x="11466156" y="1510334"/>
                <a:ext cx="442814" cy="470018"/>
              </a:xfrm>
            </p:spPr>
          </p:sp>
        </mc:Fallback>
      </mc:AlternateContent>
      <mc:AlternateContent xmlns:mc="http://schemas.openxmlformats.org/markup-compatibility/2006">
        <mc:Choice xmlns:p14="http://schemas.microsoft.com/office/powerpoint/2010/main" Requires="p14">
          <p:contentPart p14:bwMode="auto" r:id="rId39">
            <p14:nvContentPartPr>
              <p14:cNvPr id="1049282" name=""/>
              <p14:cNvContentPartPr/>
              <p14:nvPr/>
            </p14:nvContentPartPr>
            <p14:xfrm>
              <a:off x="2241539" y="3084971"/>
              <a:ext cx="3286059" cy="1223997"/>
            </p14:xfrm>
          </p:contentPart>
        </mc:Choice>
        <mc:Fallback>
          <p:sp>
            <p:nvSpPr>
              <p:cNvPr id="1049282" name=""/>
              <p:cNvSpPr/>
              <p:nvPr/>
            </p:nvSpPr>
            <p:spPr>
              <a:xfrm>
                <a:off x="2241539" y="3084971"/>
                <a:ext cx="3286059" cy="1223997"/>
              </a:xfrm>
            </p:spPr>
          </p:sp>
        </mc:Fallback>
      </mc:AlternateContent>
      <mc:AlternateContent xmlns:mc="http://schemas.openxmlformats.org/markup-compatibility/2006">
        <mc:Choice xmlns:p14="http://schemas.microsoft.com/office/powerpoint/2010/main" Requires="p14">
          <p:contentPart p14:bwMode="auto" r:id="rId40">
            <p14:nvContentPartPr>
              <p14:cNvPr id="1049283" name=""/>
              <p14:cNvContentPartPr/>
              <p14:nvPr/>
            </p14:nvContentPartPr>
            <p14:xfrm>
              <a:off x="4016428" y="3968886"/>
              <a:ext cx="486608" cy="332801"/>
            </p14:xfrm>
          </p:contentPart>
        </mc:Choice>
        <mc:Fallback>
          <p:sp>
            <p:nvSpPr>
              <p:cNvPr id="1049283" name=""/>
              <p:cNvSpPr/>
              <p:nvPr/>
            </p:nvSpPr>
            <p:spPr>
              <a:xfrm>
                <a:off x="4016428" y="3968886"/>
                <a:ext cx="486608" cy="332801"/>
              </a:xfrm>
            </p:spPr>
          </p:sp>
        </mc:Fallback>
      </mc:AlternateContent>
      <mc:AlternateContent xmlns:mc="http://schemas.openxmlformats.org/markup-compatibility/2006">
        <mc:Choice xmlns:p14="http://schemas.microsoft.com/office/powerpoint/2010/main" Requires="p14">
          <p:contentPart p14:bwMode="auto" r:id="rId41">
            <p14:nvContentPartPr>
              <p14:cNvPr id="1049284" name=""/>
              <p14:cNvContentPartPr/>
              <p14:nvPr/>
            </p14:nvContentPartPr>
            <p14:xfrm>
              <a:off x="8320531" y="2242970"/>
              <a:ext cx="358758" cy="76704"/>
            </p14:xfrm>
          </p:contentPart>
        </mc:Choice>
        <mc:Fallback>
          <p:sp>
            <p:nvSpPr>
              <p:cNvPr id="1049284" name=""/>
              <p:cNvSpPr/>
              <p:nvPr/>
            </p:nvSpPr>
            <p:spPr>
              <a:xfrm>
                <a:off x="8320531" y="2242970"/>
                <a:ext cx="358758" cy="76704"/>
              </a:xfrm>
            </p:spPr>
          </p:sp>
        </mc:Fallback>
      </mc:AlternateContent>
      <mc:AlternateContent xmlns:mc="http://schemas.openxmlformats.org/markup-compatibility/2006">
        <mc:Choice xmlns:p14="http://schemas.microsoft.com/office/powerpoint/2010/main" Requires="p14">
          <p:contentPart p14:bwMode="auto" r:id="rId42">
            <p14:nvContentPartPr>
              <p14:cNvPr id="1049285" name=""/>
              <p14:cNvContentPartPr/>
              <p14:nvPr/>
            </p14:nvContentPartPr>
            <p14:xfrm>
              <a:off x="8278963" y="2264312"/>
              <a:ext cx="387072" cy="115281"/>
            </p14:xfrm>
          </p:contentPart>
        </mc:Choice>
        <mc:Fallback>
          <p:sp>
            <p:nvSpPr>
              <p:cNvPr id="1049285" name=""/>
              <p:cNvSpPr/>
              <p:nvPr/>
            </p:nvSpPr>
            <p:spPr>
              <a:xfrm>
                <a:off x="8278963" y="2264312"/>
                <a:ext cx="387072" cy="115281"/>
              </a:xfrm>
            </p:spPr>
          </p:sp>
        </mc:Fallback>
      </mc:AlternateContent>
      <mc:AlternateContent xmlns:mc="http://schemas.openxmlformats.org/markup-compatibility/2006">
        <mc:Choice xmlns:p14="http://schemas.microsoft.com/office/powerpoint/2010/main" Requires="p14">
          <p:contentPart p14:bwMode="auto" r:id="rId43">
            <p14:nvContentPartPr>
              <p14:cNvPr id="1049286" name=""/>
              <p14:cNvContentPartPr/>
              <p14:nvPr/>
            </p14:nvContentPartPr>
            <p14:xfrm>
              <a:off x="9221554" y="1938589"/>
              <a:ext cx="369034" cy="353375"/>
            </p14:xfrm>
          </p:contentPart>
        </mc:Choice>
        <mc:Fallback>
          <p:sp>
            <p:nvSpPr>
              <p:cNvPr id="1049286" name=""/>
              <p:cNvSpPr/>
              <p:nvPr/>
            </p:nvSpPr>
            <p:spPr>
              <a:xfrm>
                <a:off x="9221554" y="1938589"/>
                <a:ext cx="369034" cy="353375"/>
              </a:xfrm>
            </p:spPr>
          </p:sp>
        </mc:Fallback>
      </mc:AlternateContent>
      <mc:AlternateContent xmlns:mc="http://schemas.openxmlformats.org/markup-compatibility/2006">
        <mc:Choice xmlns:p14="http://schemas.microsoft.com/office/powerpoint/2010/main" Requires="p14">
          <p:contentPart p14:bwMode="auto" r:id="rId44">
            <p14:nvContentPartPr>
              <p14:cNvPr id="1049287" name=""/>
              <p14:cNvContentPartPr/>
              <p14:nvPr/>
            </p14:nvContentPartPr>
            <p14:xfrm>
              <a:off x="0" y="0"/>
              <a:ext cx="0" cy="0"/>
            </p14:xfrm>
          </p:contentPart>
        </mc:Choice>
        <mc:Fallback>
          <p:sp>
            <p:nvSpPr>
              <p:cNvPr id="1049287"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45">
            <p14:nvContentPartPr>
              <p14:cNvPr id="1049288" name=""/>
              <p14:cNvContentPartPr/>
              <p14:nvPr/>
            </p14:nvContentPartPr>
            <p14:xfrm>
              <a:off x="2523952" y="2822499"/>
              <a:ext cx="326332" cy="270020"/>
            </p14:xfrm>
          </p:contentPart>
        </mc:Choice>
        <mc:Fallback>
          <p:sp>
            <p:nvSpPr>
              <p:cNvPr id="1049288" name=""/>
              <p:cNvSpPr/>
              <p:nvPr/>
            </p:nvSpPr>
            <p:spPr>
              <a:xfrm>
                <a:off x="2523952" y="2822499"/>
                <a:ext cx="326332" cy="270020"/>
              </a:xfrm>
            </p:spPr>
          </p:sp>
        </mc:Fallback>
      </mc:AlternateContent>
      <mc:AlternateContent xmlns:mc="http://schemas.openxmlformats.org/markup-compatibility/2006">
        <mc:Choice xmlns:p14="http://schemas.microsoft.com/office/powerpoint/2010/main" Requires="p14">
          <p:contentPart p14:bwMode="auto" r:id="rId46">
            <p14:nvContentPartPr>
              <p14:cNvPr id="1049289" name=""/>
              <p14:cNvContentPartPr/>
              <p14:nvPr/>
            </p14:nvContentPartPr>
            <p14:xfrm>
              <a:off x="8288173" y="2264313"/>
              <a:ext cx="382708" cy="348549"/>
            </p14:xfrm>
          </p:contentPart>
        </mc:Choice>
        <mc:Fallback>
          <p:sp>
            <p:nvSpPr>
              <p:cNvPr id="1049289" name=""/>
              <p:cNvSpPr/>
              <p:nvPr/>
            </p:nvSpPr>
            <p:spPr>
              <a:xfrm>
                <a:off x="8288173" y="2264313"/>
                <a:ext cx="382708" cy="348549"/>
              </a:xfrm>
            </p:spPr>
          </p:sp>
        </mc:Fallback>
      </mc:AlternateContent>
      <mc:AlternateContent xmlns:mc="http://schemas.openxmlformats.org/markup-compatibility/2006">
        <mc:Choice xmlns:p14="http://schemas.microsoft.com/office/powerpoint/2010/main" Requires="p14">
          <p:contentPart p14:bwMode="auto" r:id="rId47">
            <p14:nvContentPartPr>
              <p14:cNvPr id="1049290" name=""/>
              <p14:cNvContentPartPr/>
              <p14:nvPr/>
            </p14:nvContentPartPr>
            <p14:xfrm>
              <a:off x="9221798" y="2266316"/>
              <a:ext cx="240937" cy="302457"/>
            </p14:xfrm>
          </p:contentPart>
        </mc:Choice>
        <mc:Fallback>
          <p:sp>
            <p:nvSpPr>
              <p:cNvPr id="1049290" name=""/>
              <p:cNvSpPr/>
              <p:nvPr/>
            </p:nvSpPr>
            <p:spPr>
              <a:xfrm>
                <a:off x="9221798" y="2266316"/>
                <a:ext cx="240937" cy="302457"/>
              </a:xfrm>
            </p:spPr>
          </p:sp>
        </mc:Fallback>
      </mc:AlternateContent>
      <mc:AlternateContent xmlns:mc="http://schemas.openxmlformats.org/markup-compatibility/2006">
        <mc:Choice xmlns:p14="http://schemas.microsoft.com/office/powerpoint/2010/main" Requires="p14">
          <p:contentPart p14:bwMode="auto" r:id="rId48">
            <p14:nvContentPartPr>
              <p14:cNvPr id="1049291" name=""/>
              <p14:cNvContentPartPr/>
              <p14:nvPr/>
            </p14:nvContentPartPr>
            <p14:xfrm>
              <a:off x="10001205" y="2204057"/>
              <a:ext cx="301398" cy="353646"/>
            </p14:xfrm>
          </p:contentPart>
        </mc:Choice>
        <mc:Fallback>
          <p:sp>
            <p:nvSpPr>
              <p:cNvPr id="1049291" name=""/>
              <p:cNvSpPr/>
              <p:nvPr/>
            </p:nvSpPr>
            <p:spPr>
              <a:xfrm>
                <a:off x="10001205" y="2204057"/>
                <a:ext cx="301398" cy="353646"/>
              </a:xfrm>
            </p:spPr>
          </p:sp>
        </mc:Fallback>
      </mc:AlternateContent>
      <mc:AlternateContent xmlns:mc="http://schemas.openxmlformats.org/markup-compatibility/2006">
        <mc:Choice xmlns:p14="http://schemas.microsoft.com/office/powerpoint/2010/main" Requires="p14">
          <p:contentPart p14:bwMode="auto" r:id="rId49">
            <p14:nvContentPartPr>
              <p14:cNvPr id="1049292" name=""/>
              <p14:cNvContentPartPr/>
              <p14:nvPr/>
            </p14:nvContentPartPr>
            <p14:xfrm>
              <a:off x="3310088" y="3087883"/>
              <a:ext cx="1063826" cy="34327"/>
            </p14:xfrm>
          </p:contentPart>
        </mc:Choice>
        <mc:Fallback>
          <p:sp>
            <p:nvSpPr>
              <p:cNvPr id="1049292" name=""/>
              <p:cNvSpPr/>
              <p:nvPr/>
            </p:nvSpPr>
            <p:spPr>
              <a:xfrm>
                <a:off x="3310088" y="3087883"/>
                <a:ext cx="1063826" cy="34327"/>
              </a:xfrm>
            </p:spPr>
          </p:sp>
        </mc:Fallback>
      </mc:AlternateContent>
      <mc:AlternateContent xmlns:mc="http://schemas.openxmlformats.org/markup-compatibility/2006">
        <mc:Choice xmlns:p14="http://schemas.microsoft.com/office/powerpoint/2010/main" Requires="p14">
          <p:contentPart p14:bwMode="auto" r:id="rId50">
            <p14:nvContentPartPr>
              <p14:cNvPr id="1049293" name=""/>
              <p14:cNvContentPartPr/>
              <p14:nvPr/>
            </p14:nvContentPartPr>
            <p14:xfrm>
              <a:off x="3933500" y="2981697"/>
              <a:ext cx="243891" cy="303010"/>
            </p14:xfrm>
          </p:contentPart>
        </mc:Choice>
        <mc:Fallback>
          <p:sp>
            <p:nvSpPr>
              <p:cNvPr id="1049293" name=""/>
              <p:cNvSpPr/>
              <p:nvPr/>
            </p:nvSpPr>
            <p:spPr>
              <a:xfrm>
                <a:off x="3933500" y="2981697"/>
                <a:ext cx="243891" cy="303010"/>
              </a:xfrm>
            </p:spPr>
          </p:sp>
        </mc:Fallback>
      </mc:AlternateContent>
      <mc:AlternateContent xmlns:mc="http://schemas.openxmlformats.org/markup-compatibility/2006">
        <mc:Choice xmlns:p14="http://schemas.microsoft.com/office/powerpoint/2010/main" Requires="p14">
          <p:contentPart p14:bwMode="auto" r:id="rId51">
            <p14:nvContentPartPr>
              <p14:cNvPr id="1049294" name=""/>
              <p14:cNvContentPartPr/>
              <p14:nvPr/>
            </p14:nvContentPartPr>
            <p14:xfrm>
              <a:off x="4208289" y="2355576"/>
              <a:ext cx="361643" cy="749854"/>
            </p14:xfrm>
          </p:contentPart>
        </mc:Choice>
        <mc:Fallback>
          <p:sp>
            <p:nvSpPr>
              <p:cNvPr id="1049294" name=""/>
              <p:cNvSpPr/>
              <p:nvPr/>
            </p:nvSpPr>
            <p:spPr>
              <a:xfrm>
                <a:off x="4208289" y="2355576"/>
                <a:ext cx="361643" cy="749854"/>
              </a:xfrm>
            </p:spPr>
          </p:sp>
        </mc:Fallback>
      </mc:AlternateContent>
      <mc:AlternateContent xmlns:mc="http://schemas.openxmlformats.org/markup-compatibility/2006">
        <mc:Choice xmlns:p14="http://schemas.microsoft.com/office/powerpoint/2010/main" Requires="p14">
          <p:contentPart p14:bwMode="auto" r:id="rId52">
            <p14:nvContentPartPr>
              <p14:cNvPr id="1049295" name=""/>
              <p14:cNvContentPartPr/>
              <p14:nvPr/>
            </p14:nvContentPartPr>
            <p14:xfrm>
              <a:off x="4349893" y="2851388"/>
              <a:ext cx="174834" cy="231190"/>
            </p14:xfrm>
          </p:contentPart>
        </mc:Choice>
        <mc:Fallback>
          <p:sp>
            <p:nvSpPr>
              <p:cNvPr id="1049295" name=""/>
              <p:cNvSpPr/>
              <p:nvPr/>
            </p:nvSpPr>
            <p:spPr>
              <a:xfrm>
                <a:off x="4349893" y="2851388"/>
                <a:ext cx="174834" cy="231190"/>
              </a:xfrm>
            </p:spPr>
          </p:sp>
        </mc:Fallback>
      </mc:AlternateContent>
      <mc:AlternateContent xmlns:mc="http://schemas.openxmlformats.org/markup-compatibility/2006">
        <mc:Choice xmlns:p14="http://schemas.microsoft.com/office/powerpoint/2010/main" Requires="p14">
          <p:contentPart p14:bwMode="auto" r:id="rId53">
            <p14:nvContentPartPr>
              <p14:cNvPr id="1049296" name=""/>
              <p14:cNvContentPartPr/>
              <p14:nvPr/>
            </p14:nvContentPartPr>
            <p14:xfrm>
              <a:off x="8456931" y="2876042"/>
              <a:ext cx="286365" cy="48417"/>
            </p14:xfrm>
          </p:contentPart>
        </mc:Choice>
        <mc:Fallback>
          <p:sp>
            <p:nvSpPr>
              <p:cNvPr id="1049296" name=""/>
              <p:cNvSpPr/>
              <p:nvPr/>
            </p:nvSpPr>
            <p:spPr>
              <a:xfrm>
                <a:off x="8456931" y="2876042"/>
                <a:ext cx="286365" cy="48417"/>
              </a:xfrm>
            </p:spPr>
          </p:sp>
        </mc:Fallback>
      </mc:AlternateContent>
      <mc:AlternateContent xmlns:mc="http://schemas.openxmlformats.org/markup-compatibility/2006">
        <mc:Choice xmlns:p14="http://schemas.microsoft.com/office/powerpoint/2010/main" Requires="p14">
          <p:contentPart p14:bwMode="auto" r:id="rId54">
            <p14:nvContentPartPr>
              <p14:cNvPr id="1049297" name=""/>
              <p14:cNvContentPartPr/>
              <p14:nvPr/>
            </p14:nvContentPartPr>
            <p14:xfrm>
              <a:off x="8397175" y="2993975"/>
              <a:ext cx="202134" cy="65421"/>
            </p14:xfrm>
          </p:contentPart>
        </mc:Choice>
        <mc:Fallback>
          <p:sp>
            <p:nvSpPr>
              <p:cNvPr id="1049297" name=""/>
              <p:cNvSpPr/>
              <p:nvPr/>
            </p:nvSpPr>
            <p:spPr>
              <a:xfrm>
                <a:off x="8397175" y="2993975"/>
                <a:ext cx="202134" cy="65421"/>
              </a:xfrm>
            </p:spPr>
          </p:sp>
        </mc:Fallback>
      </mc:AlternateContent>
      <mc:AlternateContent xmlns:mc="http://schemas.openxmlformats.org/markup-compatibility/2006">
        <mc:Choice xmlns:p14="http://schemas.microsoft.com/office/powerpoint/2010/main" Requires="p14">
          <p:contentPart p14:bwMode="auto" r:id="rId55">
            <p14:nvContentPartPr>
              <p14:cNvPr id="1049298" name=""/>
              <p14:cNvContentPartPr/>
              <p14:nvPr/>
            </p14:nvContentPartPr>
            <p14:xfrm>
              <a:off x="8924325" y="2901020"/>
              <a:ext cx="573295" cy="119159"/>
            </p14:xfrm>
          </p:contentPart>
        </mc:Choice>
        <mc:Fallback>
          <p:sp>
            <p:nvSpPr>
              <p:cNvPr id="1049298" name=""/>
              <p:cNvSpPr/>
              <p:nvPr/>
            </p:nvSpPr>
            <p:spPr>
              <a:xfrm>
                <a:off x="8924325" y="2901020"/>
                <a:ext cx="573295" cy="119159"/>
              </a:xfrm>
            </p:spPr>
          </p:sp>
        </mc:Fallback>
      </mc:AlternateContent>
      <mc:AlternateContent xmlns:mc="http://schemas.openxmlformats.org/markup-compatibility/2006">
        <mc:Choice xmlns:p14="http://schemas.microsoft.com/office/powerpoint/2010/main" Requires="p14">
          <p:contentPart p14:bwMode="auto" r:id="rId56">
            <p14:nvContentPartPr>
              <p14:cNvPr id="1049299" name=""/>
              <p14:cNvContentPartPr/>
              <p14:nvPr/>
            </p14:nvContentPartPr>
            <p14:xfrm>
              <a:off x="0" y="0"/>
              <a:ext cx="0" cy="0"/>
            </p14:xfrm>
          </p:contentPart>
        </mc:Choice>
        <mc:Fallback>
          <p:sp>
            <p:nvSpPr>
              <p:cNvPr id="1049299"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57">
            <p14:nvContentPartPr>
              <p14:cNvPr id="1049300" name=""/>
              <p14:cNvContentPartPr/>
              <p14:nvPr/>
            </p14:nvContentPartPr>
            <p14:xfrm>
              <a:off x="3281578" y="2041140"/>
              <a:ext cx="2263953" cy="1063316"/>
            </p14:xfrm>
          </p:contentPart>
        </mc:Choice>
        <mc:Fallback>
          <p:sp>
            <p:nvSpPr>
              <p:cNvPr id="1049300" name=""/>
              <p:cNvSpPr/>
              <p:nvPr/>
            </p:nvSpPr>
            <p:spPr>
              <a:xfrm>
                <a:off x="3281578" y="2041140"/>
                <a:ext cx="2263953" cy="1063316"/>
              </a:xfrm>
            </p:spPr>
          </p:sp>
        </mc:Fallback>
      </mc:AlternateContent>
      <mc:AlternateContent xmlns:mc="http://schemas.openxmlformats.org/markup-compatibility/2006">
        <mc:Choice xmlns:p14="http://schemas.microsoft.com/office/powerpoint/2010/main" Requires="p14">
          <p:contentPart p14:bwMode="auto" r:id="rId58">
            <p14:nvContentPartPr>
              <p14:cNvPr id="1049301" name=""/>
              <p14:cNvContentPartPr/>
              <p14:nvPr/>
            </p14:nvContentPartPr>
            <p14:xfrm>
              <a:off x="4867687" y="1914131"/>
              <a:ext cx="463323" cy="531031"/>
            </p14:xfrm>
          </p:contentPart>
        </mc:Choice>
        <mc:Fallback>
          <p:sp>
            <p:nvSpPr>
              <p:cNvPr id="1049301" name=""/>
              <p:cNvSpPr/>
              <p:nvPr/>
            </p:nvSpPr>
            <p:spPr>
              <a:xfrm>
                <a:off x="4867687" y="1914131"/>
                <a:ext cx="463323" cy="531031"/>
              </a:xfrm>
            </p:spPr>
          </p:sp>
        </mc:Fallback>
      </mc:AlternateContent>
      <mc:AlternateContent xmlns:mc="http://schemas.openxmlformats.org/markup-compatibility/2006">
        <mc:Choice xmlns:p14="http://schemas.microsoft.com/office/powerpoint/2010/main" Requires="p14">
          <p:contentPart p14:bwMode="auto" r:id="rId59">
            <p14:nvContentPartPr>
              <p14:cNvPr id="1049302" name=""/>
              <p14:cNvContentPartPr/>
              <p14:nvPr/>
            </p14:nvContentPartPr>
            <p14:xfrm>
              <a:off x="9704995" y="2848958"/>
              <a:ext cx="970066" cy="81346"/>
            </p14:xfrm>
          </p:contentPart>
        </mc:Choice>
        <mc:Fallback>
          <p:sp>
            <p:nvSpPr>
              <p:cNvPr id="1049302" name=""/>
              <p:cNvSpPr/>
              <p:nvPr/>
            </p:nvSpPr>
            <p:spPr>
              <a:xfrm>
                <a:off x="9704995" y="2848958"/>
                <a:ext cx="970066" cy="81346"/>
              </a:xfrm>
            </p:spPr>
          </p:sp>
        </mc:Fallback>
      </mc:AlternateContent>
      <mc:AlternateContent xmlns:mc="http://schemas.openxmlformats.org/markup-compatibility/2006">
        <mc:Choice xmlns:p14="http://schemas.microsoft.com/office/powerpoint/2010/main" Requires="p14">
          <p:contentPart p14:bwMode="auto" r:id="rId60">
            <p14:nvContentPartPr>
              <p14:cNvPr id="1049303" name=""/>
              <p14:cNvContentPartPr/>
              <p14:nvPr/>
            </p14:nvContentPartPr>
            <p14:xfrm>
              <a:off x="9628664" y="2889274"/>
              <a:ext cx="1114694" cy="62707"/>
            </p14:xfrm>
          </p:contentPart>
        </mc:Choice>
        <mc:Fallback>
          <p:sp>
            <p:nvSpPr>
              <p:cNvPr id="1049303" name=""/>
              <p:cNvSpPr/>
              <p:nvPr/>
            </p:nvSpPr>
            <p:spPr>
              <a:xfrm>
                <a:off x="9628664" y="2889274"/>
                <a:ext cx="1114694" cy="62707"/>
              </a:xfrm>
            </p:spPr>
          </p:sp>
        </mc:Fallback>
      </mc:AlternateContent>
      <mc:AlternateContent xmlns:mc="http://schemas.openxmlformats.org/markup-compatibility/2006">
        <mc:Choice xmlns:p14="http://schemas.microsoft.com/office/powerpoint/2010/main" Requires="p14">
          <p:contentPart p14:bwMode="auto" r:id="rId61">
            <p14:nvContentPartPr>
              <p14:cNvPr id="1049304" name=""/>
              <p14:cNvContentPartPr/>
              <p14:nvPr/>
            </p14:nvContentPartPr>
            <p14:xfrm>
              <a:off x="4763764" y="3036988"/>
              <a:ext cx="133295" cy="160302"/>
            </p14:xfrm>
          </p:contentPart>
        </mc:Choice>
        <mc:Fallback>
          <p:sp>
            <p:nvSpPr>
              <p:cNvPr id="1049304" name=""/>
              <p:cNvSpPr/>
              <p:nvPr/>
            </p:nvSpPr>
            <p:spPr>
              <a:xfrm>
                <a:off x="4763764" y="3036988"/>
                <a:ext cx="133295" cy="160302"/>
              </a:xfrm>
            </p:spPr>
          </p:sp>
        </mc:Fallback>
      </mc:AlternateContent>
      <mc:AlternateContent xmlns:mc="http://schemas.openxmlformats.org/markup-compatibility/2006">
        <mc:Choice xmlns:p14="http://schemas.microsoft.com/office/powerpoint/2010/main" Requires="p14">
          <p:contentPart p14:bwMode="auto" r:id="rId62">
            <p14:nvContentPartPr>
              <p14:cNvPr id="1049305" name=""/>
              <p14:cNvContentPartPr/>
              <p14:nvPr/>
            </p14:nvContentPartPr>
            <p14:xfrm>
              <a:off x="3653" y="4679622"/>
              <a:ext cx="507924" cy="48195"/>
            </p14:xfrm>
          </p:contentPart>
        </mc:Choice>
        <mc:Fallback>
          <p:sp>
            <p:nvSpPr>
              <p:cNvPr id="1049305" name=""/>
              <p:cNvSpPr/>
              <p:nvPr/>
            </p:nvSpPr>
            <p:spPr>
              <a:xfrm>
                <a:off x="3653" y="4679622"/>
                <a:ext cx="507924" cy="48195"/>
              </a:xfrm>
            </p:spPr>
          </p:sp>
        </mc:Fallback>
      </mc:AlternateContent>
      <mc:AlternateContent xmlns:mc="http://schemas.openxmlformats.org/markup-compatibility/2006">
        <mc:Choice xmlns:p14="http://schemas.microsoft.com/office/powerpoint/2010/main" Requires="p14">
          <p:contentPart p14:bwMode="auto" r:id="rId63">
            <p14:nvContentPartPr>
              <p14:cNvPr id="1049306" name=""/>
              <p14:cNvContentPartPr/>
              <p14:nvPr/>
            </p14:nvContentPartPr>
            <p14:xfrm>
              <a:off x="130958" y="4586822"/>
              <a:ext cx="151447" cy="208303"/>
            </p14:xfrm>
          </p:contentPart>
        </mc:Choice>
        <mc:Fallback>
          <p:sp>
            <p:nvSpPr>
              <p:cNvPr id="1049306" name=""/>
              <p:cNvSpPr/>
              <p:nvPr/>
            </p:nvSpPr>
            <p:spPr>
              <a:xfrm>
                <a:off x="130958" y="4586822"/>
                <a:ext cx="151447" cy="208303"/>
              </a:xfrm>
            </p:spPr>
          </p:sp>
        </mc:Fallback>
      </mc:AlternateContent>
      <mc:AlternateContent xmlns:mc="http://schemas.openxmlformats.org/markup-compatibility/2006">
        <mc:Choice xmlns:p14="http://schemas.microsoft.com/office/powerpoint/2010/main" Requires="p14">
          <p:contentPart p14:bwMode="auto" r:id="rId64">
            <p14:nvContentPartPr>
              <p14:cNvPr id="1049307" name=""/>
              <p14:cNvContentPartPr/>
              <p14:nvPr/>
            </p14:nvContentPartPr>
            <p14:xfrm>
              <a:off x="342702" y="4582194"/>
              <a:ext cx="161858" cy="258772"/>
            </p14:xfrm>
          </p:contentPart>
        </mc:Choice>
        <mc:Fallback>
          <p:sp>
            <p:nvSpPr>
              <p:cNvPr id="1049307" name=""/>
              <p:cNvSpPr/>
              <p:nvPr/>
            </p:nvSpPr>
            <p:spPr>
              <a:xfrm>
                <a:off x="342702" y="4582194"/>
                <a:ext cx="161858" cy="258772"/>
              </a:xfrm>
            </p:spPr>
          </p:sp>
        </mc:Fallback>
      </mc:AlternateContent>
      <mc:AlternateContent xmlns:mc="http://schemas.openxmlformats.org/markup-compatibility/2006">
        <mc:Choice xmlns:p14="http://schemas.microsoft.com/office/powerpoint/2010/main" Requires="p14">
          <p:contentPart p14:bwMode="auto" r:id="rId65">
            <p14:nvContentPartPr>
              <p14:cNvPr id="1049308" name=""/>
              <p14:cNvContentPartPr/>
              <p14:nvPr/>
            </p14:nvContentPartPr>
            <p14:xfrm>
              <a:off x="509295" y="4607770"/>
              <a:ext cx="193992" cy="326262"/>
            </p14:xfrm>
          </p:contentPart>
        </mc:Choice>
        <mc:Fallback>
          <p:sp>
            <p:nvSpPr>
              <p:cNvPr id="1049308" name=""/>
              <p:cNvSpPr/>
              <p:nvPr/>
            </p:nvSpPr>
            <p:spPr>
              <a:xfrm>
                <a:off x="509295" y="4607770"/>
                <a:ext cx="193992" cy="326262"/>
              </a:xfrm>
            </p:spPr>
          </p:sp>
        </mc:Fallback>
      </mc:AlternateContent>
      <mc:AlternateContent xmlns:mc="http://schemas.openxmlformats.org/markup-compatibility/2006">
        <mc:Choice xmlns:p14="http://schemas.microsoft.com/office/powerpoint/2010/main" Requires="p14">
          <p:contentPart p14:bwMode="auto" r:id="rId66">
            <p14:nvContentPartPr>
              <p14:cNvPr id="1049309" name=""/>
              <p14:cNvContentPartPr/>
              <p14:nvPr/>
            </p14:nvContentPartPr>
            <p14:xfrm>
              <a:off x="0" y="0"/>
              <a:ext cx="0" cy="0"/>
            </p14:xfrm>
          </p:contentPart>
        </mc:Choice>
        <mc:Fallback>
          <p:sp>
            <p:nvSpPr>
              <p:cNvPr id="1049309"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67">
            <p14:nvContentPartPr>
              <p14:cNvPr id="1049310" name=""/>
              <p14:cNvContentPartPr/>
              <p14:nvPr/>
            </p14:nvContentPartPr>
            <p14:xfrm>
              <a:off x="1270648" y="4694724"/>
              <a:ext cx="264404" cy="260964"/>
            </p14:xfrm>
          </p:contentPart>
        </mc:Choice>
        <mc:Fallback>
          <p:sp>
            <p:nvSpPr>
              <p:cNvPr id="1049310" name=""/>
              <p:cNvSpPr/>
              <p:nvPr/>
            </p:nvSpPr>
            <p:spPr>
              <a:xfrm>
                <a:off x="1270648" y="4694724"/>
                <a:ext cx="264404" cy="260964"/>
              </a:xfrm>
            </p:spPr>
          </p:sp>
        </mc:Fallback>
      </mc:AlternateContent>
      <mc:AlternateContent xmlns:mc="http://schemas.openxmlformats.org/markup-compatibility/2006">
        <mc:Choice xmlns:p14="http://schemas.microsoft.com/office/powerpoint/2010/main" Requires="p14">
          <p:contentPart p14:bwMode="auto" r:id="rId68">
            <p14:nvContentPartPr>
              <p14:cNvPr id="1049311" name=""/>
              <p14:cNvContentPartPr/>
              <p14:nvPr/>
            </p14:nvContentPartPr>
            <p14:xfrm>
              <a:off x="1684613" y="4711240"/>
              <a:ext cx="221027" cy="298961"/>
            </p14:xfrm>
          </p:contentPart>
        </mc:Choice>
        <mc:Fallback>
          <p:sp>
            <p:nvSpPr>
              <p:cNvPr id="1049311" name=""/>
              <p:cNvSpPr/>
              <p:nvPr/>
            </p:nvSpPr>
            <p:spPr>
              <a:xfrm>
                <a:off x="1684613" y="4711240"/>
                <a:ext cx="221027" cy="298961"/>
              </a:xfrm>
            </p:spPr>
          </p:sp>
        </mc:Fallback>
      </mc:AlternateContent>
      <mc:AlternateContent xmlns:mc="http://schemas.openxmlformats.org/markup-compatibility/2006">
        <mc:Choice xmlns:p14="http://schemas.microsoft.com/office/powerpoint/2010/main" Requires="p14">
          <p:contentPart p14:bwMode="auto" r:id="rId69">
            <p14:nvContentPartPr>
              <p14:cNvPr id="1049312" name=""/>
              <p14:cNvContentPartPr/>
              <p14:nvPr/>
            </p14:nvContentPartPr>
            <p14:xfrm>
              <a:off x="1934044" y="4905411"/>
              <a:ext cx="198599" cy="283764"/>
            </p14:xfrm>
          </p:contentPart>
        </mc:Choice>
        <mc:Fallback>
          <p:sp>
            <p:nvSpPr>
              <p:cNvPr id="1049312" name=""/>
              <p:cNvSpPr/>
              <p:nvPr/>
            </p:nvSpPr>
            <p:spPr>
              <a:xfrm>
                <a:off x="1934044" y="4905411"/>
                <a:ext cx="198599" cy="283764"/>
              </a:xfrm>
            </p:spPr>
          </p:sp>
        </mc:Fallback>
      </mc:AlternateContent>
      <mc:AlternateContent xmlns:mc="http://schemas.openxmlformats.org/markup-compatibility/2006">
        <mc:Choice xmlns:p14="http://schemas.microsoft.com/office/powerpoint/2010/main" Requires="p14">
          <p:contentPart p14:bwMode="auto" r:id="rId70">
            <p14:nvContentPartPr>
              <p14:cNvPr id="1049313" name=""/>
              <p14:cNvContentPartPr/>
              <p14:nvPr/>
            </p14:nvContentPartPr>
            <p14:xfrm>
              <a:off x="2247525" y="4753668"/>
              <a:ext cx="242487" cy="251851"/>
            </p14:xfrm>
          </p:contentPart>
        </mc:Choice>
        <mc:Fallback>
          <p:sp>
            <p:nvSpPr>
              <p:cNvPr id="1049313" name=""/>
              <p:cNvSpPr/>
              <p:nvPr/>
            </p:nvSpPr>
            <p:spPr>
              <a:xfrm>
                <a:off x="2247525" y="4753668"/>
                <a:ext cx="242487" cy="251851"/>
              </a:xfrm>
            </p:spPr>
          </p:sp>
        </mc:Fallback>
      </mc:AlternateContent>
      <mc:AlternateContent xmlns:mc="http://schemas.openxmlformats.org/markup-compatibility/2006">
        <mc:Choice xmlns:p14="http://schemas.microsoft.com/office/powerpoint/2010/main" Requires="p14">
          <p:contentPart p14:bwMode="auto" r:id="rId71">
            <p14:nvContentPartPr>
              <p14:cNvPr id="1049314" name=""/>
              <p14:cNvContentPartPr/>
              <p14:nvPr/>
            </p14:nvContentPartPr>
            <p14:xfrm>
              <a:off x="2582677" y="4944749"/>
              <a:ext cx="155808" cy="321750"/>
            </p14:xfrm>
          </p:contentPart>
        </mc:Choice>
        <mc:Fallback>
          <p:sp>
            <p:nvSpPr>
              <p:cNvPr id="1049314" name=""/>
              <p:cNvSpPr/>
              <p:nvPr/>
            </p:nvSpPr>
            <p:spPr>
              <a:xfrm>
                <a:off x="2582677" y="4944749"/>
                <a:ext cx="155808" cy="321750"/>
              </a:xfrm>
            </p:spPr>
          </p:sp>
        </mc:Fallback>
      </mc:AlternateContent>
      <mc:AlternateContent xmlns:mc="http://schemas.openxmlformats.org/markup-compatibility/2006">
        <mc:Choice xmlns:p14="http://schemas.microsoft.com/office/powerpoint/2010/main" Requires="p14">
          <p:contentPart p14:bwMode="auto" r:id="rId72">
            <p14:nvContentPartPr>
              <p14:cNvPr id="1049315" name=""/>
              <p14:cNvContentPartPr/>
              <p14:nvPr/>
            </p14:nvContentPartPr>
            <p14:xfrm>
              <a:off x="2836423" y="4821136"/>
              <a:ext cx="292062" cy="255748"/>
            </p14:xfrm>
          </p:contentPart>
        </mc:Choice>
        <mc:Fallback>
          <p:sp>
            <p:nvSpPr>
              <p:cNvPr id="1049315" name=""/>
              <p:cNvSpPr/>
              <p:nvPr/>
            </p:nvSpPr>
            <p:spPr>
              <a:xfrm>
                <a:off x="2836423" y="4821136"/>
                <a:ext cx="292062" cy="255748"/>
              </a:xfrm>
            </p:spPr>
          </p:sp>
        </mc:Fallback>
      </mc:AlternateContent>
      <mc:AlternateContent xmlns:mc="http://schemas.openxmlformats.org/markup-compatibility/2006">
        <mc:Choice xmlns:p14="http://schemas.microsoft.com/office/powerpoint/2010/main" Requires="p14">
          <p:contentPart p14:bwMode="auto" r:id="rId73">
            <p14:nvContentPartPr>
              <p14:cNvPr id="1049316" name=""/>
              <p14:cNvContentPartPr/>
              <p14:nvPr/>
            </p14:nvContentPartPr>
            <p14:xfrm>
              <a:off x="3202247" y="5002839"/>
              <a:ext cx="148595" cy="159463"/>
            </p14:xfrm>
          </p:contentPart>
        </mc:Choice>
        <mc:Fallback>
          <p:sp>
            <p:nvSpPr>
              <p:cNvPr id="1049316" name=""/>
              <p:cNvSpPr/>
              <p:nvPr/>
            </p:nvSpPr>
            <p:spPr>
              <a:xfrm>
                <a:off x="3202247" y="5002839"/>
                <a:ext cx="148595" cy="159463"/>
              </a:xfrm>
            </p:spPr>
          </p:sp>
        </mc:Fallback>
      </mc:AlternateContent>
      <mc:AlternateContent xmlns:mc="http://schemas.openxmlformats.org/markup-compatibility/2006">
        <mc:Choice xmlns:p14="http://schemas.microsoft.com/office/powerpoint/2010/main" Requires="p14">
          <p:contentPart p14:bwMode="auto" r:id="rId74">
            <p14:nvContentPartPr>
              <p14:cNvPr id="1049317" name=""/>
              <p14:cNvContentPartPr/>
              <p14:nvPr/>
            </p14:nvContentPartPr>
            <p14:xfrm>
              <a:off x="3302857" y="4998211"/>
              <a:ext cx="35861" cy="266190"/>
            </p14:xfrm>
          </p:contentPart>
        </mc:Choice>
        <mc:Fallback>
          <p:sp>
            <p:nvSpPr>
              <p:cNvPr id="1049317" name=""/>
              <p:cNvSpPr/>
              <p:nvPr/>
            </p:nvSpPr>
            <p:spPr>
              <a:xfrm>
                <a:off x="3302857" y="4998211"/>
                <a:ext cx="35861" cy="266190"/>
              </a:xfrm>
            </p:spPr>
          </p:sp>
        </mc:Fallback>
      </mc:AlternateContent>
      <mc:AlternateContent xmlns:mc="http://schemas.openxmlformats.org/markup-compatibility/2006">
        <mc:Choice xmlns:p14="http://schemas.microsoft.com/office/powerpoint/2010/main" Requires="p14">
          <p:contentPart p14:bwMode="auto" r:id="rId75">
            <p14:nvContentPartPr>
              <p14:cNvPr id="1049318" name=""/>
              <p14:cNvContentPartPr/>
              <p14:nvPr/>
            </p14:nvContentPartPr>
            <p14:xfrm>
              <a:off x="3493456" y="4867902"/>
              <a:ext cx="196715" cy="269366"/>
            </p14:xfrm>
          </p:contentPart>
        </mc:Choice>
        <mc:Fallback>
          <p:sp>
            <p:nvSpPr>
              <p:cNvPr id="1049318" name=""/>
              <p:cNvSpPr/>
              <p:nvPr/>
            </p:nvSpPr>
            <p:spPr>
              <a:xfrm>
                <a:off x="3493456" y="4867902"/>
                <a:ext cx="196715" cy="269366"/>
              </a:xfrm>
            </p:spPr>
          </p:sp>
        </mc:Fallback>
      </mc:AlternateContent>
      <mc:AlternateContent xmlns:mc="http://schemas.openxmlformats.org/markup-compatibility/2006">
        <mc:Choice xmlns:p14="http://schemas.microsoft.com/office/powerpoint/2010/main" Requires="p14">
          <p:contentPart p14:bwMode="auto" r:id="rId76">
            <p14:nvContentPartPr>
              <p14:cNvPr id="1049319" name=""/>
              <p14:cNvContentPartPr/>
              <p14:nvPr/>
            </p14:nvContentPartPr>
            <p14:xfrm>
              <a:off x="3696863" y="5028847"/>
              <a:ext cx="216079" cy="272613"/>
            </p14:xfrm>
          </p:contentPart>
        </mc:Choice>
        <mc:Fallback>
          <p:sp>
            <p:nvSpPr>
              <p:cNvPr id="1049319" name=""/>
              <p:cNvSpPr/>
              <p:nvPr/>
            </p:nvSpPr>
            <p:spPr>
              <a:xfrm>
                <a:off x="3696863" y="5028847"/>
                <a:ext cx="216079" cy="272613"/>
              </a:xfrm>
            </p:spPr>
          </p:sp>
        </mc:Fallback>
      </mc:AlternateContent>
      <mc:AlternateContent xmlns:mc="http://schemas.openxmlformats.org/markup-compatibility/2006">
        <mc:Choice xmlns:p14="http://schemas.microsoft.com/office/powerpoint/2010/main" Requires="p14">
          <p:contentPart p14:bwMode="auto" r:id="rId77">
            <p14:nvContentPartPr>
              <p14:cNvPr id="1049320" name=""/>
              <p14:cNvContentPartPr/>
              <p14:nvPr/>
            </p14:nvContentPartPr>
            <p14:xfrm>
              <a:off x="1063668" y="2066728"/>
              <a:ext cx="4485974" cy="1096672"/>
            </p14:xfrm>
          </p:contentPart>
        </mc:Choice>
        <mc:Fallback>
          <p:sp>
            <p:nvSpPr>
              <p:cNvPr id="1049320" name=""/>
              <p:cNvSpPr/>
              <p:nvPr/>
            </p:nvSpPr>
            <p:spPr>
              <a:xfrm>
                <a:off x="1063668" y="2066728"/>
                <a:ext cx="4485974" cy="1096672"/>
              </a:xfrm>
            </p:spPr>
          </p:sp>
        </mc:Fallback>
      </mc:AlternateContent>
      <mc:AlternateContent xmlns:mc="http://schemas.openxmlformats.org/markup-compatibility/2006">
        <mc:Choice xmlns:p14="http://schemas.microsoft.com/office/powerpoint/2010/main" Requires="p14">
          <p:contentPart p14:bwMode="auto" r:id="rId78">
            <p14:nvContentPartPr>
              <p14:cNvPr id="1049321" name=""/>
              <p14:cNvContentPartPr/>
              <p14:nvPr/>
            </p14:nvContentPartPr>
            <p14:xfrm>
              <a:off x="1710584" y="2948077"/>
              <a:ext cx="320674" cy="367478"/>
            </p14:xfrm>
          </p:contentPart>
        </mc:Choice>
        <mc:Fallback>
          <p:sp>
            <p:nvSpPr>
              <p:cNvPr id="1049321" name=""/>
              <p:cNvSpPr/>
              <p:nvPr/>
            </p:nvSpPr>
            <p:spPr>
              <a:xfrm>
                <a:off x="1710584" y="2948077"/>
                <a:ext cx="320674" cy="367478"/>
              </a:xfrm>
            </p:spPr>
          </p:sp>
        </mc:Fallback>
      </mc:AlternateContent>
      <mc:AlternateContent xmlns:mc="http://schemas.openxmlformats.org/markup-compatibility/2006">
        <mc:Choice xmlns:p14="http://schemas.microsoft.com/office/powerpoint/2010/main" Requires="p14">
          <p:contentPart p14:bwMode="auto" r:id="rId79">
            <p14:nvContentPartPr>
              <p14:cNvPr id="1049322" name=""/>
              <p14:cNvContentPartPr/>
              <p14:nvPr/>
            </p14:nvContentPartPr>
            <p14:xfrm>
              <a:off x="2359676" y="3006298"/>
              <a:ext cx="393185" cy="272927"/>
            </p14:xfrm>
          </p:contentPart>
        </mc:Choice>
        <mc:Fallback>
          <p:sp>
            <p:nvSpPr>
              <p:cNvPr id="1049322" name=""/>
              <p:cNvSpPr/>
              <p:nvPr/>
            </p:nvSpPr>
            <p:spPr>
              <a:xfrm>
                <a:off x="2359676" y="3006298"/>
                <a:ext cx="393185" cy="272927"/>
              </a:xfrm>
            </p:spPr>
          </p:sp>
        </mc:Fallback>
      </mc:AlternateContent>
      <mc:AlternateContent xmlns:mc="http://schemas.openxmlformats.org/markup-compatibility/2006">
        <mc:Choice xmlns:p14="http://schemas.microsoft.com/office/powerpoint/2010/main" Requires="p14">
          <p:contentPart p14:bwMode="auto" r:id="rId80">
            <p14:nvContentPartPr>
              <p14:cNvPr id="1049323" name=""/>
              <p14:cNvContentPartPr/>
              <p14:nvPr/>
            </p14:nvContentPartPr>
            <p14:xfrm>
              <a:off x="3958360" y="1943116"/>
              <a:ext cx="252675" cy="331046"/>
            </p14:xfrm>
          </p:contentPart>
        </mc:Choice>
        <mc:Fallback>
          <p:sp>
            <p:nvSpPr>
              <p:cNvPr id="1049323" name=""/>
              <p:cNvSpPr/>
              <p:nvPr/>
            </p:nvSpPr>
            <p:spPr>
              <a:xfrm>
                <a:off x="3958360" y="1943116"/>
                <a:ext cx="252675" cy="331046"/>
              </a:xfrm>
            </p:spPr>
          </p:sp>
        </mc:Fallback>
      </mc:AlternateContent>
      <mc:AlternateContent xmlns:mc="http://schemas.openxmlformats.org/markup-compatibility/2006">
        <mc:Choice xmlns:p14="http://schemas.microsoft.com/office/powerpoint/2010/main" Requires="p14">
          <p:contentPart p14:bwMode="auto" r:id="rId81">
            <p14:nvContentPartPr>
              <p14:cNvPr id="1049324" name=""/>
              <p14:cNvContentPartPr/>
              <p14:nvPr/>
            </p14:nvContentPartPr>
            <p14:xfrm>
              <a:off x="1110866" y="3091737"/>
              <a:ext cx="4430866" cy="39756"/>
            </p14:xfrm>
          </p:contentPart>
        </mc:Choice>
        <mc:Fallback>
          <p:sp>
            <p:nvSpPr>
              <p:cNvPr id="1049324" name=""/>
              <p:cNvSpPr/>
              <p:nvPr/>
            </p:nvSpPr>
            <p:spPr>
              <a:xfrm>
                <a:off x="1110866" y="3091737"/>
                <a:ext cx="4430866" cy="39756"/>
              </a:xfrm>
            </p:spPr>
          </p:sp>
        </mc:Fallback>
      </mc:AlternateContent>
      <mc:AlternateContent xmlns:mc="http://schemas.openxmlformats.org/markup-compatibility/2006">
        <mc:Choice xmlns:p14="http://schemas.microsoft.com/office/powerpoint/2010/main" Requires="p14">
          <p:contentPart p14:bwMode="auto" r:id="rId82">
            <p14:nvContentPartPr>
              <p14:cNvPr id="1049325" name=""/>
              <p14:cNvContentPartPr/>
              <p14:nvPr/>
            </p14:nvContentPartPr>
            <p14:xfrm>
              <a:off x="1110866" y="2065861"/>
              <a:ext cx="4388894" cy="1087309"/>
            </p14:xfrm>
          </p:contentPart>
        </mc:Choice>
        <mc:Fallback>
          <p:sp>
            <p:nvSpPr>
              <p:cNvPr id="1049325" name=""/>
              <p:cNvSpPr/>
              <p:nvPr/>
            </p:nvSpPr>
            <p:spPr>
              <a:xfrm>
                <a:off x="1110866" y="2065861"/>
                <a:ext cx="4388894" cy="1087309"/>
              </a:xfrm>
            </p:spPr>
          </p:sp>
        </mc:Fallback>
      </mc:AlternateContent>
      <mc:AlternateContent xmlns:mc="http://schemas.openxmlformats.org/markup-compatibility/2006">
        <mc:Choice xmlns:p14="http://schemas.microsoft.com/office/powerpoint/2010/main" Requires="p14">
          <p:contentPart p14:bwMode="auto" r:id="rId83">
            <p14:nvContentPartPr>
              <p14:cNvPr id="1049326" name=""/>
              <p14:cNvContentPartPr/>
              <p14:nvPr/>
            </p14:nvContentPartPr>
            <p14:xfrm>
              <a:off x="0" y="0"/>
              <a:ext cx="0" cy="0"/>
            </p14:xfrm>
          </p:contentPart>
        </mc:Choice>
        <mc:Fallback>
          <p:sp>
            <p:nvSpPr>
              <p:cNvPr id="1049326"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84">
            <p14:nvContentPartPr>
              <p14:cNvPr id="1049327" name=""/>
              <p14:cNvContentPartPr/>
              <p14:nvPr/>
            </p14:nvContentPartPr>
            <p14:xfrm>
              <a:off x="0" y="0"/>
              <a:ext cx="0" cy="0"/>
            </p14:xfrm>
          </p:contentPart>
        </mc:Choice>
        <mc:Fallback>
          <p:sp>
            <p:nvSpPr>
              <p:cNvPr id="1049327"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85">
            <p14:nvContentPartPr>
              <p14:cNvPr id="1049328" name=""/>
              <p14:cNvContentPartPr/>
              <p14:nvPr/>
            </p14:nvContentPartPr>
            <p14:xfrm>
              <a:off x="0" y="0"/>
              <a:ext cx="0" cy="0"/>
            </p14:xfrm>
          </p:contentPart>
        </mc:Choice>
        <mc:Fallback>
          <p:sp>
            <p:nvSpPr>
              <p:cNvPr id="1049328" name=""/>
              <p:cNvSpPr/>
              <p:nvPr/>
            </p:nvSpPr>
            <p:spPr>
              <a:xfrm>
                <a:off x="0" y="0"/>
                <a:ext cx="0" cy="0"/>
              </a:xfrm>
            </p:spPr>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613" name="Title 1"/>
          <p:cNvSpPr>
            <a:spLocks noGrp="1"/>
          </p:cNvSpPr>
          <p:nvPr>
            <p:ph type="title"/>
          </p:nvPr>
        </p:nvSpPr>
        <p:spPr>
          <a:xfrm>
            <a:off x="365589" y="303481"/>
            <a:ext cx="10515600" cy="734210"/>
          </a:xfrm>
        </p:spPr>
        <p:txBody>
          <a:bodyPr/>
          <a:p>
            <a:r>
              <a:rPr b="1" dirty="0" lang="en-US"/>
              <a:t>Signal Flow Graph</a:t>
            </a:r>
            <a:endParaRPr dirty="0" lang="en-US"/>
          </a:p>
        </p:txBody>
      </p:sp>
      <p:pic>
        <p:nvPicPr>
          <p:cNvPr id="2097159" name="Picture 2"/>
          <p:cNvPicPr>
            <a:picLocks noChangeAspect="1"/>
          </p:cNvPicPr>
          <p:nvPr/>
        </p:nvPicPr>
        <p:blipFill>
          <a:blip xmlns:r="http://schemas.openxmlformats.org/officeDocument/2006/relationships" r:embed="rId1"/>
          <a:srcRect t="3537" r="5176"/>
          <a:stretch>
            <a:fillRect/>
          </a:stretch>
        </p:blipFill>
        <p:spPr>
          <a:xfrm>
            <a:off x="201203" y="1242781"/>
            <a:ext cx="6294446" cy="5311738"/>
          </a:xfrm>
          <a:prstGeom prst="rect"/>
        </p:spPr>
      </p:pic>
      <p:pic>
        <p:nvPicPr>
          <p:cNvPr id="2097160" name="Picture 4"/>
          <p:cNvPicPr>
            <a:picLocks noChangeAspect="1"/>
          </p:cNvPicPr>
          <p:nvPr/>
        </p:nvPicPr>
        <p:blipFill>
          <a:blip xmlns:r="http://schemas.openxmlformats.org/officeDocument/2006/relationships" r:embed="rId2"/>
          <a:stretch>
            <a:fillRect/>
          </a:stretch>
        </p:blipFill>
        <p:spPr>
          <a:xfrm>
            <a:off x="6638552" y="1037691"/>
            <a:ext cx="5553448" cy="2627880"/>
          </a:xfrm>
          <a:prstGeom prst="rect"/>
        </p:spPr>
      </p:pic>
      <mc:AlternateContent xmlns:mc="http://schemas.openxmlformats.org/markup-compatibility/2006">
        <mc:Choice xmlns:p14="http://schemas.microsoft.com/office/powerpoint/2010/main" Requires="p14">
          <p:contentPart p14:bwMode="auto" r:id="rId3">
            <p14:nvContentPartPr>
              <p14:cNvPr id="1049058" name=""/>
              <p14:cNvContentPartPr/>
              <p14:nvPr/>
            </p14:nvContentPartPr>
            <p14:xfrm>
              <a:off x="2554532" y="1524420"/>
              <a:ext cx="331876" cy="30933"/>
            </p14:xfrm>
          </p:contentPart>
        </mc:Choice>
        <mc:Fallback>
          <p:sp>
            <p:nvSpPr>
              <p:cNvPr id="1049058" name=""/>
              <p:cNvSpPr/>
              <p:nvPr/>
            </p:nvSpPr>
            <p:spPr>
              <a:xfrm>
                <a:off x="2554532" y="1524420"/>
                <a:ext cx="331876" cy="30933"/>
              </a:xfrm>
            </p:spPr>
          </p:sp>
        </mc:Fallback>
      </mc:AlternateContent>
      <mc:AlternateContent xmlns:mc="http://schemas.openxmlformats.org/markup-compatibility/2006">
        <mc:Choice xmlns:p14="http://schemas.microsoft.com/office/powerpoint/2010/main" Requires="p14">
          <p:contentPart p14:bwMode="auto" r:id="rId4">
            <p14:nvContentPartPr>
              <p14:cNvPr id="1049059" name=""/>
              <p14:cNvContentPartPr/>
              <p14:nvPr/>
            </p14:nvContentPartPr>
            <p14:xfrm>
              <a:off x="2932985" y="1529047"/>
              <a:ext cx="172180" cy="22649"/>
            </p14:xfrm>
          </p:contentPart>
        </mc:Choice>
        <mc:Fallback>
          <p:sp>
            <p:nvSpPr>
              <p:cNvPr id="1049059" name=""/>
              <p:cNvSpPr/>
              <p:nvPr/>
            </p:nvSpPr>
            <p:spPr>
              <a:xfrm>
                <a:off x="2932985" y="1529047"/>
                <a:ext cx="172180" cy="22649"/>
              </a:xfrm>
            </p:spPr>
          </p:sp>
        </mc:Fallback>
      </mc:AlternateContent>
      <mc:AlternateContent xmlns:mc="http://schemas.openxmlformats.org/markup-compatibility/2006">
        <mc:Choice xmlns:p14="http://schemas.microsoft.com/office/powerpoint/2010/main" Requires="p14">
          <p:contentPart p14:bwMode="auto" r:id="rId5">
            <p14:nvContentPartPr>
              <p14:cNvPr id="1049060" name=""/>
              <p14:cNvContentPartPr/>
              <p14:nvPr/>
            </p14:nvContentPartPr>
            <p14:xfrm>
              <a:off x="3132604" y="1536598"/>
              <a:ext cx="213475" cy="10473"/>
            </p14:xfrm>
          </p:contentPart>
        </mc:Choice>
        <mc:Fallback>
          <p:sp>
            <p:nvSpPr>
              <p:cNvPr id="1049060" name=""/>
              <p:cNvSpPr/>
              <p:nvPr/>
            </p:nvSpPr>
            <p:spPr>
              <a:xfrm>
                <a:off x="3132604" y="1536598"/>
                <a:ext cx="213475" cy="10473"/>
              </a:xfrm>
            </p:spPr>
          </p:sp>
        </mc:Fallback>
      </mc:AlternateContent>
      <mc:AlternateContent xmlns:mc="http://schemas.openxmlformats.org/markup-compatibility/2006">
        <mc:Choice xmlns:p14="http://schemas.microsoft.com/office/powerpoint/2010/main" Requires="p14">
          <p:contentPart p14:bwMode="auto" r:id="rId6">
            <p14:nvContentPartPr>
              <p14:cNvPr id="1049061" name=""/>
              <p14:cNvContentPartPr/>
              <p14:nvPr/>
            </p14:nvContentPartPr>
            <p14:xfrm>
              <a:off x="3446095" y="1564852"/>
              <a:ext cx="258519" cy="22408"/>
            </p14:xfrm>
          </p:contentPart>
        </mc:Choice>
        <mc:Fallback>
          <p:sp>
            <p:nvSpPr>
              <p:cNvPr id="1049061" name=""/>
              <p:cNvSpPr/>
              <p:nvPr/>
            </p:nvSpPr>
            <p:spPr>
              <a:xfrm>
                <a:off x="3446095" y="1564852"/>
                <a:ext cx="258519" cy="22408"/>
              </a:xfrm>
            </p:spPr>
          </p:sp>
        </mc:Fallback>
      </mc:AlternateContent>
      <mc:AlternateContent xmlns:mc="http://schemas.openxmlformats.org/markup-compatibility/2006">
        <mc:Choice xmlns:p14="http://schemas.microsoft.com/office/powerpoint/2010/main" Requires="p14">
          <p:contentPart p14:bwMode="auto" r:id="rId7">
            <p14:nvContentPartPr>
              <p14:cNvPr id="1049062" name=""/>
              <p14:cNvContentPartPr/>
              <p14:nvPr/>
            </p14:nvContentPartPr>
            <p14:xfrm>
              <a:off x="2524653" y="1801602"/>
              <a:ext cx="252701" cy="12103"/>
            </p14:xfrm>
          </p:contentPart>
        </mc:Choice>
        <mc:Fallback>
          <p:sp>
            <p:nvSpPr>
              <p:cNvPr id="1049062" name=""/>
              <p:cNvSpPr/>
              <p:nvPr/>
            </p:nvSpPr>
            <p:spPr>
              <a:xfrm>
                <a:off x="2524653" y="1801602"/>
                <a:ext cx="252701" cy="12103"/>
              </a:xfrm>
            </p:spPr>
          </p:sp>
        </mc:Fallback>
      </mc:AlternateContent>
      <mc:AlternateContent xmlns:mc="http://schemas.openxmlformats.org/markup-compatibility/2006">
        <mc:Choice xmlns:p14="http://schemas.microsoft.com/office/powerpoint/2010/main" Requires="p14">
          <p:contentPart p14:bwMode="auto" r:id="rId8">
            <p14:nvContentPartPr>
              <p14:cNvPr id="1049063" name=""/>
              <p14:cNvContentPartPr/>
              <p14:nvPr/>
            </p14:nvContentPartPr>
            <p14:xfrm>
              <a:off x="2937301" y="1822971"/>
              <a:ext cx="20798" cy="11512"/>
            </p14:xfrm>
          </p:contentPart>
        </mc:Choice>
        <mc:Fallback>
          <p:sp>
            <p:nvSpPr>
              <p:cNvPr id="1049063" name=""/>
              <p:cNvSpPr/>
              <p:nvPr/>
            </p:nvSpPr>
            <p:spPr>
              <a:xfrm>
                <a:off x="2937301" y="1822971"/>
                <a:ext cx="20798" cy="11512"/>
              </a:xfrm>
            </p:spPr>
          </p:sp>
        </mc:Fallback>
      </mc:AlternateContent>
      <mc:AlternateContent xmlns:mc="http://schemas.openxmlformats.org/markup-compatibility/2006">
        <mc:Choice xmlns:p14="http://schemas.microsoft.com/office/powerpoint/2010/main" Requires="p14">
          <p:contentPart p14:bwMode="auto" r:id="rId9">
            <p14:nvContentPartPr>
              <p14:cNvPr id="1049064" name=""/>
              <p14:cNvContentPartPr/>
              <p14:nvPr/>
            </p14:nvContentPartPr>
            <p14:xfrm>
              <a:off x="2876488" y="1795026"/>
              <a:ext cx="193148" cy="19617"/>
            </p14:xfrm>
          </p:contentPart>
        </mc:Choice>
        <mc:Fallback>
          <p:sp>
            <p:nvSpPr>
              <p:cNvPr id="1049064" name=""/>
              <p:cNvSpPr/>
              <p:nvPr/>
            </p:nvSpPr>
            <p:spPr>
              <a:xfrm>
                <a:off x="2876488" y="1795026"/>
                <a:ext cx="193148" cy="19617"/>
              </a:xfrm>
            </p:spPr>
          </p:sp>
        </mc:Fallback>
      </mc:AlternateContent>
      <mc:AlternateContent xmlns:mc="http://schemas.openxmlformats.org/markup-compatibility/2006">
        <mc:Choice xmlns:p14="http://schemas.microsoft.com/office/powerpoint/2010/main" Requires="p14">
          <p:contentPart p14:bwMode="auto" r:id="rId10">
            <p14:nvContentPartPr>
              <p14:cNvPr id="1049065" name=""/>
              <p14:cNvContentPartPr/>
              <p14:nvPr/>
            </p14:nvContentPartPr>
            <p14:xfrm>
              <a:off x="3137800" y="1827908"/>
              <a:ext cx="232288" cy="7550"/>
            </p14:xfrm>
          </p:contentPart>
        </mc:Choice>
        <mc:Fallback>
          <p:sp>
            <p:nvSpPr>
              <p:cNvPr id="1049065" name=""/>
              <p:cNvSpPr/>
              <p:nvPr/>
            </p:nvSpPr>
            <p:spPr>
              <a:xfrm>
                <a:off x="3137800" y="1827908"/>
                <a:ext cx="232288" cy="7550"/>
              </a:xfrm>
            </p:spPr>
          </p:sp>
        </mc:Fallback>
      </mc:AlternateContent>
      <mc:AlternateContent xmlns:mc="http://schemas.openxmlformats.org/markup-compatibility/2006">
        <mc:Choice xmlns:p14="http://schemas.microsoft.com/office/powerpoint/2010/main" Requires="p14">
          <p:contentPart p14:bwMode="auto" r:id="rId11">
            <p14:nvContentPartPr>
              <p14:cNvPr id="1049066" name=""/>
              <p14:cNvContentPartPr/>
              <p14:nvPr/>
            </p14:nvContentPartPr>
            <p14:xfrm>
              <a:off x="287709" y="2658939"/>
              <a:ext cx="1419779" cy="30507"/>
            </p14:xfrm>
          </p:contentPart>
        </mc:Choice>
        <mc:Fallback>
          <p:sp>
            <p:nvSpPr>
              <p:cNvPr id="1049066" name=""/>
              <p:cNvSpPr/>
              <p:nvPr/>
            </p:nvSpPr>
            <p:spPr>
              <a:xfrm>
                <a:off x="287709" y="2658939"/>
                <a:ext cx="1419779" cy="30507"/>
              </a:xfrm>
            </p:spPr>
          </p:sp>
        </mc:Fallback>
      </mc:AlternateContent>
      <mc:AlternateContent xmlns:mc="http://schemas.openxmlformats.org/markup-compatibility/2006">
        <mc:Choice xmlns:p14="http://schemas.microsoft.com/office/powerpoint/2010/main" Requires="p14">
          <p:contentPart p14:bwMode="auto" r:id="rId12">
            <p14:nvContentPartPr>
              <p14:cNvPr id="1049067" name=""/>
              <p14:cNvContentPartPr/>
              <p14:nvPr/>
            </p14:nvContentPartPr>
            <p14:xfrm>
              <a:off x="1587181" y="2580051"/>
              <a:ext cx="157083" cy="150181"/>
            </p14:xfrm>
          </p:contentPart>
        </mc:Choice>
        <mc:Fallback>
          <p:sp>
            <p:nvSpPr>
              <p:cNvPr id="1049067" name=""/>
              <p:cNvSpPr/>
              <p:nvPr/>
            </p:nvSpPr>
            <p:spPr>
              <a:xfrm>
                <a:off x="1587181" y="2580051"/>
                <a:ext cx="157083" cy="150181"/>
              </a:xfrm>
            </p:spPr>
          </p:sp>
        </mc:Fallback>
      </mc:AlternateContent>
      <mc:AlternateContent xmlns:mc="http://schemas.openxmlformats.org/markup-compatibility/2006">
        <mc:Choice xmlns:p14="http://schemas.microsoft.com/office/powerpoint/2010/main" Requires="p14">
          <p:contentPart p14:bwMode="auto" r:id="rId13">
            <p14:nvContentPartPr>
              <p14:cNvPr id="1049068" name=""/>
              <p14:cNvContentPartPr/>
              <p14:nvPr/>
            </p14:nvContentPartPr>
            <p14:xfrm>
              <a:off x="219293" y="2099742"/>
              <a:ext cx="1992816" cy="287544"/>
            </p14:xfrm>
          </p:contentPart>
        </mc:Choice>
        <mc:Fallback>
          <p:sp>
            <p:nvSpPr>
              <p:cNvPr id="1049068" name=""/>
              <p:cNvSpPr/>
              <p:nvPr/>
            </p:nvSpPr>
            <p:spPr>
              <a:xfrm>
                <a:off x="219293" y="2099742"/>
                <a:ext cx="1992816" cy="287544"/>
              </a:xfrm>
            </p:spPr>
          </p:sp>
        </mc:Fallback>
      </mc:AlternateContent>
      <mc:AlternateContent xmlns:mc="http://schemas.openxmlformats.org/markup-compatibility/2006">
        <mc:Choice xmlns:p14="http://schemas.microsoft.com/office/powerpoint/2010/main" Requires="p14">
          <p:contentPart p14:bwMode="auto" r:id="rId14">
            <p14:nvContentPartPr>
              <p14:cNvPr id="1049069" name=""/>
              <p14:cNvContentPartPr/>
              <p14:nvPr/>
            </p14:nvContentPartPr>
            <p14:xfrm>
              <a:off x="240511" y="2836773"/>
              <a:ext cx="1656174" cy="350154"/>
            </p14:xfrm>
          </p:contentPart>
        </mc:Choice>
        <mc:Fallback>
          <p:sp>
            <p:nvSpPr>
              <p:cNvPr id="1049069" name=""/>
              <p:cNvSpPr/>
              <p:nvPr/>
            </p:nvSpPr>
            <p:spPr>
              <a:xfrm>
                <a:off x="240511" y="2836773"/>
                <a:ext cx="1656174" cy="350154"/>
              </a:xfrm>
            </p:spPr>
          </p:sp>
        </mc:Fallback>
      </mc:AlternateContent>
      <mc:AlternateContent xmlns:mc="http://schemas.openxmlformats.org/markup-compatibility/2006">
        <mc:Choice xmlns:p14="http://schemas.microsoft.com/office/powerpoint/2010/main" Requires="p14">
          <p:contentPart p14:bwMode="auto" r:id="rId15">
            <p14:nvContentPartPr>
              <p14:cNvPr id="1049070" name=""/>
              <p14:cNvContentPartPr/>
              <p14:nvPr/>
            </p14:nvContentPartPr>
            <p14:xfrm>
              <a:off x="324082" y="3558722"/>
              <a:ext cx="2281830" cy="420203"/>
            </p14:xfrm>
          </p:contentPart>
        </mc:Choice>
        <mc:Fallback>
          <p:sp>
            <p:nvSpPr>
              <p:cNvPr id="1049070" name=""/>
              <p:cNvSpPr/>
              <p:nvPr/>
            </p:nvSpPr>
            <p:spPr>
              <a:xfrm>
                <a:off x="324082" y="3558722"/>
                <a:ext cx="2281830" cy="420203"/>
              </a:xfrm>
            </p:spPr>
          </p:sp>
        </mc:Fallback>
      </mc:AlternateContent>
      <mc:AlternateContent xmlns:mc="http://schemas.openxmlformats.org/markup-compatibility/2006">
        <mc:Choice xmlns:p14="http://schemas.microsoft.com/office/powerpoint/2010/main" Requires="p14">
          <p:contentPart p14:bwMode="auto" r:id="rId16">
            <p14:nvContentPartPr>
              <p14:cNvPr id="1049071" name=""/>
              <p14:cNvContentPartPr/>
              <p14:nvPr/>
            </p14:nvContentPartPr>
            <p14:xfrm>
              <a:off x="424108" y="1468561"/>
              <a:ext cx="1580064" cy="73882"/>
            </p14:xfrm>
          </p:contentPart>
        </mc:Choice>
        <mc:Fallback>
          <p:sp>
            <p:nvSpPr>
              <p:cNvPr id="1049071" name=""/>
              <p:cNvSpPr/>
              <p:nvPr/>
            </p:nvSpPr>
            <p:spPr>
              <a:xfrm>
                <a:off x="424108" y="1468561"/>
                <a:ext cx="1580064" cy="73882"/>
              </a:xfrm>
            </p:spPr>
          </p:sp>
        </mc:Fallback>
      </mc:AlternateContent>
      <mc:AlternateContent xmlns:mc="http://schemas.openxmlformats.org/markup-compatibility/2006">
        <mc:Choice xmlns:p14="http://schemas.microsoft.com/office/powerpoint/2010/main" Requires="p14">
          <p:contentPart p14:bwMode="auto" r:id="rId17">
            <p14:nvContentPartPr>
              <p14:cNvPr id="1049072" name=""/>
              <p14:cNvContentPartPr/>
              <p14:nvPr/>
            </p14:nvContentPartPr>
            <p14:xfrm>
              <a:off x="269523" y="2025123"/>
              <a:ext cx="1637637" cy="39777"/>
            </p14:xfrm>
          </p:contentPart>
        </mc:Choice>
        <mc:Fallback>
          <p:sp>
            <p:nvSpPr>
              <p:cNvPr id="1049072" name=""/>
              <p:cNvSpPr/>
              <p:nvPr/>
            </p:nvSpPr>
            <p:spPr>
              <a:xfrm>
                <a:off x="269523" y="2025123"/>
                <a:ext cx="1637637" cy="39777"/>
              </a:xfrm>
            </p:spPr>
          </p:sp>
        </mc:Fallback>
      </mc:AlternateContent>
      <mc:AlternateContent xmlns:mc="http://schemas.openxmlformats.org/markup-compatibility/2006">
        <mc:Choice xmlns:p14="http://schemas.microsoft.com/office/powerpoint/2010/main" Requires="p14">
          <p:contentPart p14:bwMode="auto" r:id="rId18">
            <p14:nvContentPartPr>
              <p14:cNvPr id="1049073" name=""/>
              <p14:cNvContentPartPr/>
              <p14:nvPr/>
            </p14:nvContentPartPr>
            <p14:xfrm>
              <a:off x="0" y="0"/>
              <a:ext cx="0" cy="0"/>
            </p14:xfrm>
          </p:contentPart>
        </mc:Choice>
        <mc:Fallback>
          <p:sp>
            <p:nvSpPr>
              <p:cNvPr id="1049073"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9">
            <p14:nvContentPartPr>
              <p14:cNvPr id="1049074" name=""/>
              <p14:cNvContentPartPr/>
              <p14:nvPr/>
            </p14:nvContentPartPr>
            <p14:xfrm>
              <a:off x="0" y="0"/>
              <a:ext cx="0" cy="0"/>
            </p14:xfrm>
          </p:contentPart>
        </mc:Choice>
        <mc:Fallback>
          <p:sp>
            <p:nvSpPr>
              <p:cNvPr id="1049074"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20">
            <p14:nvContentPartPr>
              <p14:cNvPr id="1049075" name=""/>
              <p14:cNvContentPartPr/>
              <p14:nvPr/>
            </p14:nvContentPartPr>
            <p14:xfrm>
              <a:off x="0" y="0"/>
              <a:ext cx="0" cy="0"/>
            </p14:xfrm>
          </p:contentPart>
        </mc:Choice>
        <mc:Fallback>
          <p:sp>
            <p:nvSpPr>
              <p:cNvPr id="1049075"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21">
            <p14:nvContentPartPr>
              <p14:cNvPr id="1049076" name=""/>
              <p14:cNvContentPartPr/>
              <p14:nvPr/>
            </p14:nvContentPartPr>
            <p14:xfrm>
              <a:off x="0" y="0"/>
              <a:ext cx="0" cy="0"/>
            </p14:xfrm>
          </p:contentPart>
        </mc:Choice>
        <mc:Fallback>
          <p:sp>
            <p:nvSpPr>
              <p:cNvPr id="1049076"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22">
            <p14:nvContentPartPr>
              <p14:cNvPr id="1049077" name=""/>
              <p14:cNvContentPartPr/>
              <p14:nvPr/>
            </p14:nvContentPartPr>
            <p14:xfrm>
              <a:off x="0" y="0"/>
              <a:ext cx="0" cy="0"/>
            </p14:xfrm>
          </p:contentPart>
        </mc:Choice>
        <mc:Fallback>
          <p:sp>
            <p:nvSpPr>
              <p:cNvPr id="1049077"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23">
            <p14:nvContentPartPr>
              <p14:cNvPr id="1049078" name=""/>
              <p14:cNvContentPartPr/>
              <p14:nvPr/>
            </p14:nvContentPartPr>
            <p14:xfrm>
              <a:off x="9608861" y="3507321"/>
              <a:ext cx="127551" cy="273914"/>
            </p14:xfrm>
          </p:contentPart>
        </mc:Choice>
        <mc:Fallback>
          <p:sp>
            <p:nvSpPr>
              <p:cNvPr id="1049078" name=""/>
              <p:cNvSpPr/>
              <p:nvPr/>
            </p:nvSpPr>
            <p:spPr>
              <a:xfrm>
                <a:off x="9608861" y="3507321"/>
                <a:ext cx="127551" cy="273914"/>
              </a:xfrm>
            </p:spPr>
          </p:sp>
        </mc:Fallback>
      </mc:AlternateContent>
      <mc:AlternateContent xmlns:mc="http://schemas.openxmlformats.org/markup-compatibility/2006">
        <mc:Choice xmlns:p14="http://schemas.microsoft.com/office/powerpoint/2010/main" Requires="p14">
          <p:contentPart p14:bwMode="auto" r:id="rId24">
            <p14:nvContentPartPr>
              <p14:cNvPr id="1049079" name=""/>
              <p14:cNvContentPartPr/>
              <p14:nvPr/>
            </p14:nvContentPartPr>
            <p14:xfrm>
              <a:off x="0" y="0"/>
              <a:ext cx="0" cy="0"/>
            </p14:xfrm>
          </p:contentPart>
        </mc:Choice>
        <mc:Fallback>
          <p:sp>
            <p:nvSpPr>
              <p:cNvPr id="1049079"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25">
            <p14:nvContentPartPr>
              <p14:cNvPr id="1049080" name=""/>
              <p14:cNvContentPartPr/>
              <p14:nvPr/>
            </p14:nvContentPartPr>
            <p14:xfrm>
              <a:off x="8116801" y="2400791"/>
              <a:ext cx="1054467" cy="384321"/>
            </p14:xfrm>
          </p:contentPart>
        </mc:Choice>
        <mc:Fallback>
          <p:sp>
            <p:nvSpPr>
              <p:cNvPr id="1049080" name=""/>
              <p:cNvSpPr/>
              <p:nvPr/>
            </p:nvSpPr>
            <p:spPr>
              <a:xfrm>
                <a:off x="8116801" y="2400791"/>
                <a:ext cx="1054467" cy="384321"/>
              </a:xfrm>
            </p:spPr>
          </p:sp>
        </mc:Fallback>
      </mc:AlternateContent>
      <mc:AlternateContent xmlns:mc="http://schemas.openxmlformats.org/markup-compatibility/2006">
        <mc:Choice xmlns:p14="http://schemas.microsoft.com/office/powerpoint/2010/main" Requires="p14">
          <p:contentPart p14:bwMode="auto" r:id="rId26">
            <p14:nvContentPartPr>
              <p14:cNvPr id="1049081" name=""/>
              <p14:cNvContentPartPr/>
              <p14:nvPr/>
            </p14:nvContentPartPr>
            <p14:xfrm>
              <a:off x="8478582" y="2336481"/>
              <a:ext cx="188887" cy="176724"/>
            </p14:xfrm>
          </p:contentPart>
        </mc:Choice>
        <mc:Fallback>
          <p:sp>
            <p:nvSpPr>
              <p:cNvPr id="1049081" name=""/>
              <p:cNvSpPr/>
              <p:nvPr/>
            </p:nvSpPr>
            <p:spPr>
              <a:xfrm>
                <a:off x="8478582" y="2336481"/>
                <a:ext cx="188887" cy="176724"/>
              </a:xfrm>
            </p:spPr>
          </p:sp>
        </mc:Fallback>
      </mc:AlternateContent>
      <mc:AlternateContent xmlns:mc="http://schemas.openxmlformats.org/markup-compatibility/2006">
        <mc:Choice xmlns:p14="http://schemas.microsoft.com/office/powerpoint/2010/main" Requires="p14">
          <p:contentPart p14:bwMode="auto" r:id="rId27">
            <p14:nvContentPartPr>
              <p14:cNvPr id="1049082" name=""/>
              <p14:cNvContentPartPr/>
              <p14:nvPr/>
            </p14:nvContentPartPr>
            <p14:xfrm>
              <a:off x="8618907" y="2665300"/>
              <a:ext cx="120168" cy="181262"/>
            </p14:xfrm>
          </p:contentPart>
        </mc:Choice>
        <mc:Fallback>
          <p:sp>
            <p:nvSpPr>
              <p:cNvPr id="1049082" name=""/>
              <p:cNvSpPr/>
              <p:nvPr/>
            </p:nvSpPr>
            <p:spPr>
              <a:xfrm>
                <a:off x="8618907" y="2665300"/>
                <a:ext cx="120168" cy="181262"/>
              </a:xfrm>
            </p:spPr>
          </p:sp>
        </mc:Fallback>
      </mc:AlternateContent>
      <mc:AlternateContent xmlns:mc="http://schemas.openxmlformats.org/markup-compatibility/2006">
        <mc:Choice xmlns:p14="http://schemas.microsoft.com/office/powerpoint/2010/main" Requires="p14">
          <p:contentPart p14:bwMode="auto" r:id="rId28">
            <p14:nvContentPartPr>
              <p14:cNvPr id="1049083" name=""/>
              <p14:cNvContentPartPr/>
              <p14:nvPr/>
            </p14:nvContentPartPr>
            <p14:xfrm>
              <a:off x="8401938" y="2334532"/>
              <a:ext cx="262517" cy="185001"/>
            </p14:xfrm>
          </p:contentPart>
        </mc:Choice>
        <mc:Fallback>
          <p:sp>
            <p:nvSpPr>
              <p:cNvPr id="1049083" name=""/>
              <p:cNvSpPr/>
              <p:nvPr/>
            </p:nvSpPr>
            <p:spPr>
              <a:xfrm>
                <a:off x="8401938" y="2334532"/>
                <a:ext cx="262517" cy="185001"/>
              </a:xfrm>
            </p:spPr>
          </p:sp>
        </mc:Fallback>
      </mc:AlternateContent>
      <mc:AlternateContent xmlns:mc="http://schemas.openxmlformats.org/markup-compatibility/2006">
        <mc:Choice xmlns:p14="http://schemas.microsoft.com/office/powerpoint/2010/main" Requires="p14">
          <p:contentPart p14:bwMode="auto" r:id="rId29">
            <p14:nvContentPartPr>
              <p14:cNvPr id="1049084" name=""/>
              <p14:cNvContentPartPr/>
              <p14:nvPr/>
            </p14:nvContentPartPr>
            <p14:xfrm>
              <a:off x="9476355" y="2308471"/>
              <a:ext cx="248689" cy="164455"/>
            </p14:xfrm>
          </p:contentPart>
        </mc:Choice>
        <mc:Fallback>
          <p:sp>
            <p:nvSpPr>
              <p:cNvPr id="1049084" name=""/>
              <p:cNvSpPr/>
              <p:nvPr/>
            </p:nvSpPr>
            <p:spPr>
              <a:xfrm>
                <a:off x="9476355" y="2308471"/>
                <a:ext cx="248689" cy="164455"/>
              </a:xfrm>
            </p:spPr>
          </p:sp>
        </mc:Fallback>
      </mc:AlternateContent>
      <mc:AlternateContent xmlns:mc="http://schemas.openxmlformats.org/markup-compatibility/2006">
        <mc:Choice xmlns:p14="http://schemas.microsoft.com/office/powerpoint/2010/main" Requires="p14">
          <p:contentPart p14:bwMode="auto" r:id="rId30">
            <p14:nvContentPartPr>
              <p14:cNvPr id="1049085" name=""/>
              <p14:cNvContentPartPr/>
              <p14:nvPr/>
            </p14:nvContentPartPr>
            <p14:xfrm>
              <a:off x="9110286" y="3018233"/>
              <a:ext cx="183225" cy="245067"/>
            </p14:xfrm>
          </p:contentPart>
        </mc:Choice>
        <mc:Fallback>
          <p:sp>
            <p:nvSpPr>
              <p:cNvPr id="1049085" name=""/>
              <p:cNvSpPr/>
              <p:nvPr/>
            </p:nvSpPr>
            <p:spPr>
              <a:xfrm>
                <a:off x="9110286" y="3018233"/>
                <a:ext cx="183225" cy="245067"/>
              </a:xfrm>
            </p:spPr>
          </p:sp>
        </mc:Fallback>
      </mc:AlternateContent>
      <mc:AlternateContent xmlns:mc="http://schemas.openxmlformats.org/markup-compatibility/2006">
        <mc:Choice xmlns:p14="http://schemas.microsoft.com/office/powerpoint/2010/main" Requires="p14">
          <p:contentPart p14:bwMode="auto" r:id="rId31">
            <p14:nvContentPartPr>
              <p14:cNvPr id="1049086" name=""/>
              <p14:cNvContentPartPr/>
              <p14:nvPr/>
            </p14:nvContentPartPr>
            <p14:xfrm>
              <a:off x="8065487" y="2377888"/>
              <a:ext cx="2165414" cy="718842"/>
            </p14:xfrm>
          </p:contentPart>
        </mc:Choice>
        <mc:Fallback>
          <p:sp>
            <p:nvSpPr>
              <p:cNvPr id="1049086" name=""/>
              <p:cNvSpPr/>
              <p:nvPr/>
            </p:nvSpPr>
            <p:spPr>
              <a:xfrm>
                <a:off x="8065487" y="2377888"/>
                <a:ext cx="2165414" cy="718842"/>
              </a:xfrm>
            </p:spPr>
          </p:sp>
        </mc:Fallback>
      </mc:AlternateContent>
      <mc:AlternateContent xmlns:mc="http://schemas.openxmlformats.org/markup-compatibility/2006">
        <mc:Choice xmlns:p14="http://schemas.microsoft.com/office/powerpoint/2010/main" Requires="p14">
          <p:contentPart p14:bwMode="auto" r:id="rId32">
            <p14:nvContentPartPr>
              <p14:cNvPr id="1049087" name=""/>
              <p14:cNvContentPartPr/>
              <p14:nvPr/>
            </p14:nvContentPartPr>
            <p14:xfrm>
              <a:off x="8091816" y="2371240"/>
              <a:ext cx="3330245" cy="1192545"/>
            </p14:xfrm>
          </p:contentPart>
        </mc:Choice>
        <mc:Fallback>
          <p:sp>
            <p:nvSpPr>
              <p:cNvPr id="1049087" name=""/>
              <p:cNvSpPr/>
              <p:nvPr/>
            </p:nvSpPr>
            <p:spPr>
              <a:xfrm>
                <a:off x="8091816" y="2371240"/>
                <a:ext cx="3330245" cy="1192545"/>
              </a:xfrm>
            </p:spPr>
          </p:sp>
        </mc:Fallback>
      </mc:AlternateContent>
      <mc:AlternateContent xmlns:mc="http://schemas.openxmlformats.org/markup-compatibility/2006">
        <mc:Choice xmlns:p14="http://schemas.microsoft.com/office/powerpoint/2010/main" Requires="p14">
          <p:contentPart p14:bwMode="auto" r:id="rId33">
            <p14:nvContentPartPr>
              <p14:cNvPr id="1049088" name=""/>
              <p14:cNvContentPartPr/>
              <p14:nvPr/>
            </p14:nvContentPartPr>
            <p14:xfrm>
              <a:off x="0" y="0"/>
              <a:ext cx="0" cy="0"/>
            </p14:xfrm>
          </p:contentPart>
        </mc:Choice>
        <mc:Fallback>
          <p:sp>
            <p:nvSpPr>
              <p:cNvPr id="1049088"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34">
            <p14:nvContentPartPr>
              <p14:cNvPr id="1049089" name=""/>
              <p14:cNvContentPartPr/>
              <p14:nvPr/>
            </p14:nvContentPartPr>
            <p14:xfrm>
              <a:off x="9521120" y="3308960"/>
              <a:ext cx="288543" cy="197673"/>
            </p14:xfrm>
          </p:contentPart>
        </mc:Choice>
        <mc:Fallback>
          <p:sp>
            <p:nvSpPr>
              <p:cNvPr id="1049089" name=""/>
              <p:cNvSpPr/>
              <p:nvPr/>
            </p:nvSpPr>
            <p:spPr>
              <a:xfrm>
                <a:off x="9521120" y="3308960"/>
                <a:ext cx="288543" cy="197673"/>
              </a:xfrm>
            </p:spPr>
          </p:sp>
        </mc:Fallback>
      </mc:AlternateContent>
      <mc:AlternateContent xmlns:mc="http://schemas.openxmlformats.org/markup-compatibility/2006">
        <mc:Choice xmlns:p14="http://schemas.microsoft.com/office/powerpoint/2010/main" Requires="p14">
          <p:contentPart p14:bwMode="auto" r:id="rId35">
            <p14:nvContentPartPr>
              <p14:cNvPr id="1049090" name=""/>
              <p14:cNvContentPartPr/>
              <p14:nvPr/>
            </p14:nvContentPartPr>
            <p14:xfrm>
              <a:off x="10123580" y="1639202"/>
              <a:ext cx="349764" cy="741671"/>
            </p14:xfrm>
          </p:contentPart>
        </mc:Choice>
        <mc:Fallback>
          <p:sp>
            <p:nvSpPr>
              <p:cNvPr id="1049090" name=""/>
              <p:cNvSpPr/>
              <p:nvPr/>
            </p:nvSpPr>
            <p:spPr>
              <a:xfrm>
                <a:off x="10123580" y="1639202"/>
                <a:ext cx="349764" cy="741671"/>
              </a:xfrm>
            </p:spPr>
          </p:sp>
        </mc:Fallback>
      </mc:AlternateContent>
      <mc:AlternateContent xmlns:mc="http://schemas.openxmlformats.org/markup-compatibility/2006">
        <mc:Choice xmlns:p14="http://schemas.microsoft.com/office/powerpoint/2010/main" Requires="p14">
          <p:contentPart p14:bwMode="auto" r:id="rId36">
            <p14:nvContentPartPr>
              <p14:cNvPr id="1049091" name=""/>
              <p14:cNvContentPartPr/>
              <p14:nvPr/>
            </p14:nvContentPartPr>
            <p14:xfrm>
              <a:off x="0" y="0"/>
              <a:ext cx="0" cy="0"/>
            </p14:xfrm>
          </p:contentPart>
        </mc:Choice>
        <mc:Fallback>
          <p:sp>
            <p:nvSpPr>
              <p:cNvPr id="1049091"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37">
            <p14:nvContentPartPr>
              <p14:cNvPr id="1049092" name=""/>
              <p14:cNvContentPartPr/>
              <p14:nvPr/>
            </p14:nvContentPartPr>
            <p14:xfrm>
              <a:off x="8967453" y="1341803"/>
              <a:ext cx="2366847" cy="2229430"/>
            </p14:xfrm>
          </p:contentPart>
        </mc:Choice>
        <mc:Fallback>
          <p:sp>
            <p:nvSpPr>
              <p:cNvPr id="1049092" name=""/>
              <p:cNvSpPr/>
              <p:nvPr/>
            </p:nvSpPr>
            <p:spPr>
              <a:xfrm>
                <a:off x="8967453" y="1341803"/>
                <a:ext cx="2366847" cy="2229430"/>
              </a:xfrm>
            </p:spPr>
          </p:sp>
        </mc:Fallback>
      </mc:AlternateContent>
      <mc:AlternateContent xmlns:mc="http://schemas.openxmlformats.org/markup-compatibility/2006">
        <mc:Choice xmlns:p14="http://schemas.microsoft.com/office/powerpoint/2010/main" Requires="p14">
          <p:contentPart p14:bwMode="auto" r:id="rId38">
            <p14:nvContentPartPr>
              <p14:cNvPr id="1049093" name=""/>
              <p14:cNvContentPartPr/>
              <p14:nvPr/>
            </p14:nvContentPartPr>
            <p14:xfrm>
              <a:off x="0" y="0"/>
              <a:ext cx="0" cy="0"/>
            </p14:xfrm>
          </p:contentPart>
        </mc:Choice>
        <mc:Fallback>
          <p:sp>
            <p:nvSpPr>
              <p:cNvPr id="1049093"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39">
            <p14:nvContentPartPr>
              <p14:cNvPr id="1049094" name=""/>
              <p14:cNvContentPartPr/>
              <p14:nvPr/>
            </p14:nvContentPartPr>
            <p14:xfrm>
              <a:off x="0" y="0"/>
              <a:ext cx="0" cy="0"/>
            </p14:xfrm>
          </p:contentPart>
        </mc:Choice>
        <mc:Fallback>
          <p:sp>
            <p:nvSpPr>
              <p:cNvPr id="1049094"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40">
            <p14:nvContentPartPr>
              <p14:cNvPr id="1049095" name=""/>
              <p14:cNvContentPartPr/>
              <p14:nvPr/>
            </p14:nvContentPartPr>
            <p14:xfrm>
              <a:off x="0" y="0"/>
              <a:ext cx="0" cy="0"/>
            </p14:xfrm>
          </p:contentPart>
        </mc:Choice>
        <mc:Fallback>
          <p:sp>
            <p:nvSpPr>
              <p:cNvPr id="1049095"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41">
            <p14:nvContentPartPr>
              <p14:cNvPr id="1049096" name=""/>
              <p14:cNvContentPartPr/>
              <p14:nvPr/>
            </p14:nvContentPartPr>
            <p14:xfrm>
              <a:off x="0" y="0"/>
              <a:ext cx="0" cy="0"/>
            </p14:xfrm>
          </p:contentPart>
        </mc:Choice>
        <mc:Fallback>
          <p:sp>
            <p:nvSpPr>
              <p:cNvPr id="1049096"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42">
            <p14:nvContentPartPr>
              <p14:cNvPr id="1049097" name=""/>
              <p14:cNvContentPartPr/>
              <p14:nvPr/>
            </p14:nvContentPartPr>
            <p14:xfrm>
              <a:off x="1899229" y="3138430"/>
              <a:ext cx="64239" cy="2562"/>
            </p14:xfrm>
          </p:contentPart>
        </mc:Choice>
        <mc:Fallback>
          <p:sp>
            <p:nvSpPr>
              <p:cNvPr id="1049097" name=""/>
              <p:cNvSpPr/>
              <p:nvPr/>
            </p:nvSpPr>
            <p:spPr>
              <a:xfrm>
                <a:off x="1899229" y="3138430"/>
                <a:ext cx="64239" cy="2562"/>
              </a:xfrm>
            </p:spPr>
          </p:sp>
        </mc:Fallback>
      </mc:AlternateContent>
      <mc:AlternateContent xmlns:mc="http://schemas.openxmlformats.org/markup-compatibility/2006">
        <mc:Choice xmlns:p14="http://schemas.microsoft.com/office/powerpoint/2010/main" Requires="p14">
          <p:contentPart p14:bwMode="auto" r:id="rId43">
            <p14:nvContentPartPr>
              <p14:cNvPr id="1049098" name=""/>
              <p14:cNvContentPartPr/>
              <p14:nvPr/>
            </p14:nvContentPartPr>
            <p14:xfrm>
              <a:off x="937477" y="3393817"/>
              <a:ext cx="1175915" cy="82253"/>
            </p14:xfrm>
          </p:contentPart>
        </mc:Choice>
        <mc:Fallback>
          <p:sp>
            <p:nvSpPr>
              <p:cNvPr id="1049098" name=""/>
              <p:cNvSpPr/>
              <p:nvPr/>
            </p:nvSpPr>
            <p:spPr>
              <a:xfrm>
                <a:off x="937477" y="3393817"/>
                <a:ext cx="1175915" cy="82253"/>
              </a:xfrm>
            </p:spPr>
          </p:sp>
        </mc:Fallback>
      </mc:AlternateContent>
      <mc:AlternateContent xmlns:mc="http://schemas.openxmlformats.org/markup-compatibility/2006">
        <mc:Choice xmlns:p14="http://schemas.microsoft.com/office/powerpoint/2010/main" Requires="p14">
          <p:contentPart p14:bwMode="auto" r:id="rId44">
            <p14:nvContentPartPr>
              <p14:cNvPr id="1049099" name=""/>
              <p14:cNvContentPartPr/>
              <p14:nvPr/>
            </p14:nvContentPartPr>
            <p14:xfrm>
              <a:off x="1082288" y="3444480"/>
              <a:ext cx="1112969" cy="69561"/>
            </p14:xfrm>
          </p:contentPart>
        </mc:Choice>
        <mc:Fallback>
          <p:sp>
            <p:nvSpPr>
              <p:cNvPr id="1049099" name=""/>
              <p:cNvSpPr/>
              <p:nvPr/>
            </p:nvSpPr>
            <p:spPr>
              <a:xfrm>
                <a:off x="1082288" y="3444480"/>
                <a:ext cx="1112969" cy="69561"/>
              </a:xfrm>
            </p:spPr>
          </p:sp>
        </mc:Fallback>
      </mc:AlternateContent>
      <mc:AlternateContent xmlns:mc="http://schemas.openxmlformats.org/markup-compatibility/2006">
        <mc:Choice xmlns:p14="http://schemas.microsoft.com/office/powerpoint/2010/main" Requires="p14">
          <p:contentPart p14:bwMode="auto" r:id="rId45">
            <p14:nvContentPartPr>
              <p14:cNvPr id="1049100" name=""/>
              <p14:cNvContentPartPr/>
              <p14:nvPr/>
            </p14:nvContentPartPr>
            <p14:xfrm>
              <a:off x="8403146" y="1603399"/>
              <a:ext cx="323059" cy="311119"/>
            </p14:xfrm>
          </p:contentPart>
        </mc:Choice>
        <mc:Fallback>
          <p:sp>
            <p:nvSpPr>
              <p:cNvPr id="1049100" name=""/>
              <p:cNvSpPr/>
              <p:nvPr/>
            </p:nvSpPr>
            <p:spPr>
              <a:xfrm>
                <a:off x="8403146" y="1603399"/>
                <a:ext cx="323059" cy="311119"/>
              </a:xfrm>
            </p:spPr>
          </p:sp>
        </mc:Fallback>
      </mc:AlternateContent>
      <mc:AlternateContent xmlns:mc="http://schemas.openxmlformats.org/markup-compatibility/2006">
        <mc:Choice xmlns:p14="http://schemas.microsoft.com/office/powerpoint/2010/main" Requires="p14">
          <p:contentPart p14:bwMode="auto" r:id="rId46">
            <p14:nvContentPartPr>
              <p14:cNvPr id="1049101" name=""/>
              <p14:cNvContentPartPr/>
              <p14:nvPr/>
            </p14:nvContentPartPr>
            <p14:xfrm>
              <a:off x="8847509" y="1682208"/>
              <a:ext cx="202343" cy="205355"/>
            </p14:xfrm>
          </p:contentPart>
        </mc:Choice>
        <mc:Fallback>
          <p:sp>
            <p:nvSpPr>
              <p:cNvPr id="1049101" name=""/>
              <p:cNvSpPr/>
              <p:nvPr/>
            </p:nvSpPr>
            <p:spPr>
              <a:xfrm>
                <a:off x="8847509" y="1682208"/>
                <a:ext cx="202343" cy="205355"/>
              </a:xfrm>
            </p:spPr>
          </p:sp>
        </mc:Fallback>
      </mc:AlternateContent>
      <mc:AlternateContent xmlns:mc="http://schemas.openxmlformats.org/markup-compatibility/2006">
        <mc:Choice xmlns:p14="http://schemas.microsoft.com/office/powerpoint/2010/main" Requires="p14">
          <p:contentPart p14:bwMode="auto" r:id="rId47">
            <p14:nvContentPartPr>
              <p14:cNvPr id="1049102" name=""/>
              <p14:cNvContentPartPr/>
              <p14:nvPr/>
            </p14:nvContentPartPr>
            <p14:xfrm>
              <a:off x="8994989" y="1565474"/>
              <a:ext cx="231334" cy="243468"/>
            </p14:xfrm>
          </p:contentPart>
        </mc:Choice>
        <mc:Fallback>
          <p:sp>
            <p:nvSpPr>
              <p:cNvPr id="1049102" name=""/>
              <p:cNvSpPr/>
              <p:nvPr/>
            </p:nvSpPr>
            <p:spPr>
              <a:xfrm>
                <a:off x="8994989" y="1565474"/>
                <a:ext cx="231334" cy="243468"/>
              </a:xfrm>
            </p:spPr>
          </p:sp>
        </mc:Fallback>
      </mc:AlternateContent>
      <mc:AlternateContent xmlns:mc="http://schemas.openxmlformats.org/markup-compatibility/2006">
        <mc:Choice xmlns:p14="http://schemas.microsoft.com/office/powerpoint/2010/main" Requires="p14">
          <p:contentPart p14:bwMode="auto" r:id="rId48">
            <p14:nvContentPartPr>
              <p14:cNvPr id="1049103" name=""/>
              <p14:cNvContentPartPr/>
              <p14:nvPr/>
            </p14:nvContentPartPr>
            <p14:xfrm>
              <a:off x="9249444" y="1181186"/>
              <a:ext cx="61822" cy="259933"/>
            </p14:xfrm>
          </p:contentPart>
        </mc:Choice>
        <mc:Fallback>
          <p:sp>
            <p:nvSpPr>
              <p:cNvPr id="1049103" name=""/>
              <p:cNvSpPr/>
              <p:nvPr/>
            </p:nvSpPr>
            <p:spPr>
              <a:xfrm>
                <a:off x="9249444" y="1181186"/>
                <a:ext cx="61822" cy="259933"/>
              </a:xfrm>
            </p:spPr>
          </p:sp>
        </mc:Fallback>
      </mc:AlternateContent>
      <mc:AlternateContent xmlns:mc="http://schemas.openxmlformats.org/markup-compatibility/2006">
        <mc:Choice xmlns:p14="http://schemas.microsoft.com/office/powerpoint/2010/main" Requires="p14">
          <p:contentPart p14:bwMode="auto" r:id="rId49">
            <p14:nvContentPartPr>
              <p14:cNvPr id="1049104" name=""/>
              <p14:cNvContentPartPr/>
              <p14:nvPr/>
            </p14:nvContentPartPr>
            <p14:xfrm>
              <a:off x="9319502" y="1237076"/>
              <a:ext cx="155334" cy="150701"/>
            </p14:xfrm>
          </p:contentPart>
        </mc:Choice>
        <mc:Fallback>
          <p:sp>
            <p:nvSpPr>
              <p:cNvPr id="1049104" name=""/>
              <p:cNvSpPr/>
              <p:nvPr/>
            </p:nvSpPr>
            <p:spPr>
              <a:xfrm>
                <a:off x="9319502" y="1237076"/>
                <a:ext cx="155334" cy="150701"/>
              </a:xfrm>
            </p:spPr>
          </p:sp>
        </mc:Fallback>
      </mc:AlternateContent>
      <mc:AlternateContent xmlns:mc="http://schemas.openxmlformats.org/markup-compatibility/2006">
        <mc:Choice xmlns:p14="http://schemas.microsoft.com/office/powerpoint/2010/main" Requires="p14">
          <p:contentPart p14:bwMode="auto" r:id="rId50">
            <p14:nvContentPartPr>
              <p14:cNvPr id="1049105" name=""/>
              <p14:cNvContentPartPr/>
              <p14:nvPr/>
            </p14:nvContentPartPr>
            <p14:xfrm>
              <a:off x="9538406" y="1247340"/>
              <a:ext cx="149922" cy="188456"/>
            </p14:xfrm>
          </p:contentPart>
        </mc:Choice>
        <mc:Fallback>
          <p:sp>
            <p:nvSpPr>
              <p:cNvPr id="1049105" name=""/>
              <p:cNvSpPr/>
              <p:nvPr/>
            </p:nvSpPr>
            <p:spPr>
              <a:xfrm>
                <a:off x="9538406" y="1247340"/>
                <a:ext cx="149922" cy="188456"/>
              </a:xfrm>
            </p:spPr>
          </p:sp>
        </mc:Fallback>
      </mc:AlternateContent>
      <mc:AlternateContent xmlns:mc="http://schemas.openxmlformats.org/markup-compatibility/2006">
        <mc:Choice xmlns:p14="http://schemas.microsoft.com/office/powerpoint/2010/main" Requires="p14">
          <p:contentPart p14:bwMode="auto" r:id="rId51">
            <p14:nvContentPartPr>
              <p14:cNvPr id="1049106" name=""/>
              <p14:cNvContentPartPr/>
              <p14:nvPr/>
            </p14:nvContentPartPr>
            <p14:xfrm>
              <a:off x="9665037" y="1172837"/>
              <a:ext cx="185948" cy="231099"/>
            </p14:xfrm>
          </p:contentPart>
        </mc:Choice>
        <mc:Fallback>
          <p:sp>
            <p:nvSpPr>
              <p:cNvPr id="1049106" name=""/>
              <p:cNvSpPr/>
              <p:nvPr/>
            </p:nvSpPr>
            <p:spPr>
              <a:xfrm>
                <a:off x="9665037" y="1172837"/>
                <a:ext cx="185948" cy="231099"/>
              </a:xfrm>
            </p:spPr>
          </p:sp>
        </mc:Fallback>
      </mc:AlternateContent>
      <mc:AlternateContent xmlns:mc="http://schemas.openxmlformats.org/markup-compatibility/2006">
        <mc:Choice xmlns:p14="http://schemas.microsoft.com/office/powerpoint/2010/main" Requires="p14">
          <p:contentPart p14:bwMode="auto" r:id="rId52">
            <p14:nvContentPartPr>
              <p14:cNvPr id="1049107" name=""/>
              <p14:cNvContentPartPr/>
              <p14:nvPr/>
            </p14:nvContentPartPr>
            <p14:xfrm>
              <a:off x="9602485" y="1848317"/>
              <a:ext cx="205457" cy="227346"/>
            </p14:xfrm>
          </p:contentPart>
        </mc:Choice>
        <mc:Fallback>
          <p:sp>
            <p:nvSpPr>
              <p:cNvPr id="1049107" name=""/>
              <p:cNvSpPr/>
              <p:nvPr/>
            </p:nvSpPr>
            <p:spPr>
              <a:xfrm>
                <a:off x="9602485" y="1848317"/>
                <a:ext cx="205457" cy="227346"/>
              </a:xfrm>
            </p:spPr>
          </p:sp>
        </mc:Fallback>
      </mc:AlternateContent>
      <mc:AlternateContent xmlns:mc="http://schemas.openxmlformats.org/markup-compatibility/2006">
        <mc:Choice xmlns:p14="http://schemas.microsoft.com/office/powerpoint/2010/main" Requires="p14">
          <p:contentPart p14:bwMode="auto" r:id="rId53">
            <p14:nvContentPartPr>
              <p14:cNvPr id="1049108" name=""/>
              <p14:cNvContentPartPr/>
              <p14:nvPr/>
            </p14:nvContentPartPr>
            <p14:xfrm>
              <a:off x="9864683" y="1760439"/>
              <a:ext cx="96140" cy="152145"/>
            </p14:xfrm>
          </p:contentPart>
        </mc:Choice>
        <mc:Fallback>
          <p:sp>
            <p:nvSpPr>
              <p:cNvPr id="1049108" name=""/>
              <p:cNvSpPr/>
              <p:nvPr/>
            </p:nvSpPr>
            <p:spPr>
              <a:xfrm>
                <a:off x="9864683" y="1760439"/>
                <a:ext cx="96140" cy="152145"/>
              </a:xfrm>
            </p:spPr>
          </p:sp>
        </mc:Fallback>
      </mc:AlternateContent>
      <mc:AlternateContent xmlns:mc="http://schemas.openxmlformats.org/markup-compatibility/2006">
        <mc:Choice xmlns:p14="http://schemas.microsoft.com/office/powerpoint/2010/main" Requires="p14">
          <p:contentPart p14:bwMode="auto" r:id="rId54">
            <p14:nvContentPartPr>
              <p14:cNvPr id="1049109" name=""/>
              <p14:cNvContentPartPr/>
              <p14:nvPr/>
            </p14:nvContentPartPr>
            <p14:xfrm>
              <a:off x="9907524" y="1733402"/>
              <a:ext cx="117219" cy="171341"/>
            </p14:xfrm>
          </p:contentPart>
        </mc:Choice>
        <mc:Fallback>
          <p:sp>
            <p:nvSpPr>
              <p:cNvPr id="1049109" name=""/>
              <p:cNvSpPr/>
              <p:nvPr/>
            </p:nvSpPr>
            <p:spPr>
              <a:xfrm>
                <a:off x="9907524" y="1733402"/>
                <a:ext cx="117219" cy="171341"/>
              </a:xfrm>
            </p:spPr>
          </p:sp>
        </mc:Fallback>
      </mc:AlternateContent>
      <mc:AlternateContent xmlns:mc="http://schemas.openxmlformats.org/markup-compatibility/2006">
        <mc:Choice xmlns:p14="http://schemas.microsoft.com/office/powerpoint/2010/main" Requires="p14">
          <p:contentPart p14:bwMode="auto" r:id="rId55">
            <p14:nvContentPartPr>
              <p14:cNvPr id="1049110" name=""/>
              <p14:cNvContentPartPr/>
              <p14:nvPr/>
            </p14:nvContentPartPr>
            <p14:xfrm>
              <a:off x="9995426" y="1635000"/>
              <a:ext cx="86173" cy="113229"/>
            </p14:xfrm>
          </p:contentPart>
        </mc:Choice>
        <mc:Fallback>
          <p:sp>
            <p:nvSpPr>
              <p:cNvPr id="1049110" name=""/>
              <p:cNvSpPr/>
              <p:nvPr/>
            </p:nvSpPr>
            <p:spPr>
              <a:xfrm>
                <a:off x="9995426" y="1635000"/>
                <a:ext cx="86173" cy="113229"/>
              </a:xfrm>
            </p:spPr>
          </p:sp>
        </mc:Fallback>
      </mc:AlternateContent>
      <mc:AlternateContent xmlns:mc="http://schemas.openxmlformats.org/markup-compatibility/2006">
        <mc:Choice xmlns:p14="http://schemas.microsoft.com/office/powerpoint/2010/main" Requires="p14">
          <p:contentPart p14:bwMode="auto" r:id="rId56">
            <p14:nvContentPartPr>
              <p14:cNvPr id="1049111" name=""/>
              <p14:cNvContentPartPr/>
              <p14:nvPr/>
            </p14:nvContentPartPr>
            <p14:xfrm>
              <a:off x="10027902" y="1595786"/>
              <a:ext cx="112150" cy="144924"/>
            </p14:xfrm>
          </p:contentPart>
        </mc:Choice>
        <mc:Fallback>
          <p:sp>
            <p:nvSpPr>
              <p:cNvPr id="1049111" name=""/>
              <p:cNvSpPr/>
              <p:nvPr/>
            </p:nvSpPr>
            <p:spPr>
              <a:xfrm>
                <a:off x="10027902" y="1595786"/>
                <a:ext cx="112150" cy="144924"/>
              </a:xfrm>
            </p:spPr>
          </p:sp>
        </mc:Fallback>
      </mc:AlternateContent>
      <mc:AlternateContent xmlns:mc="http://schemas.openxmlformats.org/markup-compatibility/2006">
        <mc:Choice xmlns:p14="http://schemas.microsoft.com/office/powerpoint/2010/main" Requires="p14">
          <p:contentPart p14:bwMode="auto" r:id="rId57">
            <p14:nvContentPartPr>
              <p14:cNvPr id="1049112" name=""/>
              <p14:cNvContentPartPr/>
              <p14:nvPr/>
            </p14:nvContentPartPr>
            <p14:xfrm>
              <a:off x="3423588" y="3685212"/>
              <a:ext cx="773497" cy="28899"/>
            </p14:xfrm>
          </p:contentPart>
        </mc:Choice>
        <mc:Fallback>
          <p:sp>
            <p:nvSpPr>
              <p:cNvPr id="1049112" name=""/>
              <p:cNvSpPr/>
              <p:nvPr/>
            </p:nvSpPr>
            <p:spPr>
              <a:xfrm>
                <a:off x="3423588" y="3685212"/>
                <a:ext cx="773497" cy="28899"/>
              </a:xfrm>
            </p:spPr>
          </p:sp>
        </mc:Fallback>
      </mc:AlternateContent>
      <mc:AlternateContent xmlns:mc="http://schemas.openxmlformats.org/markup-compatibility/2006">
        <mc:Choice xmlns:p14="http://schemas.microsoft.com/office/powerpoint/2010/main" Requires="p14">
          <p:contentPart p14:bwMode="auto" r:id="rId58">
            <p14:nvContentPartPr>
              <p14:cNvPr id="1049113" name=""/>
              <p14:cNvContentPartPr/>
              <p14:nvPr/>
            </p14:nvContentPartPr>
            <p14:xfrm>
              <a:off x="2425676" y="3480311"/>
              <a:ext cx="1045807" cy="423764"/>
            </p14:xfrm>
          </p:contentPart>
        </mc:Choice>
        <mc:Fallback>
          <p:sp>
            <p:nvSpPr>
              <p:cNvPr id="1049113" name=""/>
              <p:cNvSpPr/>
              <p:nvPr/>
            </p:nvSpPr>
            <p:spPr>
              <a:xfrm>
                <a:off x="2425676" y="3480311"/>
                <a:ext cx="1045807" cy="423764"/>
              </a:xfrm>
            </p:spPr>
          </p:sp>
        </mc:Fallback>
      </mc:AlternateContent>
      <mc:AlternateContent xmlns:mc="http://schemas.openxmlformats.org/markup-compatibility/2006">
        <mc:Choice xmlns:p14="http://schemas.microsoft.com/office/powerpoint/2010/main" Requires="p14">
          <p:contentPart p14:bwMode="auto" r:id="rId59">
            <p14:nvContentPartPr>
              <p14:cNvPr id="1049114" name=""/>
              <p14:cNvContentPartPr/>
              <p14:nvPr/>
            </p14:nvContentPartPr>
            <p14:xfrm>
              <a:off x="8013683" y="1304852"/>
              <a:ext cx="3351134" cy="2285283"/>
            </p14:xfrm>
          </p:contentPart>
        </mc:Choice>
        <mc:Fallback>
          <p:sp>
            <p:nvSpPr>
              <p:cNvPr id="1049114" name=""/>
              <p:cNvSpPr/>
              <p:nvPr/>
            </p:nvSpPr>
            <p:spPr>
              <a:xfrm>
                <a:off x="8013683" y="1304852"/>
                <a:ext cx="3351134" cy="2285283"/>
              </a:xfrm>
            </p:spPr>
          </p:sp>
        </mc:Fallback>
      </mc:AlternateContent>
      <mc:AlternateContent xmlns:mc="http://schemas.openxmlformats.org/markup-compatibility/2006">
        <mc:Choice xmlns:p14="http://schemas.microsoft.com/office/powerpoint/2010/main" Requires="p14">
          <p:contentPart p14:bwMode="auto" r:id="rId60">
            <p14:nvContentPartPr>
              <p14:cNvPr id="1049115" name=""/>
              <p14:cNvContentPartPr/>
              <p14:nvPr/>
            </p14:nvContentPartPr>
            <p14:xfrm>
              <a:off x="7737180" y="3836871"/>
              <a:ext cx="265679" cy="311596"/>
            </p14:xfrm>
          </p:contentPart>
        </mc:Choice>
        <mc:Fallback>
          <p:sp>
            <p:nvSpPr>
              <p:cNvPr id="1049115" name=""/>
              <p:cNvSpPr/>
              <p:nvPr/>
            </p:nvSpPr>
            <p:spPr>
              <a:xfrm>
                <a:off x="7737180" y="3836871"/>
                <a:ext cx="265679" cy="311596"/>
              </a:xfrm>
            </p:spPr>
          </p:sp>
        </mc:Fallback>
      </mc:AlternateContent>
      <mc:AlternateContent xmlns:mc="http://schemas.openxmlformats.org/markup-compatibility/2006">
        <mc:Choice xmlns:p14="http://schemas.microsoft.com/office/powerpoint/2010/main" Requires="p14">
          <p:contentPart p14:bwMode="auto" r:id="rId61">
            <p14:nvContentPartPr>
              <p14:cNvPr id="1049116" name=""/>
              <p14:cNvContentPartPr/>
              <p14:nvPr/>
            </p14:nvContentPartPr>
            <p14:xfrm>
              <a:off x="8030823" y="4052120"/>
              <a:ext cx="154338" cy="250775"/>
            </p14:xfrm>
          </p:contentPart>
        </mc:Choice>
        <mc:Fallback>
          <p:sp>
            <p:nvSpPr>
              <p:cNvPr id="1049116" name=""/>
              <p:cNvSpPr/>
              <p:nvPr/>
            </p:nvSpPr>
            <p:spPr>
              <a:xfrm>
                <a:off x="8030823" y="4052120"/>
                <a:ext cx="154338" cy="250775"/>
              </a:xfrm>
            </p:spPr>
          </p:sp>
        </mc:Fallback>
      </mc:AlternateContent>
      <mc:AlternateContent xmlns:mc="http://schemas.openxmlformats.org/markup-compatibility/2006">
        <mc:Choice xmlns:p14="http://schemas.microsoft.com/office/powerpoint/2010/main" Requires="p14">
          <p:contentPart p14:bwMode="auto" r:id="rId62">
            <p14:nvContentPartPr>
              <p14:cNvPr id="1049117" name=""/>
              <p14:cNvContentPartPr/>
              <p14:nvPr/>
            </p14:nvContentPartPr>
            <p14:xfrm>
              <a:off x="8235661" y="4034611"/>
              <a:ext cx="275132" cy="332232"/>
            </p14:xfrm>
          </p:contentPart>
        </mc:Choice>
        <mc:Fallback>
          <p:sp>
            <p:nvSpPr>
              <p:cNvPr id="1049117" name=""/>
              <p:cNvSpPr/>
              <p:nvPr/>
            </p:nvSpPr>
            <p:spPr>
              <a:xfrm>
                <a:off x="8235661" y="4034611"/>
                <a:ext cx="275132" cy="332232"/>
              </a:xfrm>
            </p:spPr>
          </p:sp>
        </mc:Fallback>
      </mc:AlternateContent>
      <mc:AlternateContent xmlns:mc="http://schemas.openxmlformats.org/markup-compatibility/2006">
        <mc:Choice xmlns:p14="http://schemas.microsoft.com/office/powerpoint/2010/main" Requires="p14">
          <p:contentPart p14:bwMode="auto" r:id="rId63">
            <p14:nvContentPartPr>
              <p14:cNvPr id="1049118" name=""/>
              <p14:cNvContentPartPr/>
              <p14:nvPr/>
            </p14:nvContentPartPr>
            <p14:xfrm>
              <a:off x="8570518" y="3873305"/>
              <a:ext cx="270991" cy="287295"/>
            </p14:xfrm>
          </p:contentPart>
        </mc:Choice>
        <mc:Fallback>
          <p:sp>
            <p:nvSpPr>
              <p:cNvPr id="1049118" name=""/>
              <p:cNvSpPr/>
              <p:nvPr/>
            </p:nvSpPr>
            <p:spPr>
              <a:xfrm>
                <a:off x="8570518" y="3873305"/>
                <a:ext cx="270991" cy="287295"/>
              </a:xfrm>
            </p:spPr>
          </p:sp>
        </mc:Fallback>
      </mc:AlternateContent>
      <mc:AlternateContent xmlns:mc="http://schemas.openxmlformats.org/markup-compatibility/2006">
        <mc:Choice xmlns:p14="http://schemas.microsoft.com/office/powerpoint/2010/main" Requires="p14">
          <p:contentPart p14:bwMode="auto" r:id="rId64">
            <p14:nvContentPartPr>
              <p14:cNvPr id="1049119" name=""/>
              <p14:cNvContentPartPr/>
              <p14:nvPr/>
            </p14:nvContentPartPr>
            <p14:xfrm>
              <a:off x="8806641" y="4074509"/>
              <a:ext cx="276140" cy="360785"/>
            </p14:xfrm>
          </p:contentPart>
        </mc:Choice>
        <mc:Fallback>
          <p:sp>
            <p:nvSpPr>
              <p:cNvPr id="1049119" name=""/>
              <p:cNvSpPr/>
              <p:nvPr/>
            </p:nvSpPr>
            <p:spPr>
              <a:xfrm>
                <a:off x="8806641" y="4074509"/>
                <a:ext cx="276140" cy="360785"/>
              </a:xfrm>
            </p:spPr>
          </p:sp>
        </mc:Fallback>
      </mc:AlternateContent>
      <mc:AlternateContent xmlns:mc="http://schemas.openxmlformats.org/markup-compatibility/2006">
        <mc:Choice xmlns:p14="http://schemas.microsoft.com/office/powerpoint/2010/main" Requires="p14">
          <p:contentPart p14:bwMode="auto" r:id="rId65">
            <p14:nvContentPartPr>
              <p14:cNvPr id="1049120" name=""/>
              <p14:cNvContentPartPr/>
              <p14:nvPr/>
            </p14:nvContentPartPr>
            <p14:xfrm>
              <a:off x="9169733" y="4105503"/>
              <a:ext cx="246908" cy="356982"/>
            </p14:xfrm>
          </p:contentPart>
        </mc:Choice>
        <mc:Fallback>
          <p:sp>
            <p:nvSpPr>
              <p:cNvPr id="1049120" name=""/>
              <p:cNvSpPr/>
              <p:nvPr/>
            </p:nvSpPr>
            <p:spPr>
              <a:xfrm>
                <a:off x="9169733" y="4105503"/>
                <a:ext cx="246908" cy="356982"/>
              </a:xfrm>
            </p:spPr>
          </p:sp>
        </mc:Fallback>
      </mc:AlternateContent>
      <mc:AlternateContent xmlns:mc="http://schemas.openxmlformats.org/markup-compatibility/2006">
        <mc:Choice xmlns:p14="http://schemas.microsoft.com/office/powerpoint/2010/main" Requires="p14">
          <p:contentPart p14:bwMode="auto" r:id="rId66">
            <p14:nvContentPartPr>
              <p14:cNvPr id="1049121" name=""/>
              <p14:cNvContentPartPr/>
              <p14:nvPr/>
            </p14:nvContentPartPr>
            <p14:xfrm>
              <a:off x="9569566" y="4044676"/>
              <a:ext cx="293764" cy="223870"/>
            </p14:xfrm>
          </p:contentPart>
        </mc:Choice>
        <mc:Fallback>
          <p:sp>
            <p:nvSpPr>
              <p:cNvPr id="1049121" name=""/>
              <p:cNvSpPr/>
              <p:nvPr/>
            </p:nvSpPr>
            <p:spPr>
              <a:xfrm>
                <a:off x="9569566" y="4044676"/>
                <a:ext cx="293764" cy="223870"/>
              </a:xfrm>
            </p:spPr>
          </p:sp>
        </mc:Fallback>
      </mc:AlternateContent>
      <mc:AlternateContent xmlns:mc="http://schemas.openxmlformats.org/markup-compatibility/2006">
        <mc:Choice xmlns:p14="http://schemas.microsoft.com/office/powerpoint/2010/main" Requires="p14">
          <p:contentPart p14:bwMode="auto" r:id="rId67">
            <p14:nvContentPartPr>
              <p14:cNvPr id="1049122" name=""/>
              <p14:cNvContentPartPr/>
              <p14:nvPr/>
            </p14:nvContentPartPr>
            <p14:xfrm>
              <a:off x="9917055" y="4190926"/>
              <a:ext cx="175799" cy="258126"/>
            </p14:xfrm>
          </p:contentPart>
        </mc:Choice>
        <mc:Fallback>
          <p:sp>
            <p:nvSpPr>
              <p:cNvPr id="1049122" name=""/>
              <p:cNvSpPr/>
              <p:nvPr/>
            </p:nvSpPr>
            <p:spPr>
              <a:xfrm>
                <a:off x="9917055" y="4190926"/>
                <a:ext cx="175799" cy="258126"/>
              </a:xfrm>
            </p:spPr>
          </p:sp>
        </mc:Fallback>
      </mc:AlternateContent>
      <mc:AlternateContent xmlns:mc="http://schemas.openxmlformats.org/markup-compatibility/2006">
        <mc:Choice xmlns:p14="http://schemas.microsoft.com/office/powerpoint/2010/main" Requires="p14">
          <p:contentPart p14:bwMode="auto" r:id="rId68">
            <p14:nvContentPartPr>
              <p14:cNvPr id="1049123" name=""/>
              <p14:cNvContentPartPr/>
              <p14:nvPr/>
            </p14:nvContentPartPr>
            <p14:xfrm>
              <a:off x="10196344" y="4268469"/>
              <a:ext cx="190526" cy="379489"/>
            </p14:xfrm>
          </p:contentPart>
        </mc:Choice>
        <mc:Fallback>
          <p:sp>
            <p:nvSpPr>
              <p:cNvPr id="1049123" name=""/>
              <p:cNvSpPr/>
              <p:nvPr/>
            </p:nvSpPr>
            <p:spPr>
              <a:xfrm>
                <a:off x="10196344" y="4268469"/>
                <a:ext cx="190526" cy="379489"/>
              </a:xfrm>
            </p:spPr>
          </p:sp>
        </mc:Fallback>
      </mc:AlternateContent>
      <mc:AlternateContent xmlns:mc="http://schemas.openxmlformats.org/markup-compatibility/2006">
        <mc:Choice xmlns:p14="http://schemas.microsoft.com/office/powerpoint/2010/main" Requires="p14">
          <p:contentPart p14:bwMode="auto" r:id="rId69">
            <p14:nvContentPartPr>
              <p14:cNvPr id="1049124" name=""/>
              <p14:cNvContentPartPr/>
              <p14:nvPr/>
            </p14:nvContentPartPr>
            <p14:xfrm>
              <a:off x="10138015" y="1672131"/>
              <a:ext cx="336085" cy="757881"/>
            </p14:xfrm>
          </p:contentPart>
        </mc:Choice>
        <mc:Fallback>
          <p:sp>
            <p:nvSpPr>
              <p:cNvPr id="1049124" name=""/>
              <p:cNvSpPr/>
              <p:nvPr/>
            </p:nvSpPr>
            <p:spPr>
              <a:xfrm>
                <a:off x="10138015" y="1672131"/>
                <a:ext cx="336085" cy="757881"/>
              </a:xfrm>
            </p:spPr>
          </p:sp>
        </mc:Fallback>
      </mc:AlternateContent>
      <mc:AlternateContent xmlns:mc="http://schemas.openxmlformats.org/markup-compatibility/2006">
        <mc:Choice xmlns:p14="http://schemas.microsoft.com/office/powerpoint/2010/main" Requires="p14">
          <p:contentPart p14:bwMode="auto" r:id="rId70">
            <p14:nvContentPartPr>
              <p14:cNvPr id="1049125" name=""/>
              <p14:cNvContentPartPr/>
              <p14:nvPr/>
            </p14:nvContentPartPr>
            <p14:xfrm>
              <a:off x="10673629" y="4225030"/>
              <a:ext cx="303665" cy="253397"/>
            </p14:xfrm>
          </p:contentPart>
        </mc:Choice>
        <mc:Fallback>
          <p:sp>
            <p:nvSpPr>
              <p:cNvPr id="1049125" name=""/>
              <p:cNvSpPr/>
              <p:nvPr/>
            </p:nvSpPr>
            <p:spPr>
              <a:xfrm>
                <a:off x="10673629" y="4225030"/>
                <a:ext cx="303665" cy="253397"/>
              </a:xfrm>
            </p:spPr>
          </p:sp>
        </mc:Fallback>
      </mc:AlternateContent>
      <mc:AlternateContent xmlns:mc="http://schemas.openxmlformats.org/markup-compatibility/2006">
        <mc:Choice xmlns:p14="http://schemas.microsoft.com/office/powerpoint/2010/main" Requires="p14">
          <p:contentPart p14:bwMode="auto" r:id="rId71">
            <p14:nvContentPartPr>
              <p14:cNvPr id="1049126" name=""/>
              <p14:cNvContentPartPr/>
              <p14:nvPr/>
            </p14:nvContentPartPr>
            <p14:xfrm>
              <a:off x="11092074" y="4355675"/>
              <a:ext cx="122283" cy="203022"/>
            </p14:xfrm>
          </p:contentPart>
        </mc:Choice>
        <mc:Fallback>
          <p:sp>
            <p:nvSpPr>
              <p:cNvPr id="1049126" name=""/>
              <p:cNvSpPr/>
              <p:nvPr/>
            </p:nvSpPr>
            <p:spPr>
              <a:xfrm>
                <a:off x="11092074" y="4355675"/>
                <a:ext cx="122283" cy="203022"/>
              </a:xfrm>
            </p:spPr>
          </p:sp>
        </mc:Fallback>
      </mc:AlternateContent>
      <mc:AlternateContent xmlns:mc="http://schemas.openxmlformats.org/markup-compatibility/2006">
        <mc:Choice xmlns:p14="http://schemas.microsoft.com/office/powerpoint/2010/main" Requires="p14">
          <p:contentPart p14:bwMode="auto" r:id="rId72">
            <p14:nvContentPartPr>
              <p14:cNvPr id="1049127" name=""/>
              <p14:cNvContentPartPr/>
              <p14:nvPr/>
            </p14:nvContentPartPr>
            <p14:xfrm>
              <a:off x="11175891" y="4345445"/>
              <a:ext cx="65313" cy="346975"/>
            </p14:xfrm>
          </p:contentPart>
        </mc:Choice>
        <mc:Fallback>
          <p:sp>
            <p:nvSpPr>
              <p:cNvPr id="1049127" name=""/>
              <p:cNvSpPr/>
              <p:nvPr/>
            </p:nvSpPr>
            <p:spPr>
              <a:xfrm>
                <a:off x="11175891" y="4345445"/>
                <a:ext cx="65313" cy="346975"/>
              </a:xfrm>
            </p:spPr>
          </p:sp>
        </mc:Fallback>
      </mc:AlternateContent>
      <mc:AlternateContent xmlns:mc="http://schemas.openxmlformats.org/markup-compatibility/2006">
        <mc:Choice xmlns:p14="http://schemas.microsoft.com/office/powerpoint/2010/main" Requires="p14">
          <p:contentPart p14:bwMode="auto" r:id="rId73">
            <p14:nvContentPartPr>
              <p14:cNvPr id="1049128" name=""/>
              <p14:cNvContentPartPr/>
              <p14:nvPr/>
            </p14:nvContentPartPr>
            <p14:xfrm>
              <a:off x="11290110" y="4380032"/>
              <a:ext cx="185354" cy="274043"/>
            </p14:xfrm>
          </p:contentPart>
        </mc:Choice>
        <mc:Fallback>
          <p:sp>
            <p:nvSpPr>
              <p:cNvPr id="1049128" name=""/>
              <p:cNvSpPr/>
              <p:nvPr/>
            </p:nvSpPr>
            <p:spPr>
              <a:xfrm>
                <a:off x="11290110" y="4380032"/>
                <a:ext cx="185354" cy="274043"/>
              </a:xfrm>
            </p:spPr>
          </p:sp>
        </mc:Fallback>
      </mc:AlternateContent>
      <mc:AlternateContent xmlns:mc="http://schemas.openxmlformats.org/markup-compatibility/2006">
        <mc:Choice xmlns:p14="http://schemas.microsoft.com/office/powerpoint/2010/main" Requires="p14">
          <p:contentPart p14:bwMode="auto" r:id="rId74">
            <p14:nvContentPartPr>
              <p14:cNvPr id="1049129" name=""/>
              <p14:cNvContentPartPr/>
              <p14:nvPr/>
            </p14:nvContentPartPr>
            <p14:xfrm>
              <a:off x="11446452" y="4370532"/>
              <a:ext cx="23027" cy="624757"/>
            </p14:xfrm>
          </p:contentPart>
        </mc:Choice>
        <mc:Fallback>
          <p:sp>
            <p:nvSpPr>
              <p:cNvPr id="1049129" name=""/>
              <p:cNvSpPr/>
              <p:nvPr/>
            </p:nvSpPr>
            <p:spPr>
              <a:xfrm>
                <a:off x="11446452" y="4370532"/>
                <a:ext cx="23027" cy="624757"/>
              </a:xfrm>
            </p:spPr>
          </p:sp>
        </mc:Fallback>
      </mc:AlternateContent>
      <mc:AlternateContent xmlns:mc="http://schemas.openxmlformats.org/markup-compatibility/2006">
        <mc:Choice xmlns:p14="http://schemas.microsoft.com/office/powerpoint/2010/main" Requires="p14">
          <p:contentPart p14:bwMode="auto" r:id="rId75">
            <p14:nvContentPartPr>
              <p14:cNvPr id="1049130" name=""/>
              <p14:cNvContentPartPr/>
              <p14:nvPr/>
            </p14:nvContentPartPr>
            <p14:xfrm>
              <a:off x="1657851" y="3624234"/>
              <a:ext cx="242831" cy="9674"/>
            </p14:xfrm>
          </p:contentPart>
        </mc:Choice>
        <mc:Fallback>
          <p:sp>
            <p:nvSpPr>
              <p:cNvPr id="1049130" name=""/>
              <p:cNvSpPr/>
              <p:nvPr/>
            </p:nvSpPr>
            <p:spPr>
              <a:xfrm>
                <a:off x="1657851" y="3624234"/>
                <a:ext cx="242831" cy="9674"/>
              </a:xfrm>
            </p:spPr>
          </p:sp>
        </mc:Fallback>
      </mc:AlternateContent>
      <mc:AlternateContent xmlns:mc="http://schemas.openxmlformats.org/markup-compatibility/2006">
        <mc:Choice xmlns:p14="http://schemas.microsoft.com/office/powerpoint/2010/main" Requires="p14">
          <p:contentPart p14:bwMode="auto" r:id="rId76">
            <p14:nvContentPartPr>
              <p14:cNvPr id="1049131" name=""/>
              <p14:cNvContentPartPr/>
              <p14:nvPr/>
            </p14:nvContentPartPr>
            <p14:xfrm>
              <a:off x="1630812" y="3979364"/>
              <a:ext cx="165080" cy="4622"/>
            </p14:xfrm>
          </p:contentPart>
        </mc:Choice>
        <mc:Fallback>
          <p:sp>
            <p:nvSpPr>
              <p:cNvPr id="1049131" name=""/>
              <p:cNvSpPr/>
              <p:nvPr/>
            </p:nvSpPr>
            <p:spPr>
              <a:xfrm>
                <a:off x="1630812" y="3979364"/>
                <a:ext cx="165080" cy="4622"/>
              </a:xfrm>
            </p:spPr>
          </p:sp>
        </mc:Fallback>
      </mc:AlternateContent>
      <mc:AlternateContent xmlns:mc="http://schemas.openxmlformats.org/markup-compatibility/2006">
        <mc:Choice xmlns:p14="http://schemas.microsoft.com/office/powerpoint/2010/main" Requires="p14">
          <p:contentPart p14:bwMode="auto" r:id="rId77">
            <p14:nvContentPartPr>
              <p14:cNvPr id="1049132" name=""/>
              <p14:cNvContentPartPr/>
              <p14:nvPr/>
            </p14:nvContentPartPr>
            <p14:xfrm>
              <a:off x="733279" y="4180548"/>
              <a:ext cx="3091193" cy="211574"/>
            </p14:xfrm>
          </p:contentPart>
        </mc:Choice>
        <mc:Fallback>
          <p:sp>
            <p:nvSpPr>
              <p:cNvPr id="1049132" name=""/>
              <p:cNvSpPr/>
              <p:nvPr/>
            </p:nvSpPr>
            <p:spPr>
              <a:xfrm>
                <a:off x="733279" y="4180548"/>
                <a:ext cx="3091193" cy="211574"/>
              </a:xfrm>
            </p:spPr>
          </p:sp>
        </mc:Fallback>
      </mc:AlternateContent>
      <mc:AlternateContent xmlns:mc="http://schemas.openxmlformats.org/markup-compatibility/2006">
        <mc:Choice xmlns:p14="http://schemas.microsoft.com/office/powerpoint/2010/main" Requires="p14">
          <p:contentPart p14:bwMode="auto" r:id="rId78">
            <p14:nvContentPartPr>
              <p14:cNvPr id="1049133" name=""/>
              <p14:cNvContentPartPr/>
              <p14:nvPr/>
            </p14:nvContentPartPr>
            <p14:xfrm>
              <a:off x="1996029" y="1364184"/>
              <a:ext cx="206995" cy="157556"/>
            </p14:xfrm>
          </p:contentPart>
        </mc:Choice>
        <mc:Fallback>
          <p:sp>
            <p:nvSpPr>
              <p:cNvPr id="1049133" name=""/>
              <p:cNvSpPr/>
              <p:nvPr/>
            </p:nvSpPr>
            <p:spPr>
              <a:xfrm>
                <a:off x="1996029" y="1364184"/>
                <a:ext cx="206995" cy="157556"/>
              </a:xfrm>
            </p:spPr>
          </p:sp>
        </mc:Fallback>
      </mc:AlternateContent>
      <mc:AlternateContent xmlns:mc="http://schemas.openxmlformats.org/markup-compatibility/2006">
        <mc:Choice xmlns:p14="http://schemas.microsoft.com/office/powerpoint/2010/main" Requires="p14">
          <p:contentPart p14:bwMode="auto" r:id="rId79">
            <p14:nvContentPartPr>
              <p14:cNvPr id="1049134" name=""/>
              <p14:cNvContentPartPr/>
              <p14:nvPr/>
            </p14:nvContentPartPr>
            <p14:xfrm>
              <a:off x="1994120" y="1412397"/>
              <a:ext cx="181092" cy="84011"/>
            </p14:xfrm>
          </p:contentPart>
        </mc:Choice>
        <mc:Fallback>
          <p:sp>
            <p:nvSpPr>
              <p:cNvPr id="1049134" name=""/>
              <p:cNvSpPr/>
              <p:nvPr/>
            </p:nvSpPr>
            <p:spPr>
              <a:xfrm>
                <a:off x="1994120" y="1412397"/>
                <a:ext cx="181092" cy="84011"/>
              </a:xfrm>
            </p:spPr>
          </p:sp>
        </mc:Fallback>
      </mc:AlternateContent>
      <mc:AlternateContent xmlns:mc="http://schemas.openxmlformats.org/markup-compatibility/2006">
        <mc:Choice xmlns:p14="http://schemas.microsoft.com/office/powerpoint/2010/main" Requires="p14">
          <p:contentPart p14:bwMode="auto" r:id="rId80">
            <p14:nvContentPartPr>
              <p14:cNvPr id="1049136" name=""/>
              <p14:cNvContentPartPr/>
              <p14:nvPr/>
            </p14:nvContentPartPr>
            <p14:xfrm>
              <a:off x="4158428" y="4009882"/>
              <a:ext cx="1353269" cy="506636"/>
            </p14:xfrm>
          </p:contentPart>
        </mc:Choice>
        <mc:Fallback>
          <p:sp>
            <p:nvSpPr>
              <p:cNvPr id="1049136" name=""/>
              <p:cNvSpPr/>
              <p:nvPr/>
            </p:nvSpPr>
            <p:spPr>
              <a:xfrm>
                <a:off x="4158428" y="4009882"/>
                <a:ext cx="1353269" cy="506636"/>
              </a:xfrm>
            </p:spPr>
          </p:sp>
        </mc:Fallback>
      </mc:AlternateContent>
      <mc:AlternateContent xmlns:mc="http://schemas.openxmlformats.org/markup-compatibility/2006">
        <mc:Choice xmlns:p14="http://schemas.microsoft.com/office/powerpoint/2010/main" Requires="p14">
          <p:contentPart p14:bwMode="auto" r:id="rId81">
            <p14:nvContentPartPr>
              <p14:cNvPr id="1049137" name=""/>
              <p14:cNvContentPartPr/>
              <p14:nvPr/>
            </p14:nvContentPartPr>
            <p14:xfrm>
              <a:off x="8102294" y="2346568"/>
              <a:ext cx="1062947" cy="409315"/>
            </p14:xfrm>
          </p:contentPart>
        </mc:Choice>
        <mc:Fallback>
          <p:sp>
            <p:nvSpPr>
              <p:cNvPr id="1049137" name=""/>
              <p:cNvSpPr/>
              <p:nvPr/>
            </p:nvSpPr>
            <p:spPr>
              <a:xfrm>
                <a:off x="8102294" y="2346568"/>
                <a:ext cx="1062947" cy="409315"/>
              </a:xfrm>
            </p:spPr>
          </p:sp>
        </mc:Fallback>
      </mc:AlternateContent>
      <mc:AlternateContent xmlns:mc="http://schemas.openxmlformats.org/markup-compatibility/2006">
        <mc:Choice xmlns:p14="http://schemas.microsoft.com/office/powerpoint/2010/main" Requires="p14">
          <p:contentPart p14:bwMode="auto" r:id="rId82">
            <p14:nvContentPartPr>
              <p14:cNvPr id="1049138" name=""/>
              <p14:cNvContentPartPr/>
              <p14:nvPr/>
            </p14:nvContentPartPr>
            <p14:xfrm>
              <a:off x="10049798" y="1641054"/>
              <a:ext cx="402543" cy="776110"/>
            </p14:xfrm>
          </p:contentPart>
        </mc:Choice>
        <mc:Fallback>
          <p:sp>
            <p:nvSpPr>
              <p:cNvPr id="1049138" name=""/>
              <p:cNvSpPr/>
              <p:nvPr/>
            </p:nvSpPr>
            <p:spPr>
              <a:xfrm>
                <a:off x="10049798" y="1641054"/>
                <a:ext cx="402543" cy="776110"/>
              </a:xfrm>
            </p:spPr>
          </p:sp>
        </mc:Fallback>
      </mc:AlternateContent>
      <mc:AlternateContent xmlns:mc="http://schemas.openxmlformats.org/markup-compatibility/2006">
        <mc:Choice xmlns:p14="http://schemas.microsoft.com/office/powerpoint/2010/main" Requires="p14">
          <p:contentPart p14:bwMode="auto" r:id="rId83">
            <p14:nvContentPartPr>
              <p14:cNvPr id="1049139" name=""/>
              <p14:cNvContentPartPr/>
              <p14:nvPr/>
            </p14:nvContentPartPr>
            <p14:xfrm>
              <a:off x="0" y="0"/>
              <a:ext cx="0" cy="0"/>
            </p14:xfrm>
          </p:contentPart>
        </mc:Choice>
        <mc:Fallback>
          <p:sp>
            <p:nvSpPr>
              <p:cNvPr id="1049139"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84">
            <p14:nvContentPartPr>
              <p14:cNvPr id="1049140" name=""/>
              <p14:cNvContentPartPr/>
              <p14:nvPr/>
            </p14:nvContentPartPr>
            <p14:xfrm>
              <a:off x="10258018" y="2462147"/>
              <a:ext cx="16701" cy="746"/>
            </p14:xfrm>
          </p:contentPart>
        </mc:Choice>
        <mc:Fallback>
          <p:sp>
            <p:nvSpPr>
              <p:cNvPr id="1049140" name=""/>
              <p:cNvSpPr/>
              <p:nvPr/>
            </p:nvSpPr>
            <p:spPr>
              <a:xfrm>
                <a:off x="10258018" y="2462147"/>
                <a:ext cx="16701" cy="746"/>
              </a:xfrm>
            </p:spPr>
          </p:sp>
        </mc:Fallback>
      </mc:AlternateContent>
      <mc:AlternateContent xmlns:mc="http://schemas.openxmlformats.org/markup-compatibility/2006">
        <mc:Choice xmlns:p14="http://schemas.microsoft.com/office/powerpoint/2010/main" Requires="p14">
          <p:contentPart p14:bwMode="auto" r:id="rId85">
            <p14:nvContentPartPr>
              <p14:cNvPr id="1049141" name=""/>
              <p14:cNvContentPartPr/>
              <p14:nvPr/>
            </p14:nvContentPartPr>
            <p14:xfrm>
              <a:off x="8059483" y="1281009"/>
              <a:ext cx="3324464" cy="2308745"/>
            </p14:xfrm>
          </p:contentPart>
        </mc:Choice>
        <mc:Fallback>
          <p:sp>
            <p:nvSpPr>
              <p:cNvPr id="1049141" name=""/>
              <p:cNvSpPr/>
              <p:nvPr/>
            </p:nvSpPr>
            <p:spPr>
              <a:xfrm>
                <a:off x="8059483" y="1281009"/>
                <a:ext cx="3324464" cy="2308745"/>
              </a:xfrm>
            </p:spPr>
          </p:sp>
        </mc:Fallback>
      </mc:AlternateContent>
      <mc:AlternateContent xmlns:mc="http://schemas.openxmlformats.org/markup-compatibility/2006">
        <mc:Choice xmlns:p14="http://schemas.microsoft.com/office/powerpoint/2010/main" Requires="p14">
          <p:contentPart p14:bwMode="auto" r:id="rId86">
            <p14:nvContentPartPr>
              <p14:cNvPr id="1049142" name=""/>
              <p14:cNvContentPartPr/>
              <p14:nvPr/>
            </p14:nvContentPartPr>
            <p14:xfrm>
              <a:off x="9886307" y="1659357"/>
              <a:ext cx="189659" cy="256478"/>
            </p14:xfrm>
          </p:contentPart>
        </mc:Choice>
        <mc:Fallback>
          <p:sp>
            <p:nvSpPr>
              <p:cNvPr id="1049142" name=""/>
              <p:cNvSpPr/>
              <p:nvPr/>
            </p:nvSpPr>
            <p:spPr>
              <a:xfrm>
                <a:off x="9886307" y="1659357"/>
                <a:ext cx="189659" cy="256478"/>
              </a:xfrm>
            </p:spPr>
          </p:sp>
        </mc:Fallback>
      </mc:AlternateContent>
      <mc:AlternateContent xmlns:mc="http://schemas.openxmlformats.org/markup-compatibility/2006">
        <mc:Choice xmlns:p14="http://schemas.microsoft.com/office/powerpoint/2010/main" Requires="p14">
          <p:contentPart p14:bwMode="auto" r:id="rId87">
            <p14:nvContentPartPr>
              <p14:cNvPr id="1049143" name=""/>
              <p14:cNvContentPartPr/>
              <p14:nvPr/>
            </p14:nvContentPartPr>
            <p14:xfrm>
              <a:off x="3625060" y="3881329"/>
              <a:ext cx="546216" cy="182062"/>
            </p14:xfrm>
          </p:contentPart>
        </mc:Choice>
        <mc:Fallback>
          <p:sp>
            <p:nvSpPr>
              <p:cNvPr id="1049143" name=""/>
              <p:cNvSpPr/>
              <p:nvPr/>
            </p:nvSpPr>
            <p:spPr>
              <a:xfrm>
                <a:off x="3625060" y="3881329"/>
                <a:ext cx="546216" cy="182062"/>
              </a:xfrm>
            </p:spPr>
          </p:sp>
        </mc:Fallback>
      </mc:AlternateContent>
      <mc:AlternateContent xmlns:mc="http://schemas.openxmlformats.org/markup-compatibility/2006">
        <mc:Choice xmlns:p14="http://schemas.microsoft.com/office/powerpoint/2010/main" Requires="p14">
          <p:contentPart p14:bwMode="auto" r:id="rId88">
            <p14:nvContentPartPr>
              <p14:cNvPr id="1049144" name=""/>
              <p14:cNvContentPartPr/>
              <p14:nvPr/>
            </p14:nvContentPartPr>
            <p14:xfrm>
              <a:off x="4925710" y="4357380"/>
              <a:ext cx="5403" cy="31322"/>
            </p14:xfrm>
          </p:contentPart>
        </mc:Choice>
        <mc:Fallback>
          <p:sp>
            <p:nvSpPr>
              <p:cNvPr id="1049144" name=""/>
              <p:cNvSpPr/>
              <p:nvPr/>
            </p:nvSpPr>
            <p:spPr>
              <a:xfrm>
                <a:off x="4925710" y="4357380"/>
                <a:ext cx="5403" cy="31322"/>
              </a:xfrm>
            </p:spPr>
          </p:sp>
        </mc:Fallback>
      </mc:AlternateContent>
      <mc:AlternateContent xmlns:mc="http://schemas.openxmlformats.org/markup-compatibility/2006">
        <mc:Choice xmlns:p14="http://schemas.microsoft.com/office/powerpoint/2010/main" Requires="p14">
          <p:contentPart p14:bwMode="auto" r:id="rId89">
            <p14:nvContentPartPr>
              <p14:cNvPr id="1049145" name=""/>
              <p14:cNvContentPartPr/>
              <p14:nvPr/>
            </p14:nvContentPartPr>
            <p14:xfrm>
              <a:off x="4919112" y="4368827"/>
              <a:ext cx="51632" cy="86335"/>
            </p14:xfrm>
          </p:contentPart>
        </mc:Choice>
        <mc:Fallback>
          <p:sp>
            <p:nvSpPr>
              <p:cNvPr id="1049145" name=""/>
              <p:cNvSpPr/>
              <p:nvPr/>
            </p:nvSpPr>
            <p:spPr>
              <a:xfrm>
                <a:off x="4919112" y="4368827"/>
                <a:ext cx="51632" cy="86335"/>
              </a:xfrm>
            </p:spPr>
          </p:sp>
        </mc:Fallback>
      </mc:AlternateContent>
      <mc:AlternateContent xmlns:mc="http://schemas.openxmlformats.org/markup-compatibility/2006">
        <mc:Choice xmlns:p14="http://schemas.microsoft.com/office/powerpoint/2010/main" Requires="p14">
          <p:contentPart p14:bwMode="auto" r:id="rId90">
            <p14:nvContentPartPr>
              <p14:cNvPr id="1049146" name=""/>
              <p14:cNvContentPartPr/>
              <p14:nvPr/>
            </p14:nvContentPartPr>
            <p14:xfrm>
              <a:off x="4691299" y="4393372"/>
              <a:ext cx="14441" cy="15644"/>
            </p14:xfrm>
          </p:contentPart>
        </mc:Choice>
        <mc:Fallback>
          <p:sp>
            <p:nvSpPr>
              <p:cNvPr id="1049146" name=""/>
              <p:cNvSpPr/>
              <p:nvPr/>
            </p:nvSpPr>
            <p:spPr>
              <a:xfrm>
                <a:off x="4691299" y="4393372"/>
                <a:ext cx="14441" cy="15644"/>
              </a:xfrm>
            </p:spPr>
          </p:sp>
        </mc:Fallback>
      </mc:AlternateContent>
      <mc:AlternateContent xmlns:mc="http://schemas.openxmlformats.org/markup-compatibility/2006">
        <mc:Choice xmlns:p14="http://schemas.microsoft.com/office/powerpoint/2010/main" Requires="p14">
          <p:contentPart p14:bwMode="auto" r:id="rId91">
            <p14:nvContentPartPr>
              <p14:cNvPr id="1049147" name=""/>
              <p14:cNvContentPartPr/>
              <p14:nvPr/>
            </p14:nvContentPartPr>
            <p14:xfrm>
              <a:off x="4642953" y="4418516"/>
              <a:ext cx="1" cy="23662"/>
            </p14:xfrm>
          </p:contentPart>
        </mc:Choice>
        <mc:Fallback>
          <p:sp>
            <p:nvSpPr>
              <p:cNvPr id="1049147" name=""/>
              <p:cNvSpPr/>
              <p:nvPr/>
            </p:nvSpPr>
            <p:spPr>
              <a:xfrm>
                <a:off x="4642953" y="4418516"/>
                <a:ext cx="1" cy="23662"/>
              </a:xfrm>
            </p:spPr>
          </p:sp>
        </mc:Fallback>
      </mc:AlternateContent>
      <mc:AlternateContent xmlns:mc="http://schemas.openxmlformats.org/markup-compatibility/2006">
        <mc:Choice xmlns:p14="http://schemas.microsoft.com/office/powerpoint/2010/main" Requires="p14">
          <p:contentPart p14:bwMode="auto" r:id="rId92">
            <p14:nvContentPartPr>
              <p14:cNvPr id="1049148" name=""/>
              <p14:cNvContentPartPr/>
              <p14:nvPr/>
            </p14:nvContentPartPr>
            <p14:xfrm>
              <a:off x="0" y="0"/>
              <a:ext cx="0" cy="0"/>
            </p14:xfrm>
          </p:contentPart>
        </mc:Choice>
        <mc:Fallback>
          <p:sp>
            <p:nvSpPr>
              <p:cNvPr id="1049148"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93">
            <p14:nvContentPartPr>
              <p14:cNvPr id="1049149" name=""/>
              <p14:cNvContentPartPr/>
              <p14:nvPr/>
            </p14:nvContentPartPr>
            <p14:xfrm>
              <a:off x="2464898" y="1817402"/>
              <a:ext cx="986031" cy="105678"/>
            </p14:xfrm>
          </p:contentPart>
        </mc:Choice>
        <mc:Fallback>
          <p:sp>
            <p:nvSpPr>
              <p:cNvPr id="1049149" name=""/>
              <p:cNvSpPr/>
              <p:nvPr/>
            </p:nvSpPr>
            <p:spPr>
              <a:xfrm>
                <a:off x="2464898" y="1817402"/>
                <a:ext cx="986031" cy="105678"/>
              </a:xfrm>
            </p:spPr>
          </p:sp>
        </mc:Fallback>
      </mc:AlternateContent>
      <mc:AlternateContent xmlns:mc="http://schemas.openxmlformats.org/markup-compatibility/2006">
        <mc:Choice xmlns:p14="http://schemas.microsoft.com/office/powerpoint/2010/main" Requires="p14">
          <p:contentPart p14:bwMode="auto" r:id="rId94">
            <p14:nvContentPartPr>
              <p14:cNvPr id="1049150" name=""/>
              <p14:cNvContentPartPr/>
              <p14:nvPr/>
            </p14:nvContentPartPr>
            <p14:xfrm>
              <a:off x="2558429" y="1885517"/>
              <a:ext cx="992875" cy="219830"/>
            </p14:xfrm>
          </p:contentPart>
        </mc:Choice>
        <mc:Fallback>
          <p:sp>
            <p:nvSpPr>
              <p:cNvPr id="1049150" name=""/>
              <p:cNvSpPr/>
              <p:nvPr/>
            </p:nvSpPr>
            <p:spPr>
              <a:xfrm>
                <a:off x="2558429" y="1885517"/>
                <a:ext cx="992875" cy="219830"/>
              </a:xfrm>
            </p:spPr>
          </p:sp>
        </mc:Fallback>
      </mc:AlternateContent>
      <mc:AlternateContent xmlns:mc="http://schemas.openxmlformats.org/markup-compatibility/2006">
        <mc:Choice xmlns:p14="http://schemas.microsoft.com/office/powerpoint/2010/main" Requires="p14">
          <p:contentPart p14:bwMode="auto" r:id="rId95">
            <p14:nvContentPartPr>
              <p14:cNvPr id="1049151" name=""/>
              <p14:cNvContentPartPr/>
              <p14:nvPr/>
            </p14:nvContentPartPr>
            <p14:xfrm>
              <a:off x="6906312" y="1308792"/>
              <a:ext cx="5129144" cy="1169076"/>
            </p14:xfrm>
          </p:contentPart>
        </mc:Choice>
        <mc:Fallback>
          <p:sp>
            <p:nvSpPr>
              <p:cNvPr id="1049151" name=""/>
              <p:cNvSpPr/>
              <p:nvPr/>
            </p:nvSpPr>
            <p:spPr>
              <a:xfrm>
                <a:off x="6906312" y="1308792"/>
                <a:ext cx="5129144" cy="1169076"/>
              </a:xfrm>
            </p:spPr>
          </p:sp>
        </mc:Fallback>
      </mc:AlternateContent>
      <mc:AlternateContent xmlns:mc="http://schemas.openxmlformats.org/markup-compatibility/2006">
        <mc:Choice xmlns:p14="http://schemas.microsoft.com/office/powerpoint/2010/main" Requires="p14">
          <p:contentPart p14:bwMode="auto" r:id="rId96">
            <p14:nvContentPartPr>
              <p14:cNvPr id="1049152" name=""/>
              <p14:cNvContentPartPr/>
              <p14:nvPr/>
            </p14:nvContentPartPr>
            <p14:xfrm>
              <a:off x="3865695" y="4368339"/>
              <a:ext cx="1239375" cy="386464"/>
            </p14:xfrm>
          </p:contentPart>
        </mc:Choice>
        <mc:Fallback>
          <p:sp>
            <p:nvSpPr>
              <p:cNvPr id="1049152" name=""/>
              <p:cNvSpPr/>
              <p:nvPr/>
            </p:nvSpPr>
            <p:spPr>
              <a:xfrm>
                <a:off x="3865695" y="4368339"/>
                <a:ext cx="1239375" cy="386464"/>
              </a:xfrm>
            </p:spPr>
          </p:sp>
        </mc:Fallback>
      </mc:AlternateContent>
      <mc:AlternateContent xmlns:mc="http://schemas.openxmlformats.org/markup-compatibility/2006">
        <mc:Choice xmlns:p14="http://schemas.microsoft.com/office/powerpoint/2010/main" Requires="p14">
          <p:contentPart p14:bwMode="auto" r:id="rId97">
            <p14:nvContentPartPr>
              <p14:cNvPr id="1049156" name=""/>
              <p14:cNvContentPartPr/>
              <p14:nvPr/>
            </p14:nvContentPartPr>
            <p14:xfrm>
              <a:off x="2010914" y="2136023"/>
              <a:ext cx="66106" cy="768502"/>
            </p14:xfrm>
          </p:contentPart>
        </mc:Choice>
        <mc:Fallback>
          <p:sp>
            <p:nvSpPr>
              <p:cNvPr id="1049156" name=""/>
              <p:cNvSpPr/>
              <p:nvPr/>
            </p:nvSpPr>
            <p:spPr>
              <a:xfrm>
                <a:off x="2010914" y="2136023"/>
                <a:ext cx="66106" cy="768502"/>
              </a:xfrm>
            </p:spPr>
          </p:sp>
        </mc:Fallback>
      </mc:AlternateContent>
      <mc:AlternateContent xmlns:mc="http://schemas.openxmlformats.org/markup-compatibility/2006">
        <mc:Choice xmlns:p14="http://schemas.microsoft.com/office/powerpoint/2010/main" Requires="p14">
          <p:contentPart p14:bwMode="auto" r:id="rId98">
            <p14:nvContentPartPr>
              <p14:cNvPr id="1049157" name=""/>
              <p14:cNvContentPartPr/>
              <p14:nvPr/>
            </p14:nvContentPartPr>
            <p14:xfrm>
              <a:off x="1907250" y="3189708"/>
              <a:ext cx="59250" cy="40187"/>
            </p14:xfrm>
          </p:contentPart>
        </mc:Choice>
        <mc:Fallback>
          <p:sp>
            <p:nvSpPr>
              <p:cNvPr id="1049157" name=""/>
              <p:cNvSpPr/>
              <p:nvPr/>
            </p:nvSpPr>
            <p:spPr>
              <a:xfrm>
                <a:off x="1907250" y="3189708"/>
                <a:ext cx="59250" cy="40187"/>
              </a:xfrm>
            </p:spPr>
          </p:sp>
        </mc:Fallback>
      </mc:AlternateContent>
      <mc:AlternateContent xmlns:mc="http://schemas.openxmlformats.org/markup-compatibility/2006">
        <mc:Choice xmlns:p14="http://schemas.microsoft.com/office/powerpoint/2010/main" Requires="p14">
          <p:contentPart p14:bwMode="auto" r:id="rId99">
            <p14:nvContentPartPr>
              <p14:cNvPr id="1049158" name=""/>
              <p14:cNvContentPartPr/>
              <p14:nvPr/>
            </p14:nvContentPartPr>
            <p14:xfrm>
              <a:off x="2261382" y="4835985"/>
              <a:ext cx="1342794" cy="141523"/>
            </p14:xfrm>
          </p:contentPart>
        </mc:Choice>
        <mc:Fallback>
          <p:sp>
            <p:nvSpPr>
              <p:cNvPr id="1049158" name=""/>
              <p:cNvSpPr/>
              <p:nvPr/>
            </p:nvSpPr>
            <p:spPr>
              <a:xfrm>
                <a:off x="2261382" y="4835985"/>
                <a:ext cx="1342794" cy="141523"/>
              </a:xfrm>
            </p:spPr>
          </p:sp>
        </mc:Fallback>
      </mc:AlternateContent>
      <mc:AlternateContent xmlns:mc="http://schemas.openxmlformats.org/markup-compatibility/2006">
        <mc:Choice xmlns:p14="http://schemas.microsoft.com/office/powerpoint/2010/main" Requires="p14">
          <p:contentPart p14:bwMode="auto" r:id="rId100">
            <p14:nvContentPartPr>
              <p14:cNvPr id="1049159" name=""/>
              <p14:cNvContentPartPr/>
              <p14:nvPr/>
            </p14:nvContentPartPr>
            <p14:xfrm>
              <a:off x="1706425" y="3513654"/>
              <a:ext cx="122843" cy="433020"/>
            </p14:xfrm>
          </p:contentPart>
        </mc:Choice>
        <mc:Fallback>
          <p:sp>
            <p:nvSpPr>
              <p:cNvPr id="1049159" name=""/>
              <p:cNvSpPr/>
              <p:nvPr/>
            </p:nvSpPr>
            <p:spPr>
              <a:xfrm>
                <a:off x="1706425" y="3513654"/>
                <a:ext cx="122843" cy="433020"/>
              </a:xfrm>
            </p:spPr>
          </p:sp>
        </mc:Fallback>
      </mc:AlternateContent>
      <mc:AlternateContent xmlns:mc="http://schemas.openxmlformats.org/markup-compatibility/2006">
        <mc:Choice xmlns:p14="http://schemas.microsoft.com/office/powerpoint/2010/main" Requires="p14">
          <p:contentPart p14:bwMode="auto" r:id="rId101">
            <p14:nvContentPartPr>
              <p14:cNvPr id="1049160" name=""/>
              <p14:cNvContentPartPr/>
              <p14:nvPr/>
            </p14:nvContentPartPr>
            <p14:xfrm>
              <a:off x="4133000" y="5000653"/>
              <a:ext cx="838609" cy="89665"/>
            </p14:xfrm>
          </p:contentPart>
        </mc:Choice>
        <mc:Fallback>
          <p:sp>
            <p:nvSpPr>
              <p:cNvPr id="1049160" name=""/>
              <p:cNvSpPr/>
              <p:nvPr/>
            </p:nvSpPr>
            <p:spPr>
              <a:xfrm>
                <a:off x="4133000" y="5000653"/>
                <a:ext cx="838609" cy="89665"/>
              </a:xfrm>
            </p:spPr>
          </p:sp>
        </mc:Fallback>
      </mc:AlternateContent>
      <mc:AlternateContent xmlns:mc="http://schemas.openxmlformats.org/markup-compatibility/2006">
        <mc:Choice xmlns:p14="http://schemas.microsoft.com/office/powerpoint/2010/main" Requires="p14">
          <p:contentPart p14:bwMode="auto" r:id="rId102">
            <p14:nvContentPartPr>
              <p14:cNvPr id="1049161" name=""/>
              <p14:cNvContentPartPr/>
              <p14:nvPr/>
            </p14:nvContentPartPr>
            <p14:xfrm>
              <a:off x="5135722" y="4863309"/>
              <a:ext cx="168834" cy="46811"/>
            </p14:xfrm>
          </p:contentPart>
        </mc:Choice>
        <mc:Fallback>
          <p:sp>
            <p:nvSpPr>
              <p:cNvPr id="1049161" name=""/>
              <p:cNvSpPr/>
              <p:nvPr/>
            </p:nvSpPr>
            <p:spPr>
              <a:xfrm>
                <a:off x="5135722" y="4863309"/>
                <a:ext cx="168834" cy="46811"/>
              </a:xfrm>
            </p:spPr>
          </p:sp>
        </mc:Fallback>
      </mc:AlternateContent>
      <mc:AlternateContent xmlns:mc="http://schemas.openxmlformats.org/markup-compatibility/2006">
        <mc:Choice xmlns:p14="http://schemas.microsoft.com/office/powerpoint/2010/main" Requires="p14">
          <p:contentPart p14:bwMode="auto" r:id="rId103">
            <p14:nvContentPartPr>
              <p14:cNvPr id="1049162" name=""/>
              <p14:cNvContentPartPr/>
              <p14:nvPr/>
            </p14:nvContentPartPr>
            <p14:xfrm>
              <a:off x="5395526" y="4698912"/>
              <a:ext cx="325088" cy="450641"/>
            </p14:xfrm>
          </p:contentPart>
        </mc:Choice>
        <mc:Fallback>
          <p:sp>
            <p:nvSpPr>
              <p:cNvPr id="1049162" name=""/>
              <p:cNvSpPr/>
              <p:nvPr/>
            </p:nvSpPr>
            <p:spPr>
              <a:xfrm>
                <a:off x="5395526" y="4698912"/>
                <a:ext cx="325088" cy="450641"/>
              </a:xfrm>
            </p:spPr>
          </p:sp>
        </mc:Fallback>
      </mc:AlternateContent>
      <mc:AlternateContent xmlns:mc="http://schemas.openxmlformats.org/markup-compatibility/2006">
        <mc:Choice xmlns:p14="http://schemas.microsoft.com/office/powerpoint/2010/main" Requires="p14">
          <p:contentPart p14:bwMode="auto" r:id="rId104">
            <p14:nvContentPartPr>
              <p14:cNvPr id="1049163" name=""/>
              <p14:cNvContentPartPr/>
              <p14:nvPr/>
            </p14:nvContentPartPr>
            <p14:xfrm>
              <a:off x="1340774" y="4547360"/>
              <a:ext cx="282525" cy="293935"/>
            </p14:xfrm>
          </p:contentPart>
        </mc:Choice>
        <mc:Fallback>
          <p:sp>
            <p:nvSpPr>
              <p:cNvPr id="1049163" name=""/>
              <p:cNvSpPr/>
              <p:nvPr/>
            </p:nvSpPr>
            <p:spPr>
              <a:xfrm>
                <a:off x="1340774" y="4547360"/>
                <a:ext cx="282525" cy="293935"/>
              </a:xfrm>
            </p:spPr>
          </p:sp>
        </mc:Fallback>
      </mc:AlternateContent>
      <mc:AlternateContent xmlns:mc="http://schemas.openxmlformats.org/markup-compatibility/2006">
        <mc:Choice xmlns:p14="http://schemas.microsoft.com/office/powerpoint/2010/main" Requires="p14">
          <p:contentPart p14:bwMode="auto" r:id="rId105">
            <p14:nvContentPartPr>
              <p14:cNvPr id="1049164" name=""/>
              <p14:cNvContentPartPr/>
              <p14:nvPr/>
            </p14:nvContentPartPr>
            <p14:xfrm>
              <a:off x="3852704" y="2380370"/>
              <a:ext cx="259149" cy="30887"/>
            </p14:xfrm>
          </p:contentPart>
        </mc:Choice>
        <mc:Fallback>
          <p:sp>
            <p:nvSpPr>
              <p:cNvPr id="1049164" name=""/>
              <p:cNvSpPr/>
              <p:nvPr/>
            </p:nvSpPr>
            <p:spPr>
              <a:xfrm>
                <a:off x="3852704" y="2380370"/>
                <a:ext cx="259149" cy="30887"/>
              </a:xfrm>
            </p:spPr>
          </p:sp>
        </mc:Fallback>
      </mc:AlternateContent>
      <mc:AlternateContent xmlns:mc="http://schemas.openxmlformats.org/markup-compatibility/2006">
        <mc:Choice xmlns:p14="http://schemas.microsoft.com/office/powerpoint/2010/main" Requires="p14">
          <p:contentPart p14:bwMode="auto" r:id="rId106">
            <p14:nvContentPartPr>
              <p14:cNvPr id="1049165" name=""/>
              <p14:cNvContentPartPr/>
              <p14:nvPr/>
            </p14:nvContentPartPr>
            <p14:xfrm>
              <a:off x="3951722" y="2374722"/>
              <a:ext cx="23926" cy="249352"/>
            </p14:xfrm>
          </p:contentPart>
        </mc:Choice>
        <mc:Fallback>
          <p:sp>
            <p:nvSpPr>
              <p:cNvPr id="1049165" name=""/>
              <p:cNvSpPr/>
              <p:nvPr/>
            </p:nvSpPr>
            <p:spPr>
              <a:xfrm>
                <a:off x="3951722" y="2374722"/>
                <a:ext cx="23926" cy="249352"/>
              </a:xfrm>
            </p:spPr>
          </p:sp>
        </mc:Fallback>
      </mc:AlternateContent>
      <mc:AlternateContent xmlns:mc="http://schemas.openxmlformats.org/markup-compatibility/2006">
        <mc:Choice xmlns:p14="http://schemas.microsoft.com/office/powerpoint/2010/main" Requires="p14">
          <p:contentPart p14:bwMode="auto" r:id="rId107">
            <p14:nvContentPartPr>
              <p14:cNvPr id="1049166" name=""/>
              <p14:cNvContentPartPr/>
              <p14:nvPr/>
            </p14:nvContentPartPr>
            <p14:xfrm>
              <a:off x="4142823" y="2391772"/>
              <a:ext cx="15195" cy="230447"/>
            </p14:xfrm>
          </p:contentPart>
        </mc:Choice>
        <mc:Fallback>
          <p:sp>
            <p:nvSpPr>
              <p:cNvPr id="1049166" name=""/>
              <p:cNvSpPr/>
              <p:nvPr/>
            </p:nvSpPr>
            <p:spPr>
              <a:xfrm>
                <a:off x="4142823" y="2391772"/>
                <a:ext cx="15195" cy="230447"/>
              </a:xfrm>
            </p:spPr>
          </p:sp>
        </mc:Fallback>
      </mc:AlternateContent>
      <mc:AlternateContent xmlns:mc="http://schemas.openxmlformats.org/markup-compatibility/2006">
        <mc:Choice xmlns:p14="http://schemas.microsoft.com/office/powerpoint/2010/main" Requires="p14">
          <p:contentPart p14:bwMode="auto" r:id="rId108">
            <p14:nvContentPartPr>
              <p14:cNvPr id="1049167" name=""/>
              <p14:cNvContentPartPr/>
              <p14:nvPr/>
            </p14:nvContentPartPr>
            <p14:xfrm>
              <a:off x="4112079" y="2381216"/>
              <a:ext cx="167868" cy="13234"/>
            </p14:xfrm>
          </p:contentPart>
        </mc:Choice>
        <mc:Fallback>
          <p:sp>
            <p:nvSpPr>
              <p:cNvPr id="1049167" name=""/>
              <p:cNvSpPr/>
              <p:nvPr/>
            </p:nvSpPr>
            <p:spPr>
              <a:xfrm>
                <a:off x="4112079" y="2381216"/>
                <a:ext cx="167868" cy="13234"/>
              </a:xfrm>
            </p:spPr>
          </p:sp>
        </mc:Fallback>
      </mc:AlternateContent>
      <mc:AlternateContent xmlns:mc="http://schemas.openxmlformats.org/markup-compatibility/2006">
        <mc:Choice xmlns:p14="http://schemas.microsoft.com/office/powerpoint/2010/main" Requires="p14">
          <p:contentPart p14:bwMode="auto" r:id="rId109">
            <p14:nvContentPartPr>
              <p14:cNvPr id="1049168" name=""/>
              <p14:cNvContentPartPr/>
              <p14:nvPr/>
            </p14:nvContentPartPr>
            <p14:xfrm>
              <a:off x="4102552" y="2513976"/>
              <a:ext cx="163206" cy="14438"/>
            </p14:xfrm>
          </p:contentPart>
        </mc:Choice>
        <mc:Fallback>
          <p:sp>
            <p:nvSpPr>
              <p:cNvPr id="1049168" name=""/>
              <p:cNvSpPr/>
              <p:nvPr/>
            </p:nvSpPr>
            <p:spPr>
              <a:xfrm>
                <a:off x="4102552" y="2513976"/>
                <a:ext cx="163206" cy="14438"/>
              </a:xfrm>
            </p:spPr>
          </p:sp>
        </mc:Fallback>
      </mc:AlternateContent>
      <mc:AlternateContent xmlns:mc="http://schemas.openxmlformats.org/markup-compatibility/2006">
        <mc:Choice xmlns:p14="http://schemas.microsoft.com/office/powerpoint/2010/main" Requires="p14">
          <p:contentPart p14:bwMode="auto" r:id="rId110">
            <p14:nvContentPartPr>
              <p14:cNvPr id="1049169" name=""/>
              <p14:cNvContentPartPr/>
              <p14:nvPr/>
            </p14:nvContentPartPr>
            <p14:xfrm>
              <a:off x="4322523" y="2462156"/>
              <a:ext cx="182297" cy="9019"/>
            </p14:xfrm>
          </p:contentPart>
        </mc:Choice>
        <mc:Fallback>
          <p:sp>
            <p:nvSpPr>
              <p:cNvPr id="1049169" name=""/>
              <p:cNvSpPr/>
              <p:nvPr/>
            </p:nvSpPr>
            <p:spPr>
              <a:xfrm>
                <a:off x="4322523" y="2462156"/>
                <a:ext cx="182297" cy="9019"/>
              </a:xfrm>
            </p:spPr>
          </p:sp>
        </mc:Fallback>
      </mc:AlternateContent>
      <mc:AlternateContent xmlns:mc="http://schemas.openxmlformats.org/markup-compatibility/2006">
        <mc:Choice xmlns:p14="http://schemas.microsoft.com/office/powerpoint/2010/main" Requires="p14">
          <p:contentPart p14:bwMode="auto" r:id="rId111">
            <p14:nvContentPartPr>
              <p14:cNvPr id="1049170" name=""/>
              <p14:cNvContentPartPr/>
              <p14:nvPr/>
            </p14:nvContentPartPr>
            <p14:xfrm>
              <a:off x="4341143" y="2548416"/>
              <a:ext cx="144545" cy="11906"/>
            </p14:xfrm>
          </p:contentPart>
        </mc:Choice>
        <mc:Fallback>
          <p:sp>
            <p:nvSpPr>
              <p:cNvPr id="1049170" name=""/>
              <p:cNvSpPr/>
              <p:nvPr/>
            </p:nvSpPr>
            <p:spPr>
              <a:xfrm>
                <a:off x="4341143" y="2548416"/>
                <a:ext cx="144545" cy="11906"/>
              </a:xfrm>
            </p:spPr>
          </p:sp>
        </mc:Fallback>
      </mc:AlternateContent>
      <mc:AlternateContent xmlns:mc="http://schemas.openxmlformats.org/markup-compatibility/2006">
        <mc:Choice xmlns:p14="http://schemas.microsoft.com/office/powerpoint/2010/main" Requires="p14">
          <p:contentPart p14:bwMode="auto" r:id="rId112">
            <p14:nvContentPartPr>
              <p14:cNvPr id="1049171" name=""/>
              <p14:cNvContentPartPr/>
              <p14:nvPr/>
            </p14:nvContentPartPr>
            <p14:xfrm>
              <a:off x="4662438" y="2119217"/>
              <a:ext cx="13423" cy="217640"/>
            </p14:xfrm>
          </p:contentPart>
        </mc:Choice>
        <mc:Fallback>
          <p:sp>
            <p:nvSpPr>
              <p:cNvPr id="1049171" name=""/>
              <p:cNvSpPr/>
              <p:nvPr/>
            </p:nvSpPr>
            <p:spPr>
              <a:xfrm>
                <a:off x="4662438" y="2119217"/>
                <a:ext cx="13423" cy="217640"/>
              </a:xfrm>
            </p:spPr>
          </p:sp>
        </mc:Fallback>
      </mc:AlternateContent>
      <mc:AlternateContent xmlns:mc="http://schemas.openxmlformats.org/markup-compatibility/2006">
        <mc:Choice xmlns:p14="http://schemas.microsoft.com/office/powerpoint/2010/main" Requires="p14">
          <p:contentPart p14:bwMode="auto" r:id="rId113">
            <p14:nvContentPartPr>
              <p14:cNvPr id="1049172" name=""/>
              <p14:cNvContentPartPr/>
              <p14:nvPr/>
            </p14:nvContentPartPr>
            <p14:xfrm>
              <a:off x="4574537" y="2066398"/>
              <a:ext cx="280216" cy="180710"/>
            </p14:xfrm>
          </p:contentPart>
        </mc:Choice>
        <mc:Fallback>
          <p:sp>
            <p:nvSpPr>
              <p:cNvPr id="1049172" name=""/>
              <p:cNvSpPr/>
              <p:nvPr/>
            </p:nvSpPr>
            <p:spPr>
              <a:xfrm>
                <a:off x="4574537" y="2066398"/>
                <a:ext cx="280216" cy="180710"/>
              </a:xfrm>
            </p:spPr>
          </p:sp>
        </mc:Fallback>
      </mc:AlternateContent>
      <mc:AlternateContent xmlns:mc="http://schemas.openxmlformats.org/markup-compatibility/2006">
        <mc:Choice xmlns:p14="http://schemas.microsoft.com/office/powerpoint/2010/main" Requires="p14">
          <p:contentPart p14:bwMode="auto" r:id="rId114">
            <p14:nvContentPartPr>
              <p14:cNvPr id="1049173" name=""/>
              <p14:cNvContentPartPr/>
              <p14:nvPr/>
            </p14:nvContentPartPr>
            <p14:xfrm>
              <a:off x="4859983" y="2282165"/>
              <a:ext cx="6678" cy="138707"/>
            </p14:xfrm>
          </p:contentPart>
        </mc:Choice>
        <mc:Fallback>
          <p:sp>
            <p:nvSpPr>
              <p:cNvPr id="1049173" name=""/>
              <p:cNvSpPr/>
              <p:nvPr/>
            </p:nvSpPr>
            <p:spPr>
              <a:xfrm>
                <a:off x="4859983" y="2282165"/>
                <a:ext cx="6678" cy="138707"/>
              </a:xfrm>
            </p:spPr>
          </p:sp>
        </mc:Fallback>
      </mc:AlternateContent>
      <mc:AlternateContent xmlns:mc="http://schemas.openxmlformats.org/markup-compatibility/2006">
        <mc:Choice xmlns:p14="http://schemas.microsoft.com/office/powerpoint/2010/main" Requires="p14">
          <p:contentPart p14:bwMode="auto" r:id="rId115">
            <p14:nvContentPartPr>
              <p14:cNvPr id="1049174" name=""/>
              <p14:cNvContentPartPr/>
              <p14:nvPr/>
            </p14:nvContentPartPr>
            <p14:xfrm>
              <a:off x="4990508" y="2053697"/>
              <a:ext cx="185968" cy="227125"/>
            </p14:xfrm>
          </p:contentPart>
        </mc:Choice>
        <mc:Fallback>
          <p:sp>
            <p:nvSpPr>
              <p:cNvPr id="1049174" name=""/>
              <p:cNvSpPr/>
              <p:nvPr/>
            </p:nvSpPr>
            <p:spPr>
              <a:xfrm>
                <a:off x="4990508" y="2053697"/>
                <a:ext cx="185968" cy="227125"/>
              </a:xfrm>
            </p:spPr>
          </p:sp>
        </mc:Fallback>
      </mc:AlternateContent>
      <mc:AlternateContent xmlns:mc="http://schemas.openxmlformats.org/markup-compatibility/2006">
        <mc:Choice xmlns:p14="http://schemas.microsoft.com/office/powerpoint/2010/main" Requires="p14">
          <p:contentPart p14:bwMode="auto" r:id="rId116">
            <p14:nvContentPartPr>
              <p14:cNvPr id="1049175" name=""/>
              <p14:cNvContentPartPr/>
              <p14:nvPr/>
            </p14:nvContentPartPr>
            <p14:xfrm>
              <a:off x="5304164" y="2204223"/>
              <a:ext cx="22286" cy="176236"/>
            </p14:xfrm>
          </p:contentPart>
        </mc:Choice>
        <mc:Fallback>
          <p:sp>
            <p:nvSpPr>
              <p:cNvPr id="1049175" name=""/>
              <p:cNvSpPr/>
              <p:nvPr/>
            </p:nvSpPr>
            <p:spPr>
              <a:xfrm>
                <a:off x="5304164" y="2204223"/>
                <a:ext cx="22286" cy="176236"/>
              </a:xfrm>
            </p:spPr>
          </p:sp>
        </mc:Fallback>
      </mc:AlternateContent>
      <mc:AlternateContent xmlns:mc="http://schemas.openxmlformats.org/markup-compatibility/2006">
        <mc:Choice xmlns:p14="http://schemas.microsoft.com/office/powerpoint/2010/main" Requires="p14">
          <p:contentPart p14:bwMode="auto" r:id="rId117">
            <p14:nvContentPartPr>
              <p14:cNvPr id="1049176" name=""/>
              <p14:cNvContentPartPr/>
              <p14:nvPr/>
            </p14:nvContentPartPr>
            <p14:xfrm>
              <a:off x="5496460" y="2026417"/>
              <a:ext cx="14287" cy="218067"/>
            </p14:xfrm>
          </p:contentPart>
        </mc:Choice>
        <mc:Fallback>
          <p:sp>
            <p:nvSpPr>
              <p:cNvPr id="1049176" name=""/>
              <p:cNvSpPr/>
              <p:nvPr/>
            </p:nvSpPr>
            <p:spPr>
              <a:xfrm>
                <a:off x="5496460" y="2026417"/>
                <a:ext cx="14287" cy="218067"/>
              </a:xfrm>
            </p:spPr>
          </p:sp>
        </mc:Fallback>
      </mc:AlternateContent>
      <mc:AlternateContent xmlns:mc="http://schemas.openxmlformats.org/markup-compatibility/2006">
        <mc:Choice xmlns:p14="http://schemas.microsoft.com/office/powerpoint/2010/main" Requires="p14">
          <p:contentPart p14:bwMode="auto" r:id="rId118">
            <p14:nvContentPartPr>
              <p14:cNvPr id="1049177" name=""/>
              <p14:cNvContentPartPr/>
              <p14:nvPr/>
            </p14:nvContentPartPr>
            <p14:xfrm>
              <a:off x="5400292" y="2121242"/>
              <a:ext cx="205434" cy="25600"/>
            </p14:xfrm>
          </p:contentPart>
        </mc:Choice>
        <mc:Fallback>
          <p:sp>
            <p:nvSpPr>
              <p:cNvPr id="1049177" name=""/>
              <p:cNvSpPr/>
              <p:nvPr/>
            </p:nvSpPr>
            <p:spPr>
              <a:xfrm>
                <a:off x="5400292" y="2121242"/>
                <a:ext cx="205434" cy="25600"/>
              </a:xfrm>
            </p:spPr>
          </p:sp>
        </mc:Fallback>
      </mc:AlternateContent>
      <mc:AlternateContent xmlns:mc="http://schemas.openxmlformats.org/markup-compatibility/2006">
        <mc:Choice xmlns:p14="http://schemas.microsoft.com/office/powerpoint/2010/main" Requires="p14">
          <p:contentPart p14:bwMode="auto" r:id="rId119">
            <p14:nvContentPartPr>
              <p14:cNvPr id="1049178" name=""/>
              <p14:cNvContentPartPr/>
              <p14:nvPr/>
            </p14:nvContentPartPr>
            <p14:xfrm>
              <a:off x="5770102" y="1983305"/>
              <a:ext cx="17675" cy="284843"/>
            </p14:xfrm>
          </p:contentPart>
        </mc:Choice>
        <mc:Fallback>
          <p:sp>
            <p:nvSpPr>
              <p:cNvPr id="1049178" name=""/>
              <p:cNvSpPr/>
              <p:nvPr/>
            </p:nvSpPr>
            <p:spPr>
              <a:xfrm>
                <a:off x="5770102" y="1983305"/>
                <a:ext cx="17675" cy="284843"/>
              </a:xfrm>
            </p:spPr>
          </p:sp>
        </mc:Fallback>
      </mc:AlternateContent>
      <mc:AlternateContent xmlns:mc="http://schemas.openxmlformats.org/markup-compatibility/2006">
        <mc:Choice xmlns:p14="http://schemas.microsoft.com/office/powerpoint/2010/main" Requires="p14">
          <p:contentPart p14:bwMode="auto" r:id="rId120">
            <p14:nvContentPartPr>
              <p14:cNvPr id="1049179" name=""/>
              <p14:cNvContentPartPr/>
              <p14:nvPr/>
            </p14:nvContentPartPr>
            <p14:xfrm>
              <a:off x="5738145" y="1955694"/>
              <a:ext cx="228945" cy="162294"/>
            </p14:xfrm>
          </p:contentPart>
        </mc:Choice>
        <mc:Fallback>
          <p:sp>
            <p:nvSpPr>
              <p:cNvPr id="1049179" name=""/>
              <p:cNvSpPr/>
              <p:nvPr/>
            </p:nvSpPr>
            <p:spPr>
              <a:xfrm>
                <a:off x="5738145" y="1955694"/>
                <a:ext cx="228945" cy="162294"/>
              </a:xfrm>
            </p:spPr>
          </p:sp>
        </mc:Fallback>
      </mc:AlternateContent>
      <mc:AlternateContent xmlns:mc="http://schemas.openxmlformats.org/markup-compatibility/2006">
        <mc:Choice xmlns:p14="http://schemas.microsoft.com/office/powerpoint/2010/main" Requires="p14">
          <p:contentPart p14:bwMode="auto" r:id="rId121">
            <p14:nvContentPartPr>
              <p14:cNvPr id="1049180" name=""/>
              <p14:cNvContentPartPr/>
              <p14:nvPr/>
            </p14:nvContentPartPr>
            <p14:xfrm>
              <a:off x="5840846" y="2194236"/>
              <a:ext cx="182264" cy="176217"/>
            </p14:xfrm>
          </p:contentPart>
        </mc:Choice>
        <mc:Fallback>
          <p:sp>
            <p:nvSpPr>
              <p:cNvPr id="1049180" name=""/>
              <p:cNvSpPr/>
              <p:nvPr/>
            </p:nvSpPr>
            <p:spPr>
              <a:xfrm>
                <a:off x="5840846" y="2194236"/>
                <a:ext cx="182264" cy="176217"/>
              </a:xfrm>
            </p:spPr>
          </p:sp>
        </mc:Fallback>
      </mc:AlternateContent>
      <mc:AlternateContent xmlns:mc="http://schemas.openxmlformats.org/markup-compatibility/2006">
        <mc:Choice xmlns:p14="http://schemas.microsoft.com/office/powerpoint/2010/main" Requires="p14">
          <p:contentPart p14:bwMode="auto" r:id="rId122">
            <p14:nvContentPartPr>
              <p14:cNvPr id="1049181" name=""/>
              <p14:cNvContentPartPr/>
              <p14:nvPr/>
            </p14:nvContentPartPr>
            <p14:xfrm>
              <a:off x="6085918" y="1965745"/>
              <a:ext cx="232921" cy="232167"/>
            </p14:xfrm>
          </p:contentPart>
        </mc:Choice>
        <mc:Fallback>
          <p:sp>
            <p:nvSpPr>
              <p:cNvPr id="1049181" name=""/>
              <p:cNvSpPr/>
              <p:nvPr/>
            </p:nvSpPr>
            <p:spPr>
              <a:xfrm>
                <a:off x="6085918" y="1965745"/>
                <a:ext cx="232921" cy="232167"/>
              </a:xfrm>
            </p:spPr>
          </p:sp>
        </mc:Fallback>
      </mc:AlternateContent>
      <mc:AlternateContent xmlns:mc="http://schemas.openxmlformats.org/markup-compatibility/2006">
        <mc:Choice xmlns:p14="http://schemas.microsoft.com/office/powerpoint/2010/main" Requires="p14">
          <p:contentPart p14:bwMode="auto" r:id="rId123">
            <p14:nvContentPartPr>
              <p14:cNvPr id="1049182" name=""/>
              <p14:cNvContentPartPr/>
              <p14:nvPr/>
            </p14:nvContentPartPr>
            <p14:xfrm>
              <a:off x="6353176" y="2174040"/>
              <a:ext cx="137304" cy="207056"/>
            </p14:xfrm>
          </p:contentPart>
        </mc:Choice>
        <mc:Fallback>
          <p:sp>
            <p:nvSpPr>
              <p:cNvPr id="1049182" name=""/>
              <p:cNvSpPr/>
              <p:nvPr/>
            </p:nvSpPr>
            <p:spPr>
              <a:xfrm>
                <a:off x="6353176" y="2174040"/>
                <a:ext cx="137304" cy="207056"/>
              </a:xfrm>
            </p:spPr>
          </p:sp>
        </mc:Fallback>
      </mc:AlternateContent>
      <mc:AlternateContent xmlns:mc="http://schemas.openxmlformats.org/markup-compatibility/2006">
        <mc:Choice xmlns:p14="http://schemas.microsoft.com/office/powerpoint/2010/main" Requires="p14">
          <p:contentPart p14:bwMode="auto" r:id="rId124">
            <p14:nvContentPartPr>
              <p14:cNvPr id="1049183" name=""/>
              <p14:cNvContentPartPr/>
              <p14:nvPr/>
            </p14:nvContentPartPr>
            <p14:xfrm>
              <a:off x="4495729" y="2487242"/>
              <a:ext cx="1845933" cy="80630"/>
            </p14:xfrm>
          </p:contentPart>
        </mc:Choice>
        <mc:Fallback>
          <p:sp>
            <p:nvSpPr>
              <p:cNvPr id="1049183" name=""/>
              <p:cNvSpPr/>
              <p:nvPr/>
            </p:nvSpPr>
            <p:spPr>
              <a:xfrm>
                <a:off x="4495729" y="2487242"/>
                <a:ext cx="1845933" cy="80630"/>
              </a:xfrm>
            </p:spPr>
          </p:sp>
        </mc:Fallback>
      </mc:AlternateContent>
      <mc:AlternateContent xmlns:mc="http://schemas.openxmlformats.org/markup-compatibility/2006">
        <mc:Choice xmlns:p14="http://schemas.microsoft.com/office/powerpoint/2010/main" Requires="p14">
          <p:contentPart p14:bwMode="auto" r:id="rId125">
            <p14:nvContentPartPr>
              <p14:cNvPr id="1049184" name=""/>
              <p14:cNvContentPartPr/>
              <p14:nvPr/>
            </p14:nvContentPartPr>
            <p14:xfrm>
              <a:off x="5209244" y="2596010"/>
              <a:ext cx="408141" cy="205481"/>
            </p14:xfrm>
          </p:contentPart>
        </mc:Choice>
        <mc:Fallback>
          <p:sp>
            <p:nvSpPr>
              <p:cNvPr id="1049184" name=""/>
              <p:cNvSpPr/>
              <p:nvPr/>
            </p:nvSpPr>
            <p:spPr>
              <a:xfrm>
                <a:off x="5209244" y="2596010"/>
                <a:ext cx="408141" cy="205481"/>
              </a:xfrm>
            </p:spPr>
          </p:sp>
        </mc:Fallback>
      </mc:AlternateContent>
      <mc:AlternateContent xmlns:mc="http://schemas.openxmlformats.org/markup-compatibility/2006">
        <mc:Choice xmlns:p14="http://schemas.microsoft.com/office/powerpoint/2010/main" Requires="p14">
          <p:contentPart p14:bwMode="auto" r:id="rId126">
            <p14:nvContentPartPr>
              <p14:cNvPr id="1049185" name=""/>
              <p14:cNvContentPartPr/>
              <p14:nvPr/>
            </p14:nvContentPartPr>
            <p14:xfrm>
              <a:off x="4294031" y="3206581"/>
              <a:ext cx="239145" cy="21366"/>
            </p14:xfrm>
          </p:contentPart>
        </mc:Choice>
        <mc:Fallback>
          <p:sp>
            <p:nvSpPr>
              <p:cNvPr id="1049185" name=""/>
              <p:cNvSpPr/>
              <p:nvPr/>
            </p:nvSpPr>
            <p:spPr>
              <a:xfrm>
                <a:off x="4294031" y="3206581"/>
                <a:ext cx="239145" cy="21366"/>
              </a:xfrm>
            </p:spPr>
          </p:sp>
        </mc:Fallback>
      </mc:AlternateContent>
      <mc:AlternateContent xmlns:mc="http://schemas.openxmlformats.org/markup-compatibility/2006">
        <mc:Choice xmlns:p14="http://schemas.microsoft.com/office/powerpoint/2010/main" Requires="p14">
          <p:contentPart p14:bwMode="auto" r:id="rId127">
            <p14:nvContentPartPr>
              <p14:cNvPr id="1049186" name=""/>
              <p14:cNvContentPartPr/>
              <p14:nvPr/>
            </p14:nvContentPartPr>
            <p14:xfrm>
              <a:off x="4275758" y="3392843"/>
              <a:ext cx="284489" cy="15094"/>
            </p14:xfrm>
          </p:contentPart>
        </mc:Choice>
        <mc:Fallback>
          <p:sp>
            <p:nvSpPr>
              <p:cNvPr id="1049186" name=""/>
              <p:cNvSpPr/>
              <p:nvPr/>
            </p:nvSpPr>
            <p:spPr>
              <a:xfrm>
                <a:off x="4275758" y="3392843"/>
                <a:ext cx="284489" cy="15094"/>
              </a:xfrm>
            </p:spPr>
          </p:sp>
        </mc:Fallback>
      </mc:AlternateContent>
      <mc:AlternateContent xmlns:mc="http://schemas.openxmlformats.org/markup-compatibility/2006">
        <mc:Choice xmlns:p14="http://schemas.microsoft.com/office/powerpoint/2010/main" Requires="p14">
          <p:contentPart p14:bwMode="auto" r:id="rId128">
            <p14:nvContentPartPr>
              <p14:cNvPr id="1049187" name=""/>
              <p14:cNvContentPartPr/>
              <p14:nvPr/>
            </p14:nvContentPartPr>
            <p14:xfrm>
              <a:off x="0" y="0"/>
              <a:ext cx="0" cy="0"/>
            </p14:xfrm>
          </p:contentPart>
        </mc:Choice>
        <mc:Fallback>
          <p:sp>
            <p:nvSpPr>
              <p:cNvPr id="1049187"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29">
            <p14:nvContentPartPr>
              <p14:cNvPr id="1049188" name=""/>
              <p14:cNvContentPartPr/>
              <p14:nvPr/>
            </p14:nvContentPartPr>
            <p14:xfrm>
              <a:off x="0" y="0"/>
              <a:ext cx="0" cy="0"/>
            </p14:xfrm>
          </p:contentPart>
        </mc:Choice>
        <mc:Fallback>
          <p:sp>
            <p:nvSpPr>
              <p:cNvPr id="1049188"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30">
            <p14:nvContentPartPr>
              <p14:cNvPr id="1049189" name=""/>
              <p14:cNvContentPartPr/>
              <p14:nvPr/>
            </p14:nvContentPartPr>
            <p14:xfrm>
              <a:off x="2610852" y="1169539"/>
              <a:ext cx="1256574" cy="418755"/>
            </p14:xfrm>
          </p:contentPart>
        </mc:Choice>
        <mc:Fallback>
          <p:sp>
            <p:nvSpPr>
              <p:cNvPr id="1049189" name=""/>
              <p:cNvSpPr/>
              <p:nvPr/>
            </p:nvSpPr>
            <p:spPr>
              <a:xfrm>
                <a:off x="2610852" y="1169539"/>
                <a:ext cx="1256574" cy="418755"/>
              </a:xfrm>
            </p:spPr>
          </p:sp>
        </mc:Fallback>
      </mc:AlternateContent>
      <mc:AlternateContent xmlns:mc="http://schemas.openxmlformats.org/markup-compatibility/2006">
        <mc:Choice xmlns:p14="http://schemas.microsoft.com/office/powerpoint/2010/main" Requires="p14">
          <p:contentPart p14:bwMode="auto" r:id="rId131">
            <p14:nvContentPartPr>
              <p14:cNvPr id="1049190" name=""/>
              <p14:cNvContentPartPr/>
              <p14:nvPr/>
            </p14:nvContentPartPr>
            <p14:xfrm>
              <a:off x="3758749" y="1355094"/>
              <a:ext cx="1044145" cy="714435"/>
            </p14:xfrm>
          </p:contentPart>
        </mc:Choice>
        <mc:Fallback>
          <p:sp>
            <p:nvSpPr>
              <p:cNvPr id="1049190" name=""/>
              <p:cNvSpPr/>
              <p:nvPr/>
            </p:nvSpPr>
            <p:spPr>
              <a:xfrm>
                <a:off x="3758749" y="1355094"/>
                <a:ext cx="1044145" cy="714435"/>
              </a:xfrm>
            </p:spPr>
          </p:sp>
        </mc:Fallback>
      </mc:AlternateContent>
      <mc:AlternateContent xmlns:mc="http://schemas.openxmlformats.org/markup-compatibility/2006">
        <mc:Choice xmlns:p14="http://schemas.microsoft.com/office/powerpoint/2010/main" Requires="p14">
          <p:contentPart p14:bwMode="auto" r:id="rId132">
            <p14:nvContentPartPr>
              <p14:cNvPr id="1049191" name=""/>
              <p14:cNvContentPartPr/>
              <p14:nvPr/>
            </p14:nvContentPartPr>
            <p14:xfrm>
              <a:off x="2496530" y="1504717"/>
              <a:ext cx="1117354" cy="503239"/>
            </p14:xfrm>
          </p:contentPart>
        </mc:Choice>
        <mc:Fallback>
          <p:sp>
            <p:nvSpPr>
              <p:cNvPr id="1049191" name=""/>
              <p:cNvSpPr/>
              <p:nvPr/>
            </p:nvSpPr>
            <p:spPr>
              <a:xfrm>
                <a:off x="2496530" y="1504717"/>
                <a:ext cx="1117354" cy="503239"/>
              </a:xfrm>
            </p:spPr>
          </p:sp>
        </mc:Fallback>
      </mc:AlternateContent>
      <mc:AlternateContent xmlns:mc="http://schemas.openxmlformats.org/markup-compatibility/2006">
        <mc:Choice xmlns:p14="http://schemas.microsoft.com/office/powerpoint/2010/main" Requires="p14">
          <p:contentPart p14:bwMode="auto" r:id="rId133">
            <p14:nvContentPartPr>
              <p14:cNvPr id="1049192" name=""/>
              <p14:cNvContentPartPr/>
              <p14:nvPr/>
            </p14:nvContentPartPr>
            <p14:xfrm>
              <a:off x="3511490" y="1589953"/>
              <a:ext cx="2364511" cy="276708"/>
            </p14:xfrm>
          </p:contentPart>
        </mc:Choice>
        <mc:Fallback>
          <p:sp>
            <p:nvSpPr>
              <p:cNvPr id="1049192" name=""/>
              <p:cNvSpPr/>
              <p:nvPr/>
            </p:nvSpPr>
            <p:spPr>
              <a:xfrm>
                <a:off x="3511490" y="1589953"/>
                <a:ext cx="2364511" cy="276708"/>
              </a:xfrm>
            </p:spPr>
          </p:sp>
        </mc:Fallback>
      </mc:AlternateContent>
      <mc:AlternateContent xmlns:mc="http://schemas.openxmlformats.org/markup-compatibility/2006">
        <mc:Choice xmlns:p14="http://schemas.microsoft.com/office/powerpoint/2010/main" Requires="p14">
          <p:contentPart p14:bwMode="auto" r:id="rId134">
            <p14:nvContentPartPr>
              <p14:cNvPr id="1049193" name=""/>
              <p14:cNvContentPartPr/>
              <p14:nvPr/>
            </p14:nvContentPartPr>
            <p14:xfrm>
              <a:off x="3583694" y="1583607"/>
              <a:ext cx="300610" cy="404319"/>
            </p14:xfrm>
          </p:contentPart>
        </mc:Choice>
        <mc:Fallback>
          <p:sp>
            <p:nvSpPr>
              <p:cNvPr id="1049193" name=""/>
              <p:cNvSpPr/>
              <p:nvPr/>
            </p:nvSpPr>
            <p:spPr>
              <a:xfrm>
                <a:off x="3583694" y="1583607"/>
                <a:ext cx="300610" cy="404319"/>
              </a:xfrm>
            </p:spPr>
          </p:sp>
        </mc:Fallback>
      </mc:AlternateContent>
      <mc:AlternateContent xmlns:mc="http://schemas.openxmlformats.org/markup-compatibility/2006">
        <mc:Choice xmlns:p14="http://schemas.microsoft.com/office/powerpoint/2010/main" Requires="p14">
          <p:contentPart p14:bwMode="auto" r:id="rId135">
            <p14:nvContentPartPr>
              <p14:cNvPr id="1049194" name=""/>
              <p14:cNvContentPartPr/>
              <p14:nvPr/>
            </p14:nvContentPartPr>
            <p14:xfrm>
              <a:off x="5123332" y="4134294"/>
              <a:ext cx="226678" cy="331669"/>
            </p14:xfrm>
          </p:contentPart>
        </mc:Choice>
        <mc:Fallback>
          <p:sp>
            <p:nvSpPr>
              <p:cNvPr id="1049194" name=""/>
              <p:cNvSpPr/>
              <p:nvPr/>
            </p:nvSpPr>
            <p:spPr>
              <a:xfrm>
                <a:off x="5123332" y="4134294"/>
                <a:ext cx="226678" cy="331669"/>
              </a:xfrm>
            </p:spPr>
          </p:sp>
        </mc:Fallback>
      </mc:AlternateContent>
      <mc:AlternateContent xmlns:mc="http://schemas.openxmlformats.org/markup-compatibility/2006">
        <mc:Choice xmlns:p14="http://schemas.microsoft.com/office/powerpoint/2010/main" Requires="p14">
          <p:contentPart p14:bwMode="auto" r:id="rId136">
            <p14:nvContentPartPr>
              <p14:cNvPr id="1049195" name=""/>
              <p14:cNvContentPartPr/>
              <p14:nvPr/>
            </p14:nvContentPartPr>
            <p14:xfrm>
              <a:off x="5146547" y="1883402"/>
              <a:ext cx="66340" cy="99172"/>
            </p14:xfrm>
          </p:contentPart>
        </mc:Choice>
        <mc:Fallback>
          <p:sp>
            <p:nvSpPr>
              <p:cNvPr id="1049195" name=""/>
              <p:cNvSpPr/>
              <p:nvPr/>
            </p:nvSpPr>
            <p:spPr>
              <a:xfrm>
                <a:off x="5146547" y="1883402"/>
                <a:ext cx="66340" cy="99172"/>
              </a:xfrm>
            </p:spPr>
          </p:sp>
        </mc:Fallback>
      </mc:AlternateContent>
      <mc:AlternateContent xmlns:mc="http://schemas.openxmlformats.org/markup-compatibility/2006">
        <mc:Choice xmlns:p14="http://schemas.microsoft.com/office/powerpoint/2010/main" Requires="p14">
          <p:contentPart p14:bwMode="auto" r:id="rId137">
            <p14:nvContentPartPr>
              <p14:cNvPr id="1049196" name=""/>
              <p14:cNvContentPartPr/>
              <p14:nvPr/>
            </p14:nvContentPartPr>
            <p14:xfrm>
              <a:off x="5156073" y="1950553"/>
              <a:ext cx="93822" cy="73184"/>
            </p14:xfrm>
          </p:contentPart>
        </mc:Choice>
        <mc:Fallback>
          <p:sp>
            <p:nvSpPr>
              <p:cNvPr id="1049196" name=""/>
              <p:cNvSpPr/>
              <p:nvPr/>
            </p:nvSpPr>
            <p:spPr>
              <a:xfrm>
                <a:off x="5156073" y="1950553"/>
                <a:ext cx="93822" cy="73184"/>
              </a:xfrm>
            </p:spPr>
          </p:sp>
        </mc:Fallback>
      </mc:AlternateContent>
      <mc:AlternateContent xmlns:mc="http://schemas.openxmlformats.org/markup-compatibility/2006">
        <mc:Choice xmlns:p14="http://schemas.microsoft.com/office/powerpoint/2010/main" Requires="p14">
          <p:contentPart p14:bwMode="auto" r:id="rId138">
            <p14:nvContentPartPr>
              <p14:cNvPr id="1049197" name=""/>
              <p14:cNvContentPartPr/>
              <p14:nvPr/>
            </p14:nvContentPartPr>
            <p14:xfrm>
              <a:off x="5243975" y="1759647"/>
              <a:ext cx="103797" cy="146861"/>
            </p14:xfrm>
          </p:contentPart>
        </mc:Choice>
        <mc:Fallback>
          <p:sp>
            <p:nvSpPr>
              <p:cNvPr id="1049197" name=""/>
              <p:cNvSpPr/>
              <p:nvPr/>
            </p:nvSpPr>
            <p:spPr>
              <a:xfrm>
                <a:off x="5243975" y="1759647"/>
                <a:ext cx="103797" cy="146861"/>
              </a:xfrm>
            </p:spPr>
          </p:sp>
        </mc:Fallback>
      </mc:AlternateContent>
      <mc:AlternateContent xmlns:mc="http://schemas.openxmlformats.org/markup-compatibility/2006">
        <mc:Choice xmlns:p14="http://schemas.microsoft.com/office/powerpoint/2010/main" Requires="p14">
          <p:contentPart p14:bwMode="auto" r:id="rId139">
            <p14:nvContentPartPr>
              <p14:cNvPr id="1049198" name=""/>
              <p14:cNvContentPartPr/>
              <p14:nvPr/>
            </p14:nvContentPartPr>
            <p14:xfrm>
              <a:off x="5279049" y="1898414"/>
              <a:ext cx="173350" cy="73687"/>
            </p14:xfrm>
          </p:contentPart>
        </mc:Choice>
        <mc:Fallback>
          <p:sp>
            <p:nvSpPr>
              <p:cNvPr id="1049198" name=""/>
              <p:cNvSpPr/>
              <p:nvPr/>
            </p:nvSpPr>
            <p:spPr>
              <a:xfrm>
                <a:off x="5279049" y="1898414"/>
                <a:ext cx="173350" cy="73687"/>
              </a:xfrm>
            </p:spPr>
          </p:sp>
        </mc:Fallback>
      </mc:AlternateContent>
      <mc:AlternateContent xmlns:mc="http://schemas.openxmlformats.org/markup-compatibility/2006">
        <mc:Choice xmlns:p14="http://schemas.microsoft.com/office/powerpoint/2010/main" Requires="p14">
          <p:contentPart p14:bwMode="auto" r:id="rId140">
            <p14:nvContentPartPr>
              <p14:cNvPr id="1049199" name=""/>
              <p14:cNvContentPartPr/>
              <p14:nvPr/>
            </p14:nvContentPartPr>
            <p14:xfrm>
              <a:off x="6075123" y="1887362"/>
              <a:ext cx="427001" cy="491179"/>
            </p14:xfrm>
          </p:contentPart>
        </mc:Choice>
        <mc:Fallback>
          <p:sp>
            <p:nvSpPr>
              <p:cNvPr id="1049199" name=""/>
              <p:cNvSpPr/>
              <p:nvPr/>
            </p:nvSpPr>
            <p:spPr>
              <a:xfrm>
                <a:off x="6075123" y="1887362"/>
                <a:ext cx="427001" cy="491179"/>
              </a:xfrm>
            </p:spPr>
          </p:sp>
        </mc:Fallback>
      </mc:AlternateContent>
      <mc:AlternateContent xmlns:mc="http://schemas.openxmlformats.org/markup-compatibility/2006">
        <mc:Choice xmlns:p14="http://schemas.microsoft.com/office/powerpoint/2010/main" Requires="p14">
          <p:contentPart p14:bwMode="auto" r:id="rId141">
            <p14:nvContentPartPr>
              <p14:cNvPr id="1049200" name=""/>
              <p14:cNvContentPartPr/>
              <p14:nvPr/>
            </p14:nvContentPartPr>
            <p14:xfrm>
              <a:off x="5076399" y="2359133"/>
              <a:ext cx="1281103" cy="2290774"/>
            </p14:xfrm>
          </p:contentPart>
        </mc:Choice>
        <mc:Fallback>
          <p:sp>
            <p:nvSpPr>
              <p:cNvPr id="1049200" name=""/>
              <p:cNvSpPr/>
              <p:nvPr/>
            </p:nvSpPr>
            <p:spPr>
              <a:xfrm>
                <a:off x="5076399" y="2359133"/>
                <a:ext cx="1281103" cy="2290774"/>
              </a:xfrm>
            </p:spPr>
          </p:sp>
        </mc:Fallback>
      </mc:AlternateContent>
      <mc:AlternateContent xmlns:mc="http://schemas.openxmlformats.org/markup-compatibility/2006">
        <mc:Choice xmlns:p14="http://schemas.microsoft.com/office/powerpoint/2010/main" Requires="p14">
          <p:contentPart p14:bwMode="auto" r:id="rId142">
            <p14:nvContentPartPr>
              <p14:cNvPr id="1049201" name=""/>
              <p14:cNvContentPartPr/>
              <p14:nvPr/>
            </p14:nvContentPartPr>
            <p14:xfrm>
              <a:off x="5078833" y="4551505"/>
              <a:ext cx="153632" cy="129996"/>
            </p14:xfrm>
          </p:contentPart>
        </mc:Choice>
        <mc:Fallback>
          <p:sp>
            <p:nvSpPr>
              <p:cNvPr id="1049201" name=""/>
              <p:cNvSpPr/>
              <p:nvPr/>
            </p:nvSpPr>
            <p:spPr>
              <a:xfrm>
                <a:off x="5078833" y="4551505"/>
                <a:ext cx="153632" cy="129996"/>
              </a:xfrm>
            </p:spPr>
          </p:sp>
        </mc:Fallback>
      </mc:AlternateContent>
      <mc:AlternateContent xmlns:mc="http://schemas.openxmlformats.org/markup-compatibility/2006">
        <mc:Choice xmlns:p14="http://schemas.microsoft.com/office/powerpoint/2010/main" Requires="p14">
          <p:contentPart p14:bwMode="auto" r:id="rId143">
            <p14:nvContentPartPr>
              <p14:cNvPr id="1049202" name=""/>
              <p14:cNvContentPartPr/>
              <p14:nvPr/>
            </p14:nvContentPartPr>
            <p14:xfrm>
              <a:off x="2094672" y="4809932"/>
              <a:ext cx="2108990" cy="169227"/>
            </p14:xfrm>
          </p:contentPart>
        </mc:Choice>
        <mc:Fallback>
          <p:sp>
            <p:nvSpPr>
              <p:cNvPr id="1049202" name=""/>
              <p:cNvSpPr/>
              <p:nvPr/>
            </p:nvSpPr>
            <p:spPr>
              <a:xfrm>
                <a:off x="2094672" y="4809932"/>
                <a:ext cx="2108990" cy="169227"/>
              </a:xfrm>
            </p:spPr>
          </p:sp>
        </mc:Fallback>
      </mc:AlternateContent>
      <mc:AlternateContent xmlns:mc="http://schemas.openxmlformats.org/markup-compatibility/2006">
        <mc:Choice xmlns:p14="http://schemas.microsoft.com/office/powerpoint/2010/main" Requires="p14">
          <p:contentPart p14:bwMode="auto" r:id="rId144">
            <p14:nvContentPartPr>
              <p14:cNvPr id="1049203" name=""/>
              <p14:cNvContentPartPr/>
              <p14:nvPr/>
            </p14:nvContentPartPr>
            <p14:xfrm>
              <a:off x="0" y="0"/>
              <a:ext cx="0" cy="0"/>
            </p14:xfrm>
          </p:contentPart>
        </mc:Choice>
        <mc:Fallback>
          <p:sp>
            <p:nvSpPr>
              <p:cNvPr id="1049203"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45">
            <p14:nvContentPartPr>
              <p14:cNvPr id="1049204" name=""/>
              <p14:cNvContentPartPr/>
              <p14:nvPr/>
            </p14:nvContentPartPr>
            <p14:xfrm>
              <a:off x="286843" y="1068207"/>
              <a:ext cx="886819" cy="91953"/>
            </p14:xfrm>
          </p:contentPart>
        </mc:Choice>
        <mc:Fallback>
          <p:sp>
            <p:nvSpPr>
              <p:cNvPr id="1049204" name=""/>
              <p:cNvSpPr/>
              <p:nvPr/>
            </p:nvSpPr>
            <p:spPr>
              <a:xfrm>
                <a:off x="286843" y="1068207"/>
                <a:ext cx="886819" cy="91953"/>
              </a:xfrm>
            </p:spPr>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14" name="Title 1"/>
          <p:cNvSpPr>
            <a:spLocks noGrp="1"/>
          </p:cNvSpPr>
          <p:nvPr>
            <p:ph type="title"/>
          </p:nvPr>
        </p:nvSpPr>
        <p:spPr>
          <a:xfrm>
            <a:off x="365589" y="303481"/>
            <a:ext cx="10515600" cy="734210"/>
          </a:xfrm>
        </p:spPr>
        <p:txBody>
          <a:bodyPr/>
          <a:p>
            <a:r>
              <a:rPr b="1" dirty="0" lang="en-US"/>
              <a:t>Signal Flow Graph</a:t>
            </a:r>
            <a:endParaRPr dirty="0" lang="en-US"/>
          </a:p>
        </p:txBody>
      </p:sp>
      <p:sp>
        <p:nvSpPr>
          <p:cNvPr id="1048615" name="TextBox 3"/>
          <p:cNvSpPr txBox="1"/>
          <p:nvPr/>
        </p:nvSpPr>
        <p:spPr>
          <a:xfrm>
            <a:off x="365589" y="1037691"/>
            <a:ext cx="9218489" cy="802640"/>
          </a:xfrm>
          <a:prstGeom prst="rect"/>
          <a:noFill/>
        </p:spPr>
        <p:txBody>
          <a:bodyPr wrap="square">
            <a:spAutoFit/>
          </a:bodyPr>
          <a:p>
            <a:r>
              <a:rPr dirty="0" sz="2400" lang="en-US">
                <a:latin typeface="Times New Roman" panose="02020603050405020304" pitchFamily="18" charset="0"/>
                <a:cs typeface="Times New Roman" panose="02020603050405020304" pitchFamily="18" charset="0"/>
              </a:rPr>
              <a:t>Draw the SFG and determine C/R for the block diagram shown in figure.</a:t>
            </a:r>
          </a:p>
        </p:txBody>
      </p:sp>
      <p:pic>
        <p:nvPicPr>
          <p:cNvPr id="2097161" name="Picture 2"/>
          <p:cNvPicPr>
            <a:picLocks noChangeAspect="1"/>
          </p:cNvPicPr>
          <p:nvPr/>
        </p:nvPicPr>
        <p:blipFill>
          <a:blip xmlns:r="http://schemas.openxmlformats.org/officeDocument/2006/relationships" r:embed="rId1"/>
          <a:stretch>
            <a:fillRect/>
          </a:stretch>
        </p:blipFill>
        <p:spPr>
          <a:xfrm>
            <a:off x="6005498" y="1771901"/>
            <a:ext cx="6186502" cy="1572072"/>
          </a:xfrm>
          <a:prstGeom prst="rect"/>
        </p:spPr>
      </p:pic>
      <p:pic>
        <p:nvPicPr>
          <p:cNvPr id="2097162" name="Picture 4"/>
          <p:cNvPicPr>
            <a:picLocks noChangeAspect="1"/>
          </p:cNvPicPr>
          <p:nvPr/>
        </p:nvPicPr>
        <p:blipFill>
          <a:blip xmlns:r="http://schemas.openxmlformats.org/officeDocument/2006/relationships" r:embed="rId2"/>
          <a:stretch>
            <a:fillRect/>
          </a:stretch>
        </p:blipFill>
        <p:spPr>
          <a:xfrm>
            <a:off x="6267311" y="4407613"/>
            <a:ext cx="5924689" cy="2217215"/>
          </a:xfrm>
          <a:prstGeom prst="rect"/>
        </p:spPr>
      </p:pic>
      <p:pic>
        <p:nvPicPr>
          <p:cNvPr id="2097163" name="Picture 5"/>
          <p:cNvPicPr>
            <a:picLocks noChangeAspect="1"/>
          </p:cNvPicPr>
          <p:nvPr/>
        </p:nvPicPr>
        <p:blipFill>
          <a:blip xmlns:r="http://schemas.openxmlformats.org/officeDocument/2006/relationships" r:embed="rId3"/>
          <a:stretch>
            <a:fillRect/>
          </a:stretch>
        </p:blipFill>
        <p:spPr>
          <a:xfrm>
            <a:off x="26873" y="2233566"/>
            <a:ext cx="5978625" cy="3361014"/>
          </a:xfrm>
          <a:prstGeom prst="rect"/>
        </p:spPr>
      </p:pic>
      <mc:AlternateContent xmlns:mc="http://schemas.openxmlformats.org/markup-compatibility/2006">
        <mc:Choice xmlns:p14="http://schemas.microsoft.com/office/powerpoint/2010/main" Requires="p14">
          <p:contentPart p14:bwMode="auto" r:id="rId4">
            <p14:nvContentPartPr>
              <p14:cNvPr id="1049205" name=""/>
              <p14:cNvContentPartPr/>
              <p14:nvPr/>
            </p14:nvContentPartPr>
            <p14:xfrm>
              <a:off x="6262854" y="2906678"/>
              <a:ext cx="324552" cy="1581507"/>
            </p14:xfrm>
          </p:contentPart>
        </mc:Choice>
        <mc:Fallback>
          <p:sp>
            <p:nvSpPr>
              <p:cNvPr id="1049205" name=""/>
              <p:cNvSpPr/>
              <p:nvPr/>
            </p:nvSpPr>
            <p:spPr>
              <a:xfrm>
                <a:off x="6262854" y="2906678"/>
                <a:ext cx="324552" cy="1581507"/>
              </a:xfrm>
            </p:spPr>
          </p:sp>
        </mc:Fallback>
      </mc:AlternateContent>
      <mc:AlternateContent xmlns:mc="http://schemas.openxmlformats.org/markup-compatibility/2006">
        <mc:Choice xmlns:p14="http://schemas.microsoft.com/office/powerpoint/2010/main" Requires="p14">
          <p:contentPart p14:bwMode="auto" r:id="rId5">
            <p14:nvContentPartPr>
              <p14:cNvPr id="1049206" name=""/>
              <p14:cNvContentPartPr/>
              <p14:nvPr/>
            </p14:nvContentPartPr>
            <p14:xfrm>
              <a:off x="6335386" y="4091401"/>
              <a:ext cx="445247" cy="451248"/>
            </p14:xfrm>
          </p:contentPart>
        </mc:Choice>
        <mc:Fallback>
          <p:sp>
            <p:nvSpPr>
              <p:cNvPr id="1049206" name=""/>
              <p:cNvSpPr/>
              <p:nvPr/>
            </p:nvSpPr>
            <p:spPr>
              <a:xfrm>
                <a:off x="6335386" y="4091401"/>
                <a:ext cx="445247" cy="451248"/>
              </a:xfrm>
            </p:spPr>
          </p:sp>
        </mc:Fallback>
      </mc:AlternateContent>
      <mc:AlternateContent xmlns:mc="http://schemas.openxmlformats.org/markup-compatibility/2006">
        <mc:Choice xmlns:p14="http://schemas.microsoft.com/office/powerpoint/2010/main" Requires="p14">
          <p:contentPart p14:bwMode="auto" r:id="rId6">
            <p14:nvContentPartPr>
              <p14:cNvPr id="1049207" name=""/>
              <p14:cNvContentPartPr/>
              <p14:nvPr/>
            </p14:nvContentPartPr>
            <p14:xfrm>
              <a:off x="10286477" y="2161355"/>
              <a:ext cx="178681" cy="112082"/>
            </p14:xfrm>
          </p:contentPart>
        </mc:Choice>
        <mc:Fallback>
          <p:sp>
            <p:nvSpPr>
              <p:cNvPr id="1049207" name=""/>
              <p:cNvSpPr/>
              <p:nvPr/>
            </p:nvSpPr>
            <p:spPr>
              <a:xfrm>
                <a:off x="10286477" y="2161355"/>
                <a:ext cx="178681" cy="112082"/>
              </a:xfrm>
            </p:spPr>
          </p:sp>
        </mc:Fallback>
      </mc:AlternateContent>
      <mc:AlternateContent xmlns:mc="http://schemas.openxmlformats.org/markup-compatibility/2006">
        <mc:Choice xmlns:p14="http://schemas.microsoft.com/office/powerpoint/2010/main" Requires="p14">
          <p:contentPart p14:bwMode="auto" r:id="rId7">
            <p14:nvContentPartPr>
              <p14:cNvPr id="1049208" name=""/>
              <p14:cNvContentPartPr/>
              <p14:nvPr/>
            </p14:nvContentPartPr>
            <p14:xfrm>
              <a:off x="10431071" y="2131396"/>
              <a:ext cx="17719" cy="181460"/>
            </p14:xfrm>
          </p:contentPart>
        </mc:Choice>
        <mc:Fallback>
          <p:sp>
            <p:nvSpPr>
              <p:cNvPr id="1049208" name=""/>
              <p:cNvSpPr/>
              <p:nvPr/>
            </p:nvSpPr>
            <p:spPr>
              <a:xfrm>
                <a:off x="10431071" y="2131396"/>
                <a:ext cx="17719" cy="181460"/>
              </a:xfrm>
            </p:spPr>
          </p:sp>
        </mc:Fallback>
      </mc:AlternateContent>
      <mc:AlternateContent xmlns:mc="http://schemas.openxmlformats.org/markup-compatibility/2006">
        <mc:Choice xmlns:p14="http://schemas.microsoft.com/office/powerpoint/2010/main" Requires="p14">
          <p:contentPart p14:bwMode="auto" r:id="rId8">
            <p14:nvContentPartPr>
              <p14:cNvPr id="1049209" name=""/>
              <p14:cNvContentPartPr/>
              <p14:nvPr/>
            </p14:nvContentPartPr>
            <p14:xfrm>
              <a:off x="11438225" y="2176226"/>
              <a:ext cx="146756" cy="3542"/>
            </p14:xfrm>
          </p:contentPart>
        </mc:Choice>
        <mc:Fallback>
          <p:sp>
            <p:nvSpPr>
              <p:cNvPr id="1049209" name=""/>
              <p:cNvSpPr/>
              <p:nvPr/>
            </p:nvSpPr>
            <p:spPr>
              <a:xfrm>
                <a:off x="11438225" y="2176226"/>
                <a:ext cx="146756" cy="3542"/>
              </a:xfrm>
            </p:spPr>
          </p:sp>
        </mc:Fallback>
      </mc:AlternateContent>
      <mc:AlternateContent xmlns:mc="http://schemas.openxmlformats.org/markup-compatibility/2006">
        <mc:Choice xmlns:p14="http://schemas.microsoft.com/office/powerpoint/2010/main" Requires="p14">
          <p:contentPart p14:bwMode="auto" r:id="rId9">
            <p14:nvContentPartPr>
              <p14:cNvPr id="1049210" name=""/>
              <p14:cNvContentPartPr/>
              <p14:nvPr/>
            </p14:nvContentPartPr>
            <p14:xfrm>
              <a:off x="11449714" y="2165008"/>
              <a:ext cx="121197" cy="158428"/>
            </p14:xfrm>
          </p:contentPart>
        </mc:Choice>
        <mc:Fallback>
          <p:sp>
            <p:nvSpPr>
              <p:cNvPr id="1049210" name=""/>
              <p:cNvSpPr/>
              <p:nvPr/>
            </p:nvSpPr>
            <p:spPr>
              <a:xfrm>
                <a:off x="11449714" y="2165008"/>
                <a:ext cx="121197" cy="158428"/>
              </a:xfrm>
            </p:spPr>
          </p:sp>
        </mc:Fallback>
      </mc:AlternateContent>
      <mc:AlternateContent xmlns:mc="http://schemas.openxmlformats.org/markup-compatibility/2006">
        <mc:Choice xmlns:p14="http://schemas.microsoft.com/office/powerpoint/2010/main" Requires="p14">
          <p:contentPart p14:bwMode="auto" r:id="rId10">
            <p14:nvContentPartPr>
              <p14:cNvPr id="1049211" name=""/>
              <p14:cNvContentPartPr/>
              <p14:nvPr/>
            </p14:nvContentPartPr>
            <p14:xfrm>
              <a:off x="11198769" y="2415766"/>
              <a:ext cx="374248" cy="171304"/>
            </p14:xfrm>
          </p:contentPart>
        </mc:Choice>
        <mc:Fallback>
          <p:sp>
            <p:nvSpPr>
              <p:cNvPr id="1049211" name=""/>
              <p:cNvSpPr/>
              <p:nvPr/>
            </p:nvSpPr>
            <p:spPr>
              <a:xfrm>
                <a:off x="11198769" y="2415766"/>
                <a:ext cx="374248" cy="171304"/>
              </a:xfrm>
            </p:spPr>
          </p:sp>
        </mc:Fallback>
      </mc:AlternateContent>
      <mc:AlternateContent xmlns:mc="http://schemas.openxmlformats.org/markup-compatibility/2006">
        <mc:Choice xmlns:p14="http://schemas.microsoft.com/office/powerpoint/2010/main" Requires="p14">
          <p:contentPart p14:bwMode="auto" r:id="rId11">
            <p14:nvContentPartPr>
              <p14:cNvPr id="1049212" name=""/>
              <p14:cNvContentPartPr/>
              <p14:nvPr/>
            </p14:nvContentPartPr>
            <p14:xfrm>
              <a:off x="11413543" y="2325277"/>
              <a:ext cx="82262" cy="84131"/>
            </p14:xfrm>
          </p:contentPart>
        </mc:Choice>
        <mc:Fallback>
          <p:sp>
            <p:nvSpPr>
              <p:cNvPr id="1049212" name=""/>
              <p:cNvSpPr/>
              <p:nvPr/>
            </p:nvSpPr>
            <p:spPr>
              <a:xfrm>
                <a:off x="11413543" y="2325277"/>
                <a:ext cx="82262" cy="84131"/>
              </a:xfrm>
            </p:spPr>
          </p:sp>
        </mc:Fallback>
      </mc:AlternateContent>
      <mc:AlternateContent xmlns:mc="http://schemas.openxmlformats.org/markup-compatibility/2006">
        <mc:Choice xmlns:p14="http://schemas.microsoft.com/office/powerpoint/2010/main" Requires="p14">
          <p:contentPart p14:bwMode="auto" r:id="rId12">
            <p14:nvContentPartPr>
              <p14:cNvPr id="1049213" name=""/>
              <p14:cNvContentPartPr/>
              <p14:nvPr/>
            </p14:nvContentPartPr>
            <p14:xfrm>
              <a:off x="8861150" y="2074528"/>
              <a:ext cx="580464" cy="482436"/>
            </p14:xfrm>
          </p:contentPart>
        </mc:Choice>
        <mc:Fallback>
          <p:sp>
            <p:nvSpPr>
              <p:cNvPr id="1049213" name=""/>
              <p:cNvSpPr/>
              <p:nvPr/>
            </p:nvSpPr>
            <p:spPr>
              <a:xfrm>
                <a:off x="8861150" y="2074528"/>
                <a:ext cx="580464" cy="482436"/>
              </a:xfrm>
            </p:spPr>
          </p:sp>
        </mc:Fallback>
      </mc:AlternateContent>
      <mc:AlternateContent xmlns:mc="http://schemas.openxmlformats.org/markup-compatibility/2006">
        <mc:Choice xmlns:p14="http://schemas.microsoft.com/office/powerpoint/2010/main" Requires="p14">
          <p:contentPart p14:bwMode="auto" r:id="rId13">
            <p14:nvContentPartPr>
              <p14:cNvPr id="1049214" name=""/>
              <p14:cNvContentPartPr/>
              <p14:nvPr/>
            </p14:nvContentPartPr>
            <p14:xfrm>
              <a:off x="8971784" y="2621955"/>
              <a:ext cx="211261" cy="237226"/>
            </p14:xfrm>
          </p:contentPart>
        </mc:Choice>
        <mc:Fallback>
          <p:sp>
            <p:nvSpPr>
              <p:cNvPr id="1049214" name=""/>
              <p:cNvSpPr/>
              <p:nvPr/>
            </p:nvSpPr>
            <p:spPr>
              <a:xfrm>
                <a:off x="8971784" y="2621955"/>
                <a:ext cx="211261" cy="237226"/>
              </a:xfrm>
            </p:spPr>
          </p:sp>
        </mc:Fallback>
      </mc:AlternateContent>
      <mc:AlternateContent xmlns:mc="http://schemas.openxmlformats.org/markup-compatibility/2006">
        <mc:Choice xmlns:p14="http://schemas.microsoft.com/office/powerpoint/2010/main" Requires="p14">
          <p:contentPart p14:bwMode="auto" r:id="rId14">
            <p14:nvContentPartPr>
              <p14:cNvPr id="1049215" name=""/>
              <p14:cNvContentPartPr/>
              <p14:nvPr/>
            </p14:nvContentPartPr>
            <p14:xfrm>
              <a:off x="8179802" y="5304141"/>
              <a:ext cx="19570" cy="4865"/>
            </p14:xfrm>
          </p:contentPart>
        </mc:Choice>
        <mc:Fallback>
          <p:sp>
            <p:nvSpPr>
              <p:cNvPr id="1049215" name=""/>
              <p:cNvSpPr/>
              <p:nvPr/>
            </p:nvSpPr>
            <p:spPr>
              <a:xfrm>
                <a:off x="8179802" y="5304141"/>
                <a:ext cx="19570" cy="4865"/>
              </a:xfrm>
            </p:spPr>
          </p:sp>
        </mc:Fallback>
      </mc:AlternateContent>
      <mc:AlternateContent xmlns:mc="http://schemas.openxmlformats.org/markup-compatibility/2006">
        <mc:Choice xmlns:p14="http://schemas.microsoft.com/office/powerpoint/2010/main" Requires="p14">
          <p:contentPart p14:bwMode="auto" r:id="rId15">
            <p14:nvContentPartPr>
              <p14:cNvPr id="1049216" name=""/>
              <p14:cNvContentPartPr/>
              <p14:nvPr/>
            </p14:nvContentPartPr>
            <p14:xfrm>
              <a:off x="0" y="0"/>
              <a:ext cx="0" cy="0"/>
            </p14:xfrm>
          </p:contentPart>
        </mc:Choice>
        <mc:Fallback>
          <p:sp>
            <p:nvSpPr>
              <p:cNvPr id="1049216"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6">
            <p14:nvContentPartPr>
              <p14:cNvPr id="1049217" name=""/>
              <p14:cNvContentPartPr/>
              <p14:nvPr/>
            </p14:nvContentPartPr>
            <p14:xfrm>
              <a:off x="0" y="0"/>
              <a:ext cx="0" cy="0"/>
            </p14:xfrm>
          </p:contentPart>
        </mc:Choice>
        <mc:Fallback>
          <p:sp>
            <p:nvSpPr>
              <p:cNvPr id="1049217"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7">
            <p14:nvContentPartPr>
              <p14:cNvPr id="1049218" name=""/>
              <p14:cNvContentPartPr/>
              <p14:nvPr/>
            </p14:nvContentPartPr>
            <p14:xfrm>
              <a:off x="0" y="0"/>
              <a:ext cx="0" cy="0"/>
            </p14:xfrm>
          </p:contentPart>
        </mc:Choice>
        <mc:Fallback>
          <p:sp>
            <p:nvSpPr>
              <p:cNvPr id="1049218"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8">
            <p14:nvContentPartPr>
              <p14:cNvPr id="1049219" name=""/>
              <p14:cNvContentPartPr/>
              <p14:nvPr/>
            </p14:nvContentPartPr>
            <p14:xfrm>
              <a:off x="7340886" y="1979013"/>
              <a:ext cx="566432" cy="609091"/>
            </p14:xfrm>
          </p:contentPart>
        </mc:Choice>
        <mc:Fallback>
          <p:sp>
            <p:nvSpPr>
              <p:cNvPr id="1049219" name=""/>
              <p:cNvSpPr/>
              <p:nvPr/>
            </p:nvSpPr>
            <p:spPr>
              <a:xfrm>
                <a:off x="7340886" y="1979013"/>
                <a:ext cx="566432" cy="609091"/>
              </a:xfrm>
            </p:spPr>
          </p:sp>
        </mc:Fallback>
      </mc:AlternateContent>
      <mc:AlternateContent xmlns:mc="http://schemas.openxmlformats.org/markup-compatibility/2006">
        <mc:Choice xmlns:p14="http://schemas.microsoft.com/office/powerpoint/2010/main" Requires="p14">
          <p:contentPart p14:bwMode="auto" r:id="rId19">
            <p14:nvContentPartPr>
              <p14:cNvPr id="1049220" name=""/>
              <p14:cNvContentPartPr/>
              <p14:nvPr/>
            </p14:nvContentPartPr>
            <p14:xfrm>
              <a:off x="7519574" y="2640029"/>
              <a:ext cx="280476" cy="179680"/>
            </p14:xfrm>
          </p:contentPart>
        </mc:Choice>
        <mc:Fallback>
          <p:sp>
            <p:nvSpPr>
              <p:cNvPr id="1049220" name=""/>
              <p:cNvSpPr/>
              <p:nvPr/>
            </p:nvSpPr>
            <p:spPr>
              <a:xfrm>
                <a:off x="7519574" y="2640029"/>
                <a:ext cx="280476" cy="179680"/>
              </a:xfrm>
            </p:spPr>
          </p:sp>
        </mc:Fallback>
      </mc:AlternateContent>
      <mc:AlternateContent xmlns:mc="http://schemas.openxmlformats.org/markup-compatibility/2006">
        <mc:Choice xmlns:p14="http://schemas.microsoft.com/office/powerpoint/2010/main" Requires="p14">
          <p:contentPart p14:bwMode="auto" r:id="rId20">
            <p14:nvContentPartPr>
              <p14:cNvPr id="1049221" name=""/>
              <p14:cNvContentPartPr/>
              <p14:nvPr/>
            </p14:nvContentPartPr>
            <p14:xfrm>
              <a:off x="6588622" y="2038399"/>
              <a:ext cx="569951" cy="651649"/>
            </p14:xfrm>
          </p:contentPart>
        </mc:Choice>
        <mc:Fallback>
          <p:sp>
            <p:nvSpPr>
              <p:cNvPr id="1049221" name=""/>
              <p:cNvSpPr/>
              <p:nvPr/>
            </p:nvSpPr>
            <p:spPr>
              <a:xfrm>
                <a:off x="6588622" y="2038399"/>
                <a:ext cx="569951" cy="651649"/>
              </a:xfrm>
            </p:spPr>
          </p:sp>
        </mc:Fallback>
      </mc:AlternateContent>
      <mc:AlternateContent xmlns:mc="http://schemas.openxmlformats.org/markup-compatibility/2006">
        <mc:Choice xmlns:p14="http://schemas.microsoft.com/office/powerpoint/2010/main" Requires="p14">
          <p:contentPart p14:bwMode="auto" r:id="rId21">
            <p14:nvContentPartPr>
              <p14:cNvPr id="1049222" name=""/>
              <p14:cNvContentPartPr/>
              <p14:nvPr/>
            </p14:nvContentPartPr>
            <p14:xfrm>
              <a:off x="6835378" y="1768964"/>
              <a:ext cx="785" cy="181146"/>
            </p14:xfrm>
          </p:contentPart>
        </mc:Choice>
        <mc:Fallback>
          <p:sp>
            <p:nvSpPr>
              <p:cNvPr id="1049222" name=""/>
              <p:cNvSpPr/>
              <p:nvPr/>
            </p:nvSpPr>
            <p:spPr>
              <a:xfrm>
                <a:off x="6835378" y="1768964"/>
                <a:ext cx="785" cy="181146"/>
              </a:xfrm>
            </p:spPr>
          </p:sp>
        </mc:Fallback>
      </mc:AlternateContent>
      <mc:AlternateContent xmlns:mc="http://schemas.openxmlformats.org/markup-compatibility/2006">
        <mc:Choice xmlns:p14="http://schemas.microsoft.com/office/powerpoint/2010/main" Requires="p14">
          <p:contentPart p14:bwMode="auto" r:id="rId22">
            <p14:nvContentPartPr>
              <p14:cNvPr id="1049223" name=""/>
              <p14:cNvContentPartPr/>
              <p14:nvPr/>
            </p14:nvContentPartPr>
            <p14:xfrm>
              <a:off x="0" y="0"/>
              <a:ext cx="0" cy="0"/>
            </p14:xfrm>
          </p:contentPart>
        </mc:Choice>
        <mc:Fallback>
          <p:sp>
            <p:nvSpPr>
              <p:cNvPr id="1049223"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23">
            <p14:nvContentPartPr>
              <p14:cNvPr id="1049224" name=""/>
              <p14:cNvContentPartPr/>
              <p14:nvPr/>
            </p14:nvContentPartPr>
            <p14:xfrm>
              <a:off x="9276557" y="4930499"/>
              <a:ext cx="4831" cy="14886"/>
            </p14:xfrm>
          </p:contentPart>
        </mc:Choice>
        <mc:Fallback>
          <p:sp>
            <p:nvSpPr>
              <p:cNvPr id="1049224" name=""/>
              <p:cNvSpPr/>
              <p:nvPr/>
            </p:nvSpPr>
            <p:spPr>
              <a:xfrm>
                <a:off x="9276557" y="4930499"/>
                <a:ext cx="4831" cy="14886"/>
              </a:xfrm>
            </p:spPr>
          </p:sp>
        </mc:Fallback>
      </mc:AlternateContent>
      <mc:AlternateContent xmlns:mc="http://schemas.openxmlformats.org/markup-compatibility/2006">
        <mc:Choice xmlns:p14="http://schemas.microsoft.com/office/powerpoint/2010/main" Requires="p14">
          <p:contentPart p14:bwMode="auto" r:id="rId24">
            <p14:nvContentPartPr>
              <p14:cNvPr id="1049225" name=""/>
              <p14:cNvContentPartPr/>
              <p14:nvPr/>
            </p14:nvContentPartPr>
            <p14:xfrm>
              <a:off x="8196690" y="4451102"/>
              <a:ext cx="3181345" cy="879247"/>
            </p14:xfrm>
          </p:contentPart>
        </mc:Choice>
        <mc:Fallback>
          <p:sp>
            <p:nvSpPr>
              <p:cNvPr id="1049225" name=""/>
              <p:cNvSpPr/>
              <p:nvPr/>
            </p:nvSpPr>
            <p:spPr>
              <a:xfrm>
                <a:off x="8196690" y="4451102"/>
                <a:ext cx="3181345" cy="879247"/>
              </a:xfrm>
            </p:spPr>
          </p:sp>
        </mc:Fallback>
      </mc:AlternateContent>
      <mc:AlternateContent xmlns:mc="http://schemas.openxmlformats.org/markup-compatibility/2006">
        <mc:Choice xmlns:p14="http://schemas.microsoft.com/office/powerpoint/2010/main" Requires="p14">
          <p:contentPart p14:bwMode="auto" r:id="rId25">
            <p14:nvContentPartPr>
              <p14:cNvPr id="1049226" name=""/>
              <p14:cNvContentPartPr/>
              <p14:nvPr/>
            </p14:nvContentPartPr>
            <p14:xfrm>
              <a:off x="2277403" y="2959289"/>
              <a:ext cx="203082" cy="24357"/>
            </p14:xfrm>
          </p:contentPart>
        </mc:Choice>
        <mc:Fallback>
          <p:sp>
            <p:nvSpPr>
              <p:cNvPr id="1049226" name=""/>
              <p:cNvSpPr/>
              <p:nvPr/>
            </p:nvSpPr>
            <p:spPr>
              <a:xfrm>
                <a:off x="2277403" y="2959289"/>
                <a:ext cx="203082" cy="24357"/>
              </a:xfrm>
            </p:spPr>
          </p:sp>
        </mc:Fallback>
      </mc:AlternateContent>
      <mc:AlternateContent xmlns:mc="http://schemas.openxmlformats.org/markup-compatibility/2006">
        <mc:Choice xmlns:p14="http://schemas.microsoft.com/office/powerpoint/2010/main" Requires="p14">
          <p:contentPart p14:bwMode="auto" r:id="rId26">
            <p14:nvContentPartPr>
              <p14:cNvPr id="1049227" name=""/>
              <p14:cNvContentPartPr/>
              <p14:nvPr/>
            </p14:nvContentPartPr>
            <p14:xfrm>
              <a:off x="2399682" y="2629195"/>
              <a:ext cx="131016" cy="46335"/>
            </p14:xfrm>
          </p:contentPart>
        </mc:Choice>
        <mc:Fallback>
          <p:sp>
            <p:nvSpPr>
              <p:cNvPr id="1049227" name=""/>
              <p:cNvSpPr/>
              <p:nvPr/>
            </p:nvSpPr>
            <p:spPr>
              <a:xfrm>
                <a:off x="2399682" y="2629195"/>
                <a:ext cx="131016" cy="46335"/>
              </a:xfrm>
            </p:spPr>
          </p:sp>
        </mc:Fallback>
      </mc:AlternateContent>
      <mc:AlternateContent xmlns:mc="http://schemas.openxmlformats.org/markup-compatibility/2006">
        <mc:Choice xmlns:p14="http://schemas.microsoft.com/office/powerpoint/2010/main" Requires="p14">
          <p:contentPart p14:bwMode="auto" r:id="rId27">
            <p14:nvContentPartPr>
              <p14:cNvPr id="1049228" name=""/>
              <p14:cNvContentPartPr/>
              <p14:nvPr/>
            </p14:nvContentPartPr>
            <p14:xfrm>
              <a:off x="0" y="0"/>
              <a:ext cx="0" cy="0"/>
            </p14:xfrm>
          </p:contentPart>
        </mc:Choice>
        <mc:Fallback>
          <p:sp>
            <p:nvSpPr>
              <p:cNvPr id="1049228"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28">
            <p14:nvContentPartPr>
              <p14:cNvPr id="1049229" name=""/>
              <p14:cNvContentPartPr/>
              <p14:nvPr/>
            </p14:nvContentPartPr>
            <p14:xfrm>
              <a:off x="9195251" y="2554720"/>
              <a:ext cx="24293" cy="23704"/>
            </p14:xfrm>
          </p:contentPart>
        </mc:Choice>
        <mc:Fallback>
          <p:sp>
            <p:nvSpPr>
              <p:cNvPr id="1049229" name=""/>
              <p:cNvSpPr/>
              <p:nvPr/>
            </p:nvSpPr>
            <p:spPr>
              <a:xfrm>
                <a:off x="9195251" y="2554720"/>
                <a:ext cx="24293" cy="23704"/>
              </a:xfrm>
            </p:spPr>
          </p:sp>
        </mc:Fallback>
      </mc:AlternateContent>
      <mc:AlternateContent xmlns:mc="http://schemas.openxmlformats.org/markup-compatibility/2006">
        <mc:Choice xmlns:p14="http://schemas.microsoft.com/office/powerpoint/2010/main" Requires="p14">
          <p:contentPart p14:bwMode="auto" r:id="rId29">
            <p14:nvContentPartPr>
              <p14:cNvPr id="1049230" name=""/>
              <p14:cNvContentPartPr/>
              <p14:nvPr/>
            </p14:nvContentPartPr>
            <p14:xfrm>
              <a:off x="9230725" y="2526466"/>
              <a:ext cx="3834" cy="18986"/>
            </p14:xfrm>
          </p:contentPart>
        </mc:Choice>
        <mc:Fallback>
          <p:sp>
            <p:nvSpPr>
              <p:cNvPr id="1049230" name=""/>
              <p:cNvSpPr/>
              <p:nvPr/>
            </p:nvSpPr>
            <p:spPr>
              <a:xfrm>
                <a:off x="9230725" y="2526466"/>
                <a:ext cx="3834" cy="18986"/>
              </a:xfrm>
            </p:spPr>
          </p:sp>
        </mc:Fallback>
      </mc:AlternateContent>
      <mc:AlternateContent xmlns:mc="http://schemas.openxmlformats.org/markup-compatibility/2006">
        <mc:Choice xmlns:p14="http://schemas.microsoft.com/office/powerpoint/2010/main" Requires="p14">
          <p:contentPart p14:bwMode="auto" r:id="rId30">
            <p14:nvContentPartPr>
              <p14:cNvPr id="1049231" name=""/>
              <p14:cNvContentPartPr/>
              <p14:nvPr/>
            </p14:nvContentPartPr>
            <p14:xfrm>
              <a:off x="9097790" y="2408578"/>
              <a:ext cx="37326" cy="46635"/>
            </p14:xfrm>
          </p:contentPart>
        </mc:Choice>
        <mc:Fallback>
          <p:sp>
            <p:nvSpPr>
              <p:cNvPr id="1049231" name=""/>
              <p:cNvSpPr/>
              <p:nvPr/>
            </p:nvSpPr>
            <p:spPr>
              <a:xfrm>
                <a:off x="9097790" y="2408578"/>
                <a:ext cx="37326" cy="46635"/>
              </a:xfrm>
            </p:spPr>
          </p:sp>
        </mc:Fallback>
      </mc:AlternateContent>
      <mc:AlternateContent xmlns:mc="http://schemas.openxmlformats.org/markup-compatibility/2006">
        <mc:Choice xmlns:p14="http://schemas.microsoft.com/office/powerpoint/2010/main" Requires="p14">
          <p:contentPart p14:bwMode="auto" r:id="rId31">
            <p14:nvContentPartPr>
              <p14:cNvPr id="1049232" name=""/>
              <p14:cNvContentPartPr/>
              <p14:nvPr/>
            </p14:nvContentPartPr>
            <p14:xfrm>
              <a:off x="9534330" y="2355348"/>
              <a:ext cx="66044" cy="47628"/>
            </p14:xfrm>
          </p:contentPart>
        </mc:Choice>
        <mc:Fallback>
          <p:sp>
            <p:nvSpPr>
              <p:cNvPr id="1049232" name=""/>
              <p:cNvSpPr/>
              <p:nvPr/>
            </p:nvSpPr>
            <p:spPr>
              <a:xfrm>
                <a:off x="9534330" y="2355348"/>
                <a:ext cx="66044" cy="47628"/>
              </a:xfrm>
            </p:spPr>
          </p:sp>
        </mc:Fallback>
      </mc:AlternateContent>
      <mc:AlternateContent xmlns:mc="http://schemas.openxmlformats.org/markup-compatibility/2006">
        <mc:Choice xmlns:p14="http://schemas.microsoft.com/office/powerpoint/2010/main" Requires="p14">
          <p:contentPart p14:bwMode="auto" r:id="rId32">
            <p14:nvContentPartPr>
              <p14:cNvPr id="1049233" name=""/>
              <p14:cNvContentPartPr/>
              <p14:nvPr/>
            </p14:nvContentPartPr>
            <p14:xfrm>
              <a:off x="0" y="0"/>
              <a:ext cx="0" cy="0"/>
            </p14:xfrm>
          </p:contentPart>
        </mc:Choice>
        <mc:Fallback>
          <p:sp>
            <p:nvSpPr>
              <p:cNvPr id="1049233"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33">
            <p14:nvContentPartPr>
              <p14:cNvPr id="1049234" name=""/>
              <p14:cNvContentPartPr/>
              <p14:nvPr/>
            </p14:nvContentPartPr>
            <p14:xfrm>
              <a:off x="9265673" y="2312464"/>
              <a:ext cx="348577" cy="164924"/>
            </p14:xfrm>
          </p:contentPart>
        </mc:Choice>
        <mc:Fallback>
          <p:sp>
            <p:nvSpPr>
              <p:cNvPr id="1049234" name=""/>
              <p:cNvSpPr/>
              <p:nvPr/>
            </p:nvSpPr>
            <p:spPr>
              <a:xfrm>
                <a:off x="9265673" y="2312464"/>
                <a:ext cx="348577" cy="164924"/>
              </a:xfrm>
            </p:spPr>
          </p:sp>
        </mc:Fallback>
      </mc:AlternateContent>
      <mc:AlternateContent xmlns:mc="http://schemas.openxmlformats.org/markup-compatibility/2006">
        <mc:Choice xmlns:p14="http://schemas.microsoft.com/office/powerpoint/2010/main" Requires="p14">
          <p:contentPart p14:bwMode="auto" r:id="rId34">
            <p14:nvContentPartPr>
              <p14:cNvPr id="1049235" name=""/>
              <p14:cNvContentPartPr/>
              <p14:nvPr/>
            </p14:nvContentPartPr>
            <p14:xfrm>
              <a:off x="9161826" y="2147419"/>
              <a:ext cx="425702" cy="419042"/>
            </p14:xfrm>
          </p:contentPart>
        </mc:Choice>
        <mc:Fallback>
          <p:sp>
            <p:nvSpPr>
              <p:cNvPr id="1049235" name=""/>
              <p:cNvSpPr/>
              <p:nvPr/>
            </p:nvSpPr>
            <p:spPr>
              <a:xfrm>
                <a:off x="9161826" y="2147419"/>
                <a:ext cx="425702" cy="419042"/>
              </a:xfrm>
            </p:spPr>
          </p:sp>
        </mc:Fallback>
      </mc:AlternateContent>
      <mc:AlternateContent xmlns:mc="http://schemas.openxmlformats.org/markup-compatibility/2006">
        <mc:Choice xmlns:p14="http://schemas.microsoft.com/office/powerpoint/2010/main" Requires="p14">
          <p:contentPart p14:bwMode="auto" r:id="rId35">
            <p14:nvContentPartPr>
              <p14:cNvPr id="1049236" name=""/>
              <p14:cNvContentPartPr/>
              <p14:nvPr/>
            </p14:nvContentPartPr>
            <p14:xfrm>
              <a:off x="9214569" y="2409323"/>
              <a:ext cx="15290" cy="4857"/>
            </p14:xfrm>
          </p:contentPart>
        </mc:Choice>
        <mc:Fallback>
          <p:sp>
            <p:nvSpPr>
              <p:cNvPr id="1049236" name=""/>
              <p:cNvSpPr/>
              <p:nvPr/>
            </p:nvSpPr>
            <p:spPr>
              <a:xfrm>
                <a:off x="9214569" y="2409323"/>
                <a:ext cx="15290" cy="4857"/>
              </a:xfrm>
            </p:spPr>
          </p:sp>
        </mc:Fallback>
      </mc:AlternateContent>
      <mc:AlternateContent xmlns:mc="http://schemas.openxmlformats.org/markup-compatibility/2006">
        <mc:Choice xmlns:p14="http://schemas.microsoft.com/office/powerpoint/2010/main" Requires="p14">
          <p:contentPart p14:bwMode="auto" r:id="rId36">
            <p14:nvContentPartPr>
              <p14:cNvPr id="1049237" name=""/>
              <p14:cNvContentPartPr/>
              <p14:nvPr/>
            </p14:nvContentPartPr>
            <p14:xfrm>
              <a:off x="0" y="0"/>
              <a:ext cx="0" cy="0"/>
            </p14:xfrm>
          </p:contentPart>
        </mc:Choice>
        <mc:Fallback>
          <p:sp>
            <p:nvSpPr>
              <p:cNvPr id="1049237"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37">
            <p14:nvContentPartPr>
              <p14:cNvPr id="1049238" name=""/>
              <p14:cNvContentPartPr/>
              <p14:nvPr/>
            </p14:nvContentPartPr>
            <p14:xfrm>
              <a:off x="3484513" y="2695124"/>
              <a:ext cx="936553" cy="93666"/>
            </p14:xfrm>
          </p:contentPart>
        </mc:Choice>
        <mc:Fallback>
          <p:sp>
            <p:nvSpPr>
              <p:cNvPr id="1049238" name=""/>
              <p:cNvSpPr/>
              <p:nvPr/>
            </p:nvSpPr>
            <p:spPr>
              <a:xfrm>
                <a:off x="3484513" y="2695124"/>
                <a:ext cx="936553" cy="93666"/>
              </a:xfrm>
            </p:spPr>
          </p:sp>
        </mc:Fallback>
      </mc:AlternateContent>
      <mc:AlternateContent xmlns:mc="http://schemas.openxmlformats.org/markup-compatibility/2006">
        <mc:Choice xmlns:p14="http://schemas.microsoft.com/office/powerpoint/2010/main" Requires="p14">
          <p:contentPart p14:bwMode="auto" r:id="rId38">
            <p14:nvContentPartPr>
              <p14:cNvPr id="1049239" name=""/>
              <p14:cNvContentPartPr/>
              <p14:nvPr/>
            </p14:nvContentPartPr>
            <p14:xfrm>
              <a:off x="4219466" y="2585489"/>
              <a:ext cx="241685" cy="6740"/>
            </p14:xfrm>
          </p:contentPart>
        </mc:Choice>
        <mc:Fallback>
          <p:sp>
            <p:nvSpPr>
              <p:cNvPr id="1049239" name=""/>
              <p:cNvSpPr/>
              <p:nvPr/>
            </p:nvSpPr>
            <p:spPr>
              <a:xfrm>
                <a:off x="4219466" y="2585489"/>
                <a:ext cx="241685" cy="6740"/>
              </a:xfrm>
            </p:spPr>
          </p:sp>
        </mc:Fallback>
      </mc:AlternateContent>
      <mc:AlternateContent xmlns:mc="http://schemas.openxmlformats.org/markup-compatibility/2006">
        <mc:Choice xmlns:p14="http://schemas.microsoft.com/office/powerpoint/2010/main" Requires="p14">
          <p:contentPart p14:bwMode="auto" r:id="rId39">
            <p14:nvContentPartPr>
              <p14:cNvPr id="1049240" name=""/>
              <p14:cNvContentPartPr/>
              <p14:nvPr/>
            </p14:nvContentPartPr>
            <p14:xfrm>
              <a:off x="4606279" y="2495537"/>
              <a:ext cx="223260" cy="212782"/>
            </p14:xfrm>
          </p:contentPart>
        </mc:Choice>
        <mc:Fallback>
          <p:sp>
            <p:nvSpPr>
              <p:cNvPr id="1049240" name=""/>
              <p:cNvSpPr/>
              <p:nvPr/>
            </p:nvSpPr>
            <p:spPr>
              <a:xfrm>
                <a:off x="4606279" y="2495537"/>
                <a:ext cx="223260" cy="212782"/>
              </a:xfrm>
            </p:spPr>
          </p:sp>
        </mc:Fallback>
      </mc:AlternateContent>
      <mc:AlternateContent xmlns:mc="http://schemas.openxmlformats.org/markup-compatibility/2006">
        <mc:Choice xmlns:p14="http://schemas.microsoft.com/office/powerpoint/2010/main" Requires="p14">
          <p:contentPart p14:bwMode="auto" r:id="rId40">
            <p14:nvContentPartPr>
              <p14:cNvPr id="1049241" name=""/>
              <p14:cNvContentPartPr/>
              <p14:nvPr/>
            </p14:nvContentPartPr>
            <p14:xfrm>
              <a:off x="4176598" y="2879378"/>
              <a:ext cx="189805" cy="11468"/>
            </p14:xfrm>
          </p:contentPart>
        </mc:Choice>
        <mc:Fallback>
          <p:sp>
            <p:nvSpPr>
              <p:cNvPr id="1049241" name=""/>
              <p:cNvSpPr/>
              <p:nvPr/>
            </p:nvSpPr>
            <p:spPr>
              <a:xfrm>
                <a:off x="4176598" y="2879378"/>
                <a:ext cx="189805" cy="11468"/>
              </a:xfrm>
            </p:spPr>
          </p:sp>
        </mc:Fallback>
      </mc:AlternateContent>
      <mc:AlternateContent xmlns:mc="http://schemas.openxmlformats.org/markup-compatibility/2006">
        <mc:Choice xmlns:p14="http://schemas.microsoft.com/office/powerpoint/2010/main" Requires="p14">
          <p:contentPart p14:bwMode="auto" r:id="rId41">
            <p14:nvContentPartPr>
              <p14:cNvPr id="1049242" name=""/>
              <p14:cNvContentPartPr/>
              <p14:nvPr/>
            </p14:nvContentPartPr>
            <p14:xfrm>
              <a:off x="4598598" y="2799264"/>
              <a:ext cx="228711" cy="180587"/>
            </p14:xfrm>
          </p:contentPart>
        </mc:Choice>
        <mc:Fallback>
          <p:sp>
            <p:nvSpPr>
              <p:cNvPr id="1049242" name=""/>
              <p:cNvSpPr/>
              <p:nvPr/>
            </p:nvSpPr>
            <p:spPr>
              <a:xfrm>
                <a:off x="4598598" y="2799264"/>
                <a:ext cx="228711" cy="180587"/>
              </a:xfrm>
            </p:spPr>
          </p:sp>
        </mc:Fallback>
      </mc:AlternateContent>
      <mc:AlternateContent xmlns:mc="http://schemas.openxmlformats.org/markup-compatibility/2006">
        <mc:Choice xmlns:p14="http://schemas.microsoft.com/office/powerpoint/2010/main" Requires="p14">
          <p:contentPart p14:bwMode="auto" r:id="rId42">
            <p14:nvContentPartPr>
              <p14:cNvPr id="1049243" name=""/>
              <p14:cNvContentPartPr/>
              <p14:nvPr/>
            </p14:nvContentPartPr>
            <p14:xfrm>
              <a:off x="1711472" y="3075472"/>
              <a:ext cx="679537" cy="1367484"/>
            </p14:xfrm>
          </p:contentPart>
        </mc:Choice>
        <mc:Fallback>
          <p:sp>
            <p:nvSpPr>
              <p:cNvPr id="1049243" name=""/>
              <p:cNvSpPr/>
              <p:nvPr/>
            </p:nvSpPr>
            <p:spPr>
              <a:xfrm>
                <a:off x="1711472" y="3075472"/>
                <a:ext cx="679537" cy="1367484"/>
              </a:xfrm>
            </p:spPr>
          </p:sp>
        </mc:Fallback>
      </mc:AlternateContent>
      <mc:AlternateContent xmlns:mc="http://schemas.openxmlformats.org/markup-compatibility/2006">
        <mc:Choice xmlns:p14="http://schemas.microsoft.com/office/powerpoint/2010/main" Requires="p14">
          <p:contentPart p14:bwMode="auto" r:id="rId43">
            <p14:nvContentPartPr>
              <p14:cNvPr id="1049244" name=""/>
              <p14:cNvContentPartPr/>
              <p14:nvPr/>
            </p14:nvContentPartPr>
            <p14:xfrm>
              <a:off x="2361419" y="4433640"/>
              <a:ext cx="1200616" cy="570865"/>
            </p14:xfrm>
          </p:contentPart>
        </mc:Choice>
        <mc:Fallback>
          <p:sp>
            <p:nvSpPr>
              <p:cNvPr id="1049244" name=""/>
              <p:cNvSpPr/>
              <p:nvPr/>
            </p:nvSpPr>
            <p:spPr>
              <a:xfrm>
                <a:off x="2361419" y="4433640"/>
                <a:ext cx="1200616" cy="570865"/>
              </a:xfrm>
            </p:spPr>
          </p:sp>
        </mc:Fallback>
      </mc:AlternateContent>
      <mc:AlternateContent xmlns:mc="http://schemas.openxmlformats.org/markup-compatibility/2006">
        <mc:Choice xmlns:p14="http://schemas.microsoft.com/office/powerpoint/2010/main" Requires="p14">
          <p:contentPart p14:bwMode="auto" r:id="rId44">
            <p14:nvContentPartPr>
              <p14:cNvPr id="1049245" name=""/>
              <p14:cNvContentPartPr/>
              <p14:nvPr/>
            </p14:nvContentPartPr>
            <p14:xfrm>
              <a:off x="2868033" y="5665836"/>
              <a:ext cx="304342" cy="209013"/>
            </p14:xfrm>
          </p:contentPart>
        </mc:Choice>
        <mc:Fallback>
          <p:sp>
            <p:nvSpPr>
              <p:cNvPr id="1049245" name=""/>
              <p:cNvSpPr/>
              <p:nvPr/>
            </p:nvSpPr>
            <p:spPr>
              <a:xfrm>
                <a:off x="2868033" y="5665836"/>
                <a:ext cx="304342" cy="209013"/>
              </a:xfrm>
            </p:spPr>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616" name="Title 1"/>
          <p:cNvSpPr>
            <a:spLocks noGrp="1"/>
          </p:cNvSpPr>
          <p:nvPr>
            <p:ph type="title"/>
          </p:nvPr>
        </p:nvSpPr>
        <p:spPr>
          <a:xfrm>
            <a:off x="365589" y="303481"/>
            <a:ext cx="10515600" cy="734210"/>
          </a:xfrm>
        </p:spPr>
        <p:txBody>
          <a:bodyPr/>
          <a:p>
            <a:r>
              <a:rPr b="1" dirty="0" lang="en-US"/>
              <a:t>Signal Flow Graph</a:t>
            </a:r>
            <a:endParaRPr dirty="0" lang="en-US"/>
          </a:p>
        </p:txBody>
      </p:sp>
      <p:sp>
        <p:nvSpPr>
          <p:cNvPr id="1048617" name="TextBox 3"/>
          <p:cNvSpPr txBox="1"/>
          <p:nvPr/>
        </p:nvSpPr>
        <p:spPr>
          <a:xfrm>
            <a:off x="365589" y="1037691"/>
            <a:ext cx="8766425" cy="400110"/>
          </a:xfrm>
          <a:prstGeom prst="rect"/>
          <a:noFill/>
        </p:spPr>
        <p:txBody>
          <a:bodyPr wrap="square">
            <a:spAutoFit/>
          </a:bodyPr>
          <a:p>
            <a:r>
              <a:rPr dirty="0" sz="2000" lang="en-US">
                <a:latin typeface="Times New Roman" panose="02020603050405020304" pitchFamily="18" charset="0"/>
                <a:cs typeface="Times New Roman" panose="02020603050405020304" pitchFamily="18" charset="0"/>
              </a:rPr>
              <a:t>Draw the SFG and determine C/R for the block diagram shown in figure.</a:t>
            </a:r>
          </a:p>
        </p:txBody>
      </p:sp>
      <p:pic>
        <p:nvPicPr>
          <p:cNvPr id="2097164" name="Picture 2"/>
          <p:cNvPicPr>
            <a:picLocks noChangeAspect="1"/>
          </p:cNvPicPr>
          <p:nvPr/>
        </p:nvPicPr>
        <p:blipFill>
          <a:blip xmlns:r="http://schemas.openxmlformats.org/officeDocument/2006/relationships" r:embed="rId1"/>
          <a:stretch>
            <a:fillRect/>
          </a:stretch>
        </p:blipFill>
        <p:spPr>
          <a:xfrm>
            <a:off x="365589" y="1592290"/>
            <a:ext cx="6364144" cy="1836710"/>
          </a:xfrm>
          <a:prstGeom prst="rect"/>
        </p:spPr>
      </p:pic>
      <p:pic>
        <p:nvPicPr>
          <p:cNvPr id="2097165" name="Picture 4"/>
          <p:cNvPicPr>
            <a:picLocks noChangeAspect="1"/>
          </p:cNvPicPr>
          <p:nvPr/>
        </p:nvPicPr>
        <p:blipFill>
          <a:blip xmlns:r="http://schemas.openxmlformats.org/officeDocument/2006/relationships" r:embed="rId2"/>
          <a:stretch>
            <a:fillRect/>
          </a:stretch>
        </p:blipFill>
        <p:spPr>
          <a:xfrm>
            <a:off x="4312276" y="3938853"/>
            <a:ext cx="6568913" cy="2266738"/>
          </a:xfrm>
          <a:prstGeom prst="rect"/>
        </p:spPr>
      </p:pic>
      <mc:AlternateContent xmlns:mc="http://schemas.openxmlformats.org/markup-compatibility/2006">
        <mc:Choice xmlns:p14="http://schemas.microsoft.com/office/powerpoint/2010/main" Requires="p14">
          <p:contentPart p14:bwMode="auto" r:id="rId3">
            <p14:nvContentPartPr>
              <p14:cNvPr id="1049246" name=""/>
              <p14:cNvContentPartPr/>
              <p14:nvPr/>
            </p14:nvContentPartPr>
            <p14:xfrm>
              <a:off x="570033" y="3169977"/>
              <a:ext cx="37802" cy="17543"/>
            </p14:xfrm>
          </p:contentPart>
        </mc:Choice>
        <mc:Fallback>
          <p:sp>
            <p:nvSpPr>
              <p:cNvPr id="1049246" name=""/>
              <p:cNvSpPr/>
              <p:nvPr/>
            </p:nvSpPr>
            <p:spPr>
              <a:xfrm>
                <a:off x="570033" y="3169977"/>
                <a:ext cx="37802" cy="17543"/>
              </a:xfrm>
            </p:spPr>
          </p:sp>
        </mc:Fallback>
      </mc:AlternateContent>
      <mc:AlternateContent xmlns:mc="http://schemas.openxmlformats.org/markup-compatibility/2006">
        <mc:Choice xmlns:p14="http://schemas.microsoft.com/office/powerpoint/2010/main" Requires="p14">
          <p:contentPart p14:bwMode="auto" r:id="rId4">
            <p14:nvContentPartPr>
              <p14:cNvPr id="1049482" name=""/>
              <p14:cNvContentPartPr/>
              <p14:nvPr/>
            </p14:nvContentPartPr>
            <p14:xfrm>
              <a:off x="5094098" y="1997694"/>
              <a:ext cx="812843" cy="527182"/>
            </p14:xfrm>
          </p:contentPart>
        </mc:Choice>
        <mc:Fallback>
          <p:sp>
            <p:nvSpPr>
              <p:cNvPr id="1049482" name=""/>
              <p:cNvSpPr/>
              <p:nvPr/>
            </p:nvSpPr>
            <p:spPr>
              <a:xfrm>
                <a:off x="5094098" y="1997694"/>
                <a:ext cx="812843" cy="527182"/>
              </a:xfrm>
            </p:spPr>
          </p:sp>
        </mc:Fallback>
      </mc:AlternateContent>
      <mc:AlternateContent xmlns:mc="http://schemas.openxmlformats.org/markup-compatibility/2006">
        <mc:Choice xmlns:p14="http://schemas.microsoft.com/office/powerpoint/2010/main" Requires="p14">
          <p:contentPart p14:bwMode="auto" r:id="rId5">
            <p14:nvContentPartPr>
              <p14:cNvPr id="1049483" name=""/>
              <p14:cNvContentPartPr/>
              <p14:nvPr/>
            </p14:nvContentPartPr>
            <p14:xfrm>
              <a:off x="5296568" y="2588145"/>
              <a:ext cx="261230" cy="254497"/>
            </p14:xfrm>
          </p:contentPart>
        </mc:Choice>
        <mc:Fallback>
          <p:sp>
            <p:nvSpPr>
              <p:cNvPr id="1049483" name=""/>
              <p:cNvSpPr/>
              <p:nvPr/>
            </p:nvSpPr>
            <p:spPr>
              <a:xfrm>
                <a:off x="5296568" y="2588145"/>
                <a:ext cx="261230" cy="254497"/>
              </a:xfrm>
            </p:spPr>
          </p:sp>
        </mc:Fallback>
      </mc:AlternateContent>
      <mc:AlternateContent xmlns:mc="http://schemas.openxmlformats.org/markup-compatibility/2006">
        <mc:Choice xmlns:p14="http://schemas.microsoft.com/office/powerpoint/2010/main" Requires="p14">
          <p:contentPart p14:bwMode="auto" r:id="rId6">
            <p14:nvContentPartPr>
              <p14:cNvPr id="1049484" name=""/>
              <p14:cNvContentPartPr/>
              <p14:nvPr/>
            </p14:nvContentPartPr>
            <p14:xfrm>
              <a:off x="4303114" y="2199855"/>
              <a:ext cx="122823" cy="127089"/>
            </p14:xfrm>
          </p:contentPart>
        </mc:Choice>
        <mc:Fallback>
          <p:sp>
            <p:nvSpPr>
              <p:cNvPr id="1049484" name=""/>
              <p:cNvSpPr/>
              <p:nvPr/>
            </p:nvSpPr>
            <p:spPr>
              <a:xfrm>
                <a:off x="4303114" y="2199855"/>
                <a:ext cx="122823" cy="127089"/>
              </a:xfrm>
            </p:spPr>
          </p:sp>
        </mc:Fallback>
      </mc:AlternateContent>
      <mc:AlternateContent xmlns:mc="http://schemas.openxmlformats.org/markup-compatibility/2006">
        <mc:Choice xmlns:p14="http://schemas.microsoft.com/office/powerpoint/2010/main" Requires="p14">
          <p:contentPart p14:bwMode="auto" r:id="rId7">
            <p14:nvContentPartPr>
              <p14:cNvPr id="1049485" name=""/>
              <p14:cNvContentPartPr/>
              <p14:nvPr/>
            </p14:nvContentPartPr>
            <p14:xfrm>
              <a:off x="4417044" y="2482594"/>
              <a:ext cx="147286" cy="111695"/>
            </p14:xfrm>
          </p:contentPart>
        </mc:Choice>
        <mc:Fallback>
          <p:sp>
            <p:nvSpPr>
              <p:cNvPr id="1049485" name=""/>
              <p:cNvSpPr/>
              <p:nvPr/>
            </p:nvSpPr>
            <p:spPr>
              <a:xfrm>
                <a:off x="4417044" y="2482594"/>
                <a:ext cx="147286" cy="111695"/>
              </a:xfrm>
            </p:spPr>
          </p:sp>
        </mc:Fallback>
      </mc:AlternateContent>
      <mc:AlternateContent xmlns:mc="http://schemas.openxmlformats.org/markup-compatibility/2006">
        <mc:Choice xmlns:p14="http://schemas.microsoft.com/office/powerpoint/2010/main" Requires="p14">
          <p:contentPart p14:bwMode="auto" r:id="rId8">
            <p14:nvContentPartPr>
              <p14:cNvPr id="1049486" name=""/>
              <p14:cNvContentPartPr/>
              <p14:nvPr/>
            </p14:nvContentPartPr>
            <p14:xfrm>
              <a:off x="4523767" y="2462291"/>
              <a:ext cx="68900" cy="265966"/>
            </p14:xfrm>
          </p:contentPart>
        </mc:Choice>
        <mc:Fallback>
          <p:sp>
            <p:nvSpPr>
              <p:cNvPr id="1049486" name=""/>
              <p:cNvSpPr/>
              <p:nvPr/>
            </p:nvSpPr>
            <p:spPr>
              <a:xfrm>
                <a:off x="4523767" y="2462291"/>
                <a:ext cx="68900" cy="265966"/>
              </a:xfrm>
            </p:spPr>
          </p:sp>
        </mc:Fallback>
      </mc:AlternateContent>
      <mc:AlternateContent xmlns:mc="http://schemas.openxmlformats.org/markup-compatibility/2006">
        <mc:Choice xmlns:p14="http://schemas.microsoft.com/office/powerpoint/2010/main" Requires="p14">
          <p:contentPart p14:bwMode="auto" r:id="rId9">
            <p14:nvContentPartPr>
              <p14:cNvPr id="1049487" name=""/>
              <p14:cNvContentPartPr/>
              <p14:nvPr/>
            </p14:nvContentPartPr>
            <p14:xfrm>
              <a:off x="2909024" y="2055364"/>
              <a:ext cx="532022" cy="442149"/>
            </p14:xfrm>
          </p:contentPart>
        </mc:Choice>
        <mc:Fallback>
          <p:sp>
            <p:nvSpPr>
              <p:cNvPr id="1049487" name=""/>
              <p:cNvSpPr/>
              <p:nvPr/>
            </p:nvSpPr>
            <p:spPr>
              <a:xfrm>
                <a:off x="2909024" y="2055364"/>
                <a:ext cx="532022" cy="442149"/>
              </a:xfrm>
            </p:spPr>
          </p:sp>
        </mc:Fallback>
      </mc:AlternateContent>
      <mc:AlternateContent xmlns:mc="http://schemas.openxmlformats.org/markup-compatibility/2006">
        <mc:Choice xmlns:p14="http://schemas.microsoft.com/office/powerpoint/2010/main" Requires="p14">
          <p:contentPart p14:bwMode="auto" r:id="rId10">
            <p14:nvContentPartPr>
              <p14:cNvPr id="1049488" name=""/>
              <p14:cNvContentPartPr/>
              <p14:nvPr/>
            </p14:nvContentPartPr>
            <p14:xfrm>
              <a:off x="3330746" y="2468707"/>
              <a:ext cx="251826" cy="261203"/>
            </p14:xfrm>
          </p:contentPart>
        </mc:Choice>
        <mc:Fallback>
          <p:sp>
            <p:nvSpPr>
              <p:cNvPr id="1049488" name=""/>
              <p:cNvSpPr/>
              <p:nvPr/>
            </p:nvSpPr>
            <p:spPr>
              <a:xfrm>
                <a:off x="3330746" y="2468707"/>
                <a:ext cx="251826" cy="261203"/>
              </a:xfrm>
            </p:spPr>
          </p:sp>
        </mc:Fallback>
      </mc:AlternateContent>
      <mc:AlternateContent xmlns:mc="http://schemas.openxmlformats.org/markup-compatibility/2006">
        <mc:Choice xmlns:p14="http://schemas.microsoft.com/office/powerpoint/2010/main" Requires="p14">
          <p:contentPart p14:bwMode="auto" r:id="rId11">
            <p14:nvContentPartPr>
              <p14:cNvPr id="1049489" name=""/>
              <p14:cNvContentPartPr/>
              <p14:nvPr/>
            </p14:nvContentPartPr>
            <p14:xfrm>
              <a:off x="1491725" y="2132450"/>
              <a:ext cx="384153" cy="497895"/>
            </p14:xfrm>
          </p:contentPart>
        </mc:Choice>
        <mc:Fallback>
          <p:sp>
            <p:nvSpPr>
              <p:cNvPr id="1049489" name=""/>
              <p:cNvSpPr/>
              <p:nvPr/>
            </p:nvSpPr>
            <p:spPr>
              <a:xfrm>
                <a:off x="1491725" y="2132450"/>
                <a:ext cx="384153" cy="497895"/>
              </a:xfrm>
            </p:spPr>
          </p:sp>
        </mc:Fallback>
      </mc:AlternateContent>
      <mc:AlternateContent xmlns:mc="http://schemas.openxmlformats.org/markup-compatibility/2006">
        <mc:Choice xmlns:p14="http://schemas.microsoft.com/office/powerpoint/2010/main" Requires="p14">
          <p:contentPart p14:bwMode="auto" r:id="rId12">
            <p14:nvContentPartPr>
              <p14:cNvPr id="1049490" name=""/>
              <p14:cNvContentPartPr/>
              <p14:nvPr/>
            </p14:nvContentPartPr>
            <p14:xfrm>
              <a:off x="1880632" y="2560801"/>
              <a:ext cx="366979" cy="193358"/>
            </p14:xfrm>
          </p:contentPart>
        </mc:Choice>
        <mc:Fallback>
          <p:sp>
            <p:nvSpPr>
              <p:cNvPr id="1049490" name=""/>
              <p:cNvSpPr/>
              <p:nvPr/>
            </p:nvSpPr>
            <p:spPr>
              <a:xfrm>
                <a:off x="1880632" y="2560801"/>
                <a:ext cx="366979" cy="193358"/>
              </a:xfrm>
            </p:spPr>
          </p:sp>
        </mc:Fallback>
      </mc:AlternateContent>
      <mc:AlternateContent xmlns:mc="http://schemas.openxmlformats.org/markup-compatibility/2006">
        <mc:Choice xmlns:p14="http://schemas.microsoft.com/office/powerpoint/2010/main" Requires="p14">
          <p:contentPart p14:bwMode="auto" r:id="rId13">
            <p14:nvContentPartPr>
              <p14:cNvPr id="1049491" name=""/>
              <p14:cNvContentPartPr/>
              <p14:nvPr/>
            </p14:nvContentPartPr>
            <p14:xfrm>
              <a:off x="1090839" y="2211020"/>
              <a:ext cx="281379" cy="418328"/>
            </p14:xfrm>
          </p:contentPart>
        </mc:Choice>
        <mc:Fallback>
          <p:sp>
            <p:nvSpPr>
              <p:cNvPr id="1049491" name=""/>
              <p:cNvSpPr/>
              <p:nvPr/>
            </p:nvSpPr>
            <p:spPr>
              <a:xfrm>
                <a:off x="1090839" y="2211020"/>
                <a:ext cx="281379" cy="418328"/>
              </a:xfrm>
            </p:spPr>
          </p:sp>
        </mc:Fallback>
      </mc:AlternateContent>
      <mc:AlternateContent xmlns:mc="http://schemas.openxmlformats.org/markup-compatibility/2006">
        <mc:Choice xmlns:p14="http://schemas.microsoft.com/office/powerpoint/2010/main" Requires="p14">
          <p:contentPart p14:bwMode="auto" r:id="rId14">
            <p14:nvContentPartPr>
              <p14:cNvPr id="1049492" name=""/>
              <p14:cNvContentPartPr/>
              <p14:nvPr/>
            </p14:nvContentPartPr>
            <p14:xfrm>
              <a:off x="1014020" y="2673222"/>
              <a:ext cx="17665" cy="301104"/>
            </p14:xfrm>
          </p:contentPart>
        </mc:Choice>
        <mc:Fallback>
          <p:sp>
            <p:nvSpPr>
              <p:cNvPr id="1049492" name=""/>
              <p:cNvSpPr/>
              <p:nvPr/>
            </p:nvSpPr>
            <p:spPr>
              <a:xfrm>
                <a:off x="1014020" y="2673222"/>
                <a:ext cx="17665" cy="301104"/>
              </a:xfrm>
            </p:spPr>
          </p:sp>
        </mc:Fallback>
      </mc:AlternateContent>
      <mc:AlternateContent xmlns:mc="http://schemas.openxmlformats.org/markup-compatibility/2006">
        <mc:Choice xmlns:p14="http://schemas.microsoft.com/office/powerpoint/2010/main" Requires="p14">
          <p:contentPart p14:bwMode="auto" r:id="rId15">
            <p14:nvContentPartPr>
              <p14:cNvPr id="1049493" name=""/>
              <p14:cNvContentPartPr/>
              <p14:nvPr/>
            </p14:nvContentPartPr>
            <p14:xfrm>
              <a:off x="1195274" y="2105626"/>
              <a:ext cx="716697" cy="123586"/>
            </p14:xfrm>
          </p:contentPart>
        </mc:Choice>
        <mc:Fallback>
          <p:sp>
            <p:nvSpPr>
              <p:cNvPr id="1049493" name=""/>
              <p:cNvSpPr/>
              <p:nvPr/>
            </p:nvSpPr>
            <p:spPr>
              <a:xfrm>
                <a:off x="1195274" y="2105626"/>
                <a:ext cx="716697" cy="123586"/>
              </a:xfrm>
            </p:spPr>
          </p:sp>
        </mc:Fallback>
      </mc:AlternateContent>
      <mc:AlternateContent xmlns:mc="http://schemas.openxmlformats.org/markup-compatibility/2006">
        <mc:Choice xmlns:p14="http://schemas.microsoft.com/office/powerpoint/2010/main" Requires="p14">
          <p:contentPart p14:bwMode="auto" r:id="rId16">
            <p14:nvContentPartPr>
              <p14:cNvPr id="1049494" name=""/>
              <p14:cNvContentPartPr/>
              <p14:nvPr/>
            </p14:nvContentPartPr>
            <p14:xfrm>
              <a:off x="0" y="0"/>
              <a:ext cx="0" cy="0"/>
            </p14:xfrm>
          </p:contentPart>
        </mc:Choice>
        <mc:Fallback>
          <p:sp>
            <p:nvSpPr>
              <p:cNvPr id="1049494"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7">
            <p14:nvContentPartPr>
              <p14:cNvPr id="1049495" name=""/>
              <p14:cNvContentPartPr/>
              <p14:nvPr/>
            </p14:nvContentPartPr>
            <p14:xfrm>
              <a:off x="0" y="0"/>
              <a:ext cx="0" cy="0"/>
            </p14:xfrm>
          </p:contentPart>
        </mc:Choice>
        <mc:Fallback>
          <p:sp>
            <p:nvSpPr>
              <p:cNvPr id="1049495"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8">
            <p14:nvContentPartPr>
              <p14:cNvPr id="1049496" name=""/>
              <p14:cNvContentPartPr/>
              <p14:nvPr/>
            </p14:nvContentPartPr>
            <p14:xfrm>
              <a:off x="0" y="0"/>
              <a:ext cx="0" cy="0"/>
            </p14:xfrm>
          </p:contentPart>
        </mc:Choice>
        <mc:Fallback>
          <p:sp>
            <p:nvSpPr>
              <p:cNvPr id="1049496"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9">
            <p14:nvContentPartPr>
              <p14:cNvPr id="1049497" name=""/>
              <p14:cNvContentPartPr/>
              <p14:nvPr/>
            </p14:nvContentPartPr>
            <p14:xfrm>
              <a:off x="6329806" y="4827356"/>
              <a:ext cx="39604" cy="12550"/>
            </p14:xfrm>
          </p:contentPart>
        </mc:Choice>
        <mc:Fallback>
          <p:sp>
            <p:nvSpPr>
              <p:cNvPr id="1049497" name=""/>
              <p:cNvSpPr/>
              <p:nvPr/>
            </p:nvSpPr>
            <p:spPr>
              <a:xfrm>
                <a:off x="6329806" y="4827356"/>
                <a:ext cx="39604" cy="12550"/>
              </a:xfrm>
            </p:spPr>
          </p:sp>
        </mc:Fallback>
      </mc:AlternateContent>
      <mc:AlternateContent xmlns:mc="http://schemas.openxmlformats.org/markup-compatibility/2006">
        <mc:Choice xmlns:p14="http://schemas.microsoft.com/office/powerpoint/2010/main" Requires="p14">
          <p:contentPart p14:bwMode="auto" r:id="rId20">
            <p14:nvContentPartPr>
              <p14:cNvPr id="1049498" name=""/>
              <p14:cNvContentPartPr/>
              <p14:nvPr/>
            </p14:nvContentPartPr>
            <p14:xfrm>
              <a:off x="7254710" y="4595636"/>
              <a:ext cx="4962" cy="77740"/>
            </p14:xfrm>
          </p:contentPart>
        </mc:Choice>
        <mc:Fallback>
          <p:sp>
            <p:nvSpPr>
              <p:cNvPr id="1049498" name=""/>
              <p:cNvSpPr/>
              <p:nvPr/>
            </p:nvSpPr>
            <p:spPr>
              <a:xfrm>
                <a:off x="7254710" y="4595636"/>
                <a:ext cx="4962" cy="77740"/>
              </a:xfrm>
            </p:spPr>
          </p:sp>
        </mc:Fallback>
      </mc:AlternateContent>
      <mc:AlternateContent xmlns:mc="http://schemas.openxmlformats.org/markup-compatibility/2006">
        <mc:Choice xmlns:p14="http://schemas.microsoft.com/office/powerpoint/2010/main" Requires="p14">
          <p:contentPart p14:bwMode="auto" r:id="rId21">
            <p14:nvContentPartPr>
              <p14:cNvPr id="1049499" name=""/>
              <p14:cNvContentPartPr/>
              <p14:nvPr/>
            </p14:nvContentPartPr>
            <p14:xfrm>
              <a:off x="0" y="0"/>
              <a:ext cx="0" cy="0"/>
            </p14:xfrm>
          </p:contentPart>
        </mc:Choice>
        <mc:Fallback>
          <p:sp>
            <p:nvSpPr>
              <p:cNvPr id="1049499"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22">
            <p14:nvContentPartPr>
              <p14:cNvPr id="1049500" name=""/>
              <p14:cNvContentPartPr/>
              <p14:nvPr/>
            </p14:nvContentPartPr>
            <p14:xfrm>
              <a:off x="8071987" y="4922803"/>
              <a:ext cx="10891" cy="16301"/>
            </p14:xfrm>
          </p:contentPart>
        </mc:Choice>
        <mc:Fallback>
          <p:sp>
            <p:nvSpPr>
              <p:cNvPr id="1049500" name=""/>
              <p:cNvSpPr/>
              <p:nvPr/>
            </p:nvSpPr>
            <p:spPr>
              <a:xfrm>
                <a:off x="8071987" y="4922803"/>
                <a:ext cx="10891" cy="16301"/>
              </a:xfrm>
            </p:spPr>
          </p:sp>
        </mc:Fallback>
      </mc:AlternateContent>
      <mc:AlternateContent xmlns:mc="http://schemas.openxmlformats.org/markup-compatibility/2006">
        <mc:Choice xmlns:p14="http://schemas.microsoft.com/office/powerpoint/2010/main" Requires="p14">
          <p:contentPart p14:bwMode="auto" r:id="rId23">
            <p14:nvContentPartPr>
              <p14:cNvPr id="1049501" name=""/>
              <p14:cNvContentPartPr/>
              <p14:nvPr/>
            </p14:nvContentPartPr>
            <p14:xfrm>
              <a:off x="8032417" y="4752140"/>
              <a:ext cx="3117" cy="38039"/>
            </p14:xfrm>
          </p:contentPart>
        </mc:Choice>
        <mc:Fallback>
          <p:sp>
            <p:nvSpPr>
              <p:cNvPr id="1049501" name=""/>
              <p:cNvSpPr/>
              <p:nvPr/>
            </p:nvSpPr>
            <p:spPr>
              <a:xfrm>
                <a:off x="8032417" y="4752140"/>
                <a:ext cx="3117" cy="38039"/>
              </a:xfrm>
            </p:spPr>
          </p:sp>
        </mc:Fallback>
      </mc:AlternateContent>
      <mc:AlternateContent xmlns:mc="http://schemas.openxmlformats.org/markup-compatibility/2006">
        <mc:Choice xmlns:p14="http://schemas.microsoft.com/office/powerpoint/2010/main" Requires="p14">
          <p:contentPart p14:bwMode="auto" r:id="rId24">
            <p14:nvContentPartPr>
              <p14:cNvPr id="1049502" name=""/>
              <p14:cNvContentPartPr/>
              <p14:nvPr/>
            </p14:nvContentPartPr>
            <p14:xfrm>
              <a:off x="1185601" y="2350761"/>
              <a:ext cx="465298" cy="883684"/>
            </p14:xfrm>
          </p:contentPart>
        </mc:Choice>
        <mc:Fallback>
          <p:sp>
            <p:nvSpPr>
              <p:cNvPr id="1049502" name=""/>
              <p:cNvSpPr/>
              <p:nvPr/>
            </p:nvSpPr>
            <p:spPr>
              <a:xfrm>
                <a:off x="1185601" y="2350761"/>
                <a:ext cx="465298" cy="883684"/>
              </a:xfrm>
            </p:spPr>
          </p:sp>
        </mc:Fallback>
      </mc:AlternateContent>
      <mc:AlternateContent xmlns:mc="http://schemas.openxmlformats.org/markup-compatibility/2006">
        <mc:Choice xmlns:p14="http://schemas.microsoft.com/office/powerpoint/2010/main" Requires="p14">
          <p:contentPart p14:bwMode="auto" r:id="rId25">
            <p14:nvContentPartPr>
              <p14:cNvPr id="1049503" name=""/>
              <p14:cNvContentPartPr/>
              <p14:nvPr/>
            </p14:nvContentPartPr>
            <p14:xfrm>
              <a:off x="0" y="0"/>
              <a:ext cx="0" cy="0"/>
            </p14:xfrm>
          </p:contentPart>
        </mc:Choice>
        <mc:Fallback>
          <p:sp>
            <p:nvSpPr>
              <p:cNvPr id="1049503"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26">
            <p14:nvContentPartPr>
              <p14:cNvPr id="1049504" name=""/>
              <p14:cNvContentPartPr/>
              <p14:nvPr/>
            </p14:nvContentPartPr>
            <p14:xfrm>
              <a:off x="5669759" y="1942412"/>
              <a:ext cx="31472" cy="32100"/>
            </p14:xfrm>
          </p:contentPart>
        </mc:Choice>
        <mc:Fallback>
          <p:sp>
            <p:nvSpPr>
              <p:cNvPr id="1049504" name=""/>
              <p:cNvSpPr/>
              <p:nvPr/>
            </p:nvSpPr>
            <p:spPr>
              <a:xfrm>
                <a:off x="5669759" y="1942412"/>
                <a:ext cx="31472" cy="32100"/>
              </a:xfrm>
            </p:spPr>
          </p:sp>
        </mc:Fallback>
      </mc:AlternateContent>
      <mc:AlternateContent xmlns:mc="http://schemas.openxmlformats.org/markup-compatibility/2006">
        <mc:Choice xmlns:p14="http://schemas.microsoft.com/office/powerpoint/2010/main" Requires="p14">
          <p:contentPart p14:bwMode="auto" r:id="rId27">
            <p14:nvContentPartPr>
              <p14:cNvPr id="1049505" name=""/>
              <p14:cNvContentPartPr/>
              <p14:nvPr/>
            </p14:nvContentPartPr>
            <p14:xfrm>
              <a:off x="5294536" y="1868256"/>
              <a:ext cx="183577" cy="54140"/>
            </p14:xfrm>
          </p:contentPart>
        </mc:Choice>
        <mc:Fallback>
          <p:sp>
            <p:nvSpPr>
              <p:cNvPr id="1049505" name=""/>
              <p:cNvSpPr/>
              <p:nvPr/>
            </p:nvSpPr>
            <p:spPr>
              <a:xfrm>
                <a:off x="5294536" y="1868256"/>
                <a:ext cx="183577" cy="54140"/>
              </a:xfrm>
            </p:spPr>
          </p:sp>
        </mc:Fallback>
      </mc:AlternateContent>
      <mc:AlternateContent xmlns:mc="http://schemas.openxmlformats.org/markup-compatibility/2006">
        <mc:Choice xmlns:p14="http://schemas.microsoft.com/office/powerpoint/2010/main" Requires="p14">
          <p:contentPart p14:bwMode="auto" r:id="rId28">
            <p14:nvContentPartPr>
              <p14:cNvPr id="1049506" name=""/>
              <p14:cNvContentPartPr/>
              <p14:nvPr/>
            </p14:nvContentPartPr>
            <p14:xfrm>
              <a:off x="0" y="0"/>
              <a:ext cx="0" cy="0"/>
            </p14:xfrm>
          </p:contentPart>
        </mc:Choice>
        <mc:Fallback>
          <p:sp>
            <p:nvSpPr>
              <p:cNvPr id="1049506"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29">
            <p14:nvContentPartPr>
              <p14:cNvPr id="1049507" name=""/>
              <p14:cNvContentPartPr/>
              <p14:nvPr/>
            </p14:nvContentPartPr>
            <p14:xfrm>
              <a:off x="9673661" y="4648367"/>
              <a:ext cx="506639" cy="317201"/>
            </p14:xfrm>
          </p:contentPart>
        </mc:Choice>
        <mc:Fallback>
          <p:sp>
            <p:nvSpPr>
              <p:cNvPr id="1049507" name=""/>
              <p:cNvSpPr/>
              <p:nvPr/>
            </p:nvSpPr>
            <p:spPr>
              <a:xfrm>
                <a:off x="9673661" y="4648367"/>
                <a:ext cx="506639" cy="317201"/>
              </a:xfrm>
            </p:spPr>
          </p:sp>
        </mc:Fallback>
      </mc:AlternateContent>
      <mc:AlternateContent xmlns:mc="http://schemas.openxmlformats.org/markup-compatibility/2006">
        <mc:Choice xmlns:p14="http://schemas.microsoft.com/office/powerpoint/2010/main" Requires="p14">
          <p:contentPart p14:bwMode="auto" r:id="rId30">
            <p14:nvContentPartPr>
              <p14:cNvPr id="1049508" name=""/>
              <p14:cNvContentPartPr/>
              <p14:nvPr/>
            </p14:nvContentPartPr>
            <p14:xfrm>
              <a:off x="8978631" y="4767767"/>
              <a:ext cx="1774239" cy="557132"/>
            </p14:xfrm>
          </p:contentPart>
        </mc:Choice>
        <mc:Fallback>
          <p:sp>
            <p:nvSpPr>
              <p:cNvPr id="1049508" name=""/>
              <p:cNvSpPr/>
              <p:nvPr/>
            </p:nvSpPr>
            <p:spPr>
              <a:xfrm>
                <a:off x="8978631" y="4767767"/>
                <a:ext cx="1774239" cy="557132"/>
              </a:xfrm>
            </p:spPr>
          </p:sp>
        </mc:Fallback>
      </mc:AlternateContent>
      <mc:AlternateContent xmlns:mc="http://schemas.openxmlformats.org/markup-compatibility/2006">
        <mc:Choice xmlns:p14="http://schemas.microsoft.com/office/powerpoint/2010/main" Requires="p14">
          <p:contentPart p14:bwMode="auto" r:id="rId31">
            <p14:nvContentPartPr>
              <p14:cNvPr id="1049509" name=""/>
              <p14:cNvContentPartPr/>
              <p14:nvPr/>
            </p14:nvContentPartPr>
            <p14:xfrm>
              <a:off x="8106783" y="4854183"/>
              <a:ext cx="878242" cy="1205010"/>
            </p14:xfrm>
          </p:contentPart>
        </mc:Choice>
        <mc:Fallback>
          <p:sp>
            <p:nvSpPr>
              <p:cNvPr id="1049509" name=""/>
              <p:cNvSpPr/>
              <p:nvPr/>
            </p:nvSpPr>
            <p:spPr>
              <a:xfrm>
                <a:off x="8106783" y="4854183"/>
                <a:ext cx="878242" cy="1205010"/>
              </a:xfrm>
            </p:spPr>
          </p:sp>
        </mc:Fallback>
      </mc:AlternateContent>
      <mc:AlternateContent xmlns:mc="http://schemas.openxmlformats.org/markup-compatibility/2006">
        <mc:Choice xmlns:p14="http://schemas.microsoft.com/office/powerpoint/2010/main" Requires="p14">
          <p:contentPart p14:bwMode="auto" r:id="rId32">
            <p14:nvContentPartPr>
              <p14:cNvPr id="1049510" name=""/>
              <p14:cNvContentPartPr/>
              <p14:nvPr/>
            </p14:nvContentPartPr>
            <p14:xfrm>
              <a:off x="3159276" y="2574622"/>
              <a:ext cx="17743" cy="42703"/>
            </p14:xfrm>
          </p:contentPart>
        </mc:Choice>
        <mc:Fallback>
          <p:sp>
            <p:nvSpPr>
              <p:cNvPr id="1049510" name=""/>
              <p:cNvSpPr/>
              <p:nvPr/>
            </p:nvSpPr>
            <p:spPr>
              <a:xfrm>
                <a:off x="3159276" y="2574622"/>
                <a:ext cx="17743" cy="42703"/>
              </a:xfrm>
            </p:spPr>
          </p:sp>
        </mc:Fallback>
      </mc:AlternateContent>
      <mc:AlternateContent xmlns:mc="http://schemas.openxmlformats.org/markup-compatibility/2006">
        <mc:Choice xmlns:p14="http://schemas.microsoft.com/office/powerpoint/2010/main" Requires="p14">
          <p:contentPart p14:bwMode="auto" r:id="rId33">
            <p14:nvContentPartPr>
              <p14:cNvPr id="1049511" name=""/>
              <p14:cNvContentPartPr/>
              <p14:nvPr/>
            </p14:nvContentPartPr>
            <p14:xfrm>
              <a:off x="8560377" y="4129636"/>
              <a:ext cx="448254" cy="733314"/>
            </p14:xfrm>
          </p:contentPart>
        </mc:Choice>
        <mc:Fallback>
          <p:sp>
            <p:nvSpPr>
              <p:cNvPr id="1049511" name=""/>
              <p:cNvSpPr/>
              <p:nvPr/>
            </p:nvSpPr>
            <p:spPr>
              <a:xfrm>
                <a:off x="8560377" y="4129636"/>
                <a:ext cx="448254" cy="733314"/>
              </a:xfrm>
            </p:spPr>
          </p:sp>
        </mc:Fallback>
      </mc:AlternateContent>
      <mc:AlternateContent xmlns:mc="http://schemas.openxmlformats.org/markup-compatibility/2006">
        <mc:Choice xmlns:p14="http://schemas.microsoft.com/office/powerpoint/2010/main" Requires="p14">
          <p:contentPart p14:bwMode="auto" r:id="rId34">
            <p14:nvContentPartPr>
              <p14:cNvPr id="1049512" name=""/>
              <p14:cNvContentPartPr/>
              <p14:nvPr/>
            </p14:nvContentPartPr>
            <p14:xfrm>
              <a:off x="0" y="0"/>
              <a:ext cx="0" cy="0"/>
            </p14:xfrm>
          </p:contentPart>
        </mc:Choice>
        <mc:Fallback>
          <p:sp>
            <p:nvSpPr>
              <p:cNvPr id="1049512"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35">
            <p14:nvContentPartPr>
              <p14:cNvPr id="1049513" name=""/>
              <p14:cNvContentPartPr/>
              <p14:nvPr/>
            </p14:nvContentPartPr>
            <p14:xfrm>
              <a:off x="7005332" y="4020545"/>
              <a:ext cx="276945" cy="343477"/>
            </p14:xfrm>
          </p:contentPart>
        </mc:Choice>
        <mc:Fallback>
          <p:sp>
            <p:nvSpPr>
              <p:cNvPr id="1049513" name=""/>
              <p:cNvSpPr/>
              <p:nvPr/>
            </p:nvSpPr>
            <p:spPr>
              <a:xfrm>
                <a:off x="7005332" y="4020545"/>
                <a:ext cx="276945" cy="343477"/>
              </a:xfrm>
            </p:spPr>
          </p:sp>
        </mc:Fallback>
      </mc:AlternateContent>
      <mc:AlternateContent xmlns:mc="http://schemas.openxmlformats.org/markup-compatibility/2006">
        <mc:Choice xmlns:p14="http://schemas.microsoft.com/office/powerpoint/2010/main" Requires="p14">
          <p:contentPart p14:bwMode="auto" r:id="rId36">
            <p14:nvContentPartPr>
              <p14:cNvPr id="1049514" name=""/>
              <p14:cNvContentPartPr/>
              <p14:nvPr/>
            </p14:nvContentPartPr>
            <p14:xfrm>
              <a:off x="6852447" y="4748600"/>
              <a:ext cx="17077" cy="2821"/>
            </p14:xfrm>
          </p:contentPart>
        </mc:Choice>
        <mc:Fallback>
          <p:sp>
            <p:nvSpPr>
              <p:cNvPr id="1049514" name=""/>
              <p:cNvSpPr/>
              <p:nvPr/>
            </p:nvSpPr>
            <p:spPr>
              <a:xfrm>
                <a:off x="6852447" y="4748600"/>
                <a:ext cx="17077" cy="2821"/>
              </a:xfrm>
            </p:spPr>
          </p:sp>
        </mc:Fallback>
      </mc:AlternateContent>
      <mc:AlternateContent xmlns:mc="http://schemas.openxmlformats.org/markup-compatibility/2006">
        <mc:Choice xmlns:p14="http://schemas.microsoft.com/office/powerpoint/2010/main" Requires="p14">
          <p:contentPart p14:bwMode="auto" r:id="rId37">
            <p14:nvContentPartPr>
              <p14:cNvPr id="1049515" name=""/>
              <p14:cNvContentPartPr/>
              <p14:nvPr/>
            </p14:nvContentPartPr>
            <p14:xfrm>
              <a:off x="0" y="0"/>
              <a:ext cx="0" cy="0"/>
            </p14:xfrm>
          </p:contentPart>
        </mc:Choice>
        <mc:Fallback>
          <p:sp>
            <p:nvSpPr>
              <p:cNvPr id="1049515"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38">
            <p14:nvContentPartPr>
              <p14:cNvPr id="1049516" name=""/>
              <p14:cNvContentPartPr/>
              <p14:nvPr/>
            </p14:nvContentPartPr>
            <p14:xfrm>
              <a:off x="6875883" y="4693679"/>
              <a:ext cx="16039" cy="6395"/>
            </p14:xfrm>
          </p:contentPart>
        </mc:Choice>
        <mc:Fallback>
          <p:sp>
            <p:nvSpPr>
              <p:cNvPr id="1049516" name=""/>
              <p:cNvSpPr/>
              <p:nvPr/>
            </p:nvSpPr>
            <p:spPr>
              <a:xfrm>
                <a:off x="6875883" y="4693679"/>
                <a:ext cx="16039" cy="6395"/>
              </a:xfrm>
            </p:spPr>
          </p:sp>
        </mc:Fallback>
      </mc:AlternateContent>
      <mc:AlternateContent xmlns:mc="http://schemas.openxmlformats.org/markup-compatibility/2006">
        <mc:Choice xmlns:p14="http://schemas.microsoft.com/office/powerpoint/2010/main" Requires="p14">
          <p:contentPart p14:bwMode="auto" r:id="rId39">
            <p14:nvContentPartPr>
              <p14:cNvPr id="1049517" name=""/>
              <p14:cNvContentPartPr/>
              <p14:nvPr/>
            </p14:nvContentPartPr>
            <p14:xfrm>
              <a:off x="6888245" y="4725318"/>
              <a:ext cx="2169" cy="16526"/>
            </p14:xfrm>
          </p:contentPart>
        </mc:Choice>
        <mc:Fallback>
          <p:sp>
            <p:nvSpPr>
              <p:cNvPr id="1049517" name=""/>
              <p:cNvSpPr/>
              <p:nvPr/>
            </p:nvSpPr>
            <p:spPr>
              <a:xfrm>
                <a:off x="6888245" y="4725318"/>
                <a:ext cx="2169" cy="16526"/>
              </a:xfrm>
            </p:spPr>
          </p:sp>
        </mc:Fallback>
      </mc:AlternateContent>
      <mc:AlternateContent xmlns:mc="http://schemas.openxmlformats.org/markup-compatibility/2006">
        <mc:Choice xmlns:p14="http://schemas.microsoft.com/office/powerpoint/2010/main" Requires="p14">
          <p:contentPart p14:bwMode="auto" r:id="rId40">
            <p14:nvContentPartPr>
              <p14:cNvPr id="1049518" name=""/>
              <p14:cNvContentPartPr/>
              <p14:nvPr/>
            </p14:nvContentPartPr>
            <p14:xfrm>
              <a:off x="6861352" y="4733228"/>
              <a:ext cx="17166" cy="2072"/>
            </p14:xfrm>
          </p:contentPart>
        </mc:Choice>
        <mc:Fallback>
          <p:sp>
            <p:nvSpPr>
              <p:cNvPr id="1049518" name=""/>
              <p:cNvSpPr/>
              <p:nvPr/>
            </p:nvSpPr>
            <p:spPr>
              <a:xfrm>
                <a:off x="6861352" y="4733228"/>
                <a:ext cx="17166" cy="2072"/>
              </a:xfrm>
            </p:spPr>
          </p:sp>
        </mc:Fallback>
      </mc:AlternateContent>
      <mc:AlternateContent xmlns:mc="http://schemas.openxmlformats.org/markup-compatibility/2006">
        <mc:Choice xmlns:p14="http://schemas.microsoft.com/office/powerpoint/2010/main" Requires="p14">
          <p:contentPart p14:bwMode="auto" r:id="rId41">
            <p14:nvContentPartPr>
              <p14:cNvPr id="1049519" name=""/>
              <p14:cNvContentPartPr/>
              <p14:nvPr/>
            </p14:nvContentPartPr>
            <p14:xfrm>
              <a:off x="7512788" y="4355694"/>
              <a:ext cx="528841" cy="6331"/>
            </p14:xfrm>
          </p:contentPart>
        </mc:Choice>
        <mc:Fallback>
          <p:sp>
            <p:nvSpPr>
              <p:cNvPr id="1049519" name=""/>
              <p:cNvSpPr/>
              <p:nvPr/>
            </p:nvSpPr>
            <p:spPr>
              <a:xfrm>
                <a:off x="7512788" y="4355694"/>
                <a:ext cx="528841" cy="6331"/>
              </a:xfrm>
            </p:spPr>
          </p:sp>
        </mc:Fallback>
      </mc:AlternateContent>
      <mc:AlternateContent xmlns:mc="http://schemas.openxmlformats.org/markup-compatibility/2006">
        <mc:Choice xmlns:p14="http://schemas.microsoft.com/office/powerpoint/2010/main" Requires="p14">
          <p:contentPart p14:bwMode="auto" r:id="rId42">
            <p14:nvContentPartPr>
              <p14:cNvPr id="1049520" name=""/>
              <p14:cNvContentPartPr/>
              <p14:nvPr/>
            </p14:nvContentPartPr>
            <p14:xfrm>
              <a:off x="3220213" y="2002198"/>
              <a:ext cx="160816" cy="16874"/>
            </p14:xfrm>
          </p:contentPart>
        </mc:Choice>
        <mc:Fallback>
          <p:sp>
            <p:nvSpPr>
              <p:cNvPr id="1049520" name=""/>
              <p:cNvSpPr/>
              <p:nvPr/>
            </p:nvSpPr>
            <p:spPr>
              <a:xfrm>
                <a:off x="3220213" y="2002198"/>
                <a:ext cx="160816" cy="16874"/>
              </a:xfrm>
            </p:spPr>
          </p:sp>
        </mc:Fallback>
      </mc:AlternateContent>
      <mc:AlternateContent xmlns:mc="http://schemas.openxmlformats.org/markup-compatibility/2006">
        <mc:Choice xmlns:p14="http://schemas.microsoft.com/office/powerpoint/2010/main" Requires="p14">
          <p:contentPart p14:bwMode="auto" r:id="rId43">
            <p14:nvContentPartPr>
              <p14:cNvPr id="1049521" name=""/>
              <p14:cNvContentPartPr/>
              <p14:nvPr/>
            </p14:nvContentPartPr>
            <p14:xfrm>
              <a:off x="4288931" y="2439089"/>
              <a:ext cx="25225" cy="9814"/>
            </p14:xfrm>
          </p:contentPart>
        </mc:Choice>
        <mc:Fallback>
          <p:sp>
            <p:nvSpPr>
              <p:cNvPr id="1049521" name=""/>
              <p:cNvSpPr/>
              <p:nvPr/>
            </p:nvSpPr>
            <p:spPr>
              <a:xfrm>
                <a:off x="4288931" y="2439089"/>
                <a:ext cx="25225" cy="9814"/>
              </a:xfrm>
            </p:spPr>
          </p:sp>
        </mc:Fallback>
      </mc:AlternateContent>
      <mc:AlternateContent xmlns:mc="http://schemas.openxmlformats.org/markup-compatibility/2006">
        <mc:Choice xmlns:p14="http://schemas.microsoft.com/office/powerpoint/2010/main" Requires="p14">
          <p:contentPart p14:bwMode="auto" r:id="rId44">
            <p14:nvContentPartPr>
              <p14:cNvPr id="1049522" name=""/>
              <p14:cNvContentPartPr/>
              <p14:nvPr/>
            </p14:nvContentPartPr>
            <p14:xfrm>
              <a:off x="0" y="0"/>
              <a:ext cx="0" cy="0"/>
            </p14:xfrm>
          </p:contentPart>
        </mc:Choice>
        <mc:Fallback>
          <p:sp>
            <p:nvSpPr>
              <p:cNvPr id="1049522"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45">
            <p14:nvContentPartPr>
              <p14:cNvPr id="1049523" name=""/>
              <p14:cNvContentPartPr/>
              <p14:nvPr/>
            </p14:nvContentPartPr>
            <p14:xfrm>
              <a:off x="0" y="0"/>
              <a:ext cx="0" cy="0"/>
            </p14:xfrm>
          </p:contentPart>
        </mc:Choice>
        <mc:Fallback>
          <p:sp>
            <p:nvSpPr>
              <p:cNvPr id="1049523"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46">
            <p14:nvContentPartPr>
              <p14:cNvPr id="1049524" name=""/>
              <p14:cNvContentPartPr/>
              <p14:nvPr/>
            </p14:nvContentPartPr>
            <p14:xfrm>
              <a:off x="0" y="0"/>
              <a:ext cx="0" cy="0"/>
            </p14:xfrm>
          </p:contentPart>
        </mc:Choice>
        <mc:Fallback>
          <p:sp>
            <p:nvSpPr>
              <p:cNvPr id="1049524"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47">
            <p14:nvContentPartPr>
              <p14:cNvPr id="1049525" name=""/>
              <p14:cNvContentPartPr/>
              <p14:nvPr/>
            </p14:nvContentPartPr>
            <p14:xfrm>
              <a:off x="0" y="0"/>
              <a:ext cx="0" cy="0"/>
            </p14:xfrm>
          </p:contentPart>
        </mc:Choice>
        <mc:Fallback>
          <p:sp>
            <p:nvSpPr>
              <p:cNvPr id="1049525"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48">
            <p14:nvContentPartPr>
              <p14:cNvPr id="1049526" name=""/>
              <p14:cNvContentPartPr/>
              <p14:nvPr/>
            </p14:nvContentPartPr>
            <p14:xfrm>
              <a:off x="1732445" y="2585950"/>
              <a:ext cx="23827" cy="4762"/>
            </p14:xfrm>
          </p:contentPart>
        </mc:Choice>
        <mc:Fallback>
          <p:sp>
            <p:nvSpPr>
              <p:cNvPr id="1049526" name=""/>
              <p:cNvSpPr/>
              <p:nvPr/>
            </p:nvSpPr>
            <p:spPr>
              <a:xfrm>
                <a:off x="1732445" y="2585950"/>
                <a:ext cx="23827" cy="4762"/>
              </a:xfrm>
            </p:spPr>
          </p:sp>
        </mc:Fallback>
      </mc:AlternateContent>
      <mc:AlternateContent xmlns:mc="http://schemas.openxmlformats.org/markup-compatibility/2006">
        <mc:Choice xmlns:p14="http://schemas.microsoft.com/office/powerpoint/2010/main" Requires="p14">
          <p:contentPart p14:bwMode="auto" r:id="rId49">
            <p14:nvContentPartPr>
              <p14:cNvPr id="1049527" name=""/>
              <p14:cNvContentPartPr/>
              <p14:nvPr/>
            </p14:nvContentPartPr>
            <p14:xfrm>
              <a:off x="0" y="0"/>
              <a:ext cx="0" cy="0"/>
            </p14:xfrm>
          </p:contentPart>
        </mc:Choice>
        <mc:Fallback>
          <p:sp>
            <p:nvSpPr>
              <p:cNvPr id="1049527"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50">
            <p14:nvContentPartPr>
              <p14:cNvPr id="1049528" name=""/>
              <p14:cNvContentPartPr/>
              <p14:nvPr/>
            </p14:nvContentPartPr>
            <p14:xfrm>
              <a:off x="0" y="0"/>
              <a:ext cx="0" cy="0"/>
            </p14:xfrm>
          </p:contentPart>
        </mc:Choice>
        <mc:Fallback>
          <p:sp>
            <p:nvSpPr>
              <p:cNvPr id="1049528"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51">
            <p14:nvContentPartPr>
              <p14:cNvPr id="1049529" name=""/>
              <p14:cNvContentPartPr/>
              <p14:nvPr/>
            </p14:nvContentPartPr>
            <p14:xfrm>
              <a:off x="0" y="0"/>
              <a:ext cx="0" cy="0"/>
            </p14:xfrm>
          </p:contentPart>
        </mc:Choice>
        <mc:Fallback>
          <p:sp>
            <p:nvSpPr>
              <p:cNvPr id="1049529"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52">
            <p14:nvContentPartPr>
              <p14:cNvPr id="1049530" name=""/>
              <p14:cNvContentPartPr/>
              <p14:nvPr/>
            </p14:nvContentPartPr>
            <p14:xfrm>
              <a:off x="3023182" y="2853568"/>
              <a:ext cx="53128" cy="12813"/>
            </p14:xfrm>
          </p:contentPart>
        </mc:Choice>
        <mc:Fallback>
          <p:sp>
            <p:nvSpPr>
              <p:cNvPr id="1049530" name=""/>
              <p:cNvSpPr/>
              <p:nvPr/>
            </p:nvSpPr>
            <p:spPr>
              <a:xfrm>
                <a:off x="3023182" y="2853568"/>
                <a:ext cx="53128" cy="12813"/>
              </a:xfrm>
            </p:spPr>
          </p:sp>
        </mc:Fallback>
      </mc:AlternateContent>
      <mc:AlternateContent xmlns:mc="http://schemas.openxmlformats.org/markup-compatibility/2006">
        <mc:Choice xmlns:p14="http://schemas.microsoft.com/office/powerpoint/2010/main" Requires="p14">
          <p:contentPart p14:bwMode="auto" r:id="rId53">
            <p14:nvContentPartPr>
              <p14:cNvPr id="1049531" name=""/>
              <p14:cNvContentPartPr/>
              <p14:nvPr/>
            </p14:nvContentPartPr>
            <p14:xfrm>
              <a:off x="0" y="0"/>
              <a:ext cx="0" cy="0"/>
            </p14:xfrm>
          </p:contentPart>
        </mc:Choice>
        <mc:Fallback>
          <p:sp>
            <p:nvSpPr>
              <p:cNvPr id="1049531" name=""/>
              <p:cNvSpPr/>
              <p:nvPr/>
            </p:nvSpPr>
            <p:spPr>
              <a:xfrm>
                <a:off x="0" y="0"/>
                <a:ext cx="0" cy="0"/>
              </a:xfrm>
            </p:spPr>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18" name="Title 1"/>
          <p:cNvSpPr>
            <a:spLocks noGrp="1"/>
          </p:cNvSpPr>
          <p:nvPr>
            <p:ph type="title"/>
          </p:nvPr>
        </p:nvSpPr>
        <p:spPr>
          <a:xfrm>
            <a:off x="365589" y="303481"/>
            <a:ext cx="10515600" cy="734210"/>
          </a:xfrm>
        </p:spPr>
        <p:txBody>
          <a:bodyPr/>
          <a:p>
            <a:r>
              <a:rPr b="1" dirty="0" lang="en-US"/>
              <a:t>Signal Flow Graph</a:t>
            </a:r>
            <a:endParaRPr dirty="0" lang="en-US"/>
          </a:p>
        </p:txBody>
      </p:sp>
      <p:pic>
        <p:nvPicPr>
          <p:cNvPr id="2097166" name="Picture 2"/>
          <p:cNvPicPr>
            <a:picLocks noChangeAspect="1"/>
          </p:cNvPicPr>
          <p:nvPr/>
        </p:nvPicPr>
        <p:blipFill>
          <a:blip xmlns:r="http://schemas.openxmlformats.org/officeDocument/2006/relationships" r:embed="rId1"/>
          <a:stretch>
            <a:fillRect/>
          </a:stretch>
        </p:blipFill>
        <p:spPr>
          <a:xfrm>
            <a:off x="5545175" y="137415"/>
            <a:ext cx="6568913" cy="2266738"/>
          </a:xfrm>
          <a:prstGeom prst="rect"/>
        </p:spPr>
      </p:pic>
      <p:pic>
        <p:nvPicPr>
          <p:cNvPr id="2097167" name="Picture 4"/>
          <p:cNvPicPr>
            <a:picLocks noChangeAspect="1"/>
          </p:cNvPicPr>
          <p:nvPr/>
        </p:nvPicPr>
        <p:blipFill>
          <a:blip xmlns:r="http://schemas.openxmlformats.org/officeDocument/2006/relationships" r:embed="rId2"/>
          <a:stretch>
            <a:fillRect/>
          </a:stretch>
        </p:blipFill>
        <p:spPr>
          <a:xfrm>
            <a:off x="739740" y="2404153"/>
            <a:ext cx="5816860" cy="4214610"/>
          </a:xfrm>
          <a:prstGeom prst="rect"/>
        </p:spPr>
      </p:pic>
      <mc:AlternateContent xmlns:mc="http://schemas.openxmlformats.org/markup-compatibility/2006">
        <mc:Choice xmlns:p14="http://schemas.microsoft.com/office/powerpoint/2010/main" Requires="p14">
          <p:contentPart p14:bwMode="auto" r:id="rId3">
            <p14:nvContentPartPr>
              <p14:cNvPr id="1049329" name=""/>
              <p14:cNvContentPartPr/>
              <p14:nvPr/>
            </p14:nvContentPartPr>
            <p14:xfrm>
              <a:off x="0" y="0"/>
              <a:ext cx="0" cy="0"/>
            </p14:xfrm>
          </p:contentPart>
        </mc:Choice>
        <mc:Fallback>
          <p:sp>
            <p:nvSpPr>
              <p:cNvPr id="1049329"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4">
            <p14:nvContentPartPr>
              <p14:cNvPr id="1049330" name=""/>
              <p14:cNvContentPartPr/>
              <p14:nvPr/>
            </p14:nvContentPartPr>
            <p14:xfrm>
              <a:off x="0" y="0"/>
              <a:ext cx="0" cy="0"/>
            </p14:xfrm>
          </p:contentPart>
        </mc:Choice>
        <mc:Fallback>
          <p:sp>
            <p:nvSpPr>
              <p:cNvPr id="1049330"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5">
            <p14:nvContentPartPr>
              <p14:cNvPr id="1049331" name=""/>
              <p14:cNvContentPartPr/>
              <p14:nvPr/>
            </p14:nvContentPartPr>
            <p14:xfrm>
              <a:off x="0" y="0"/>
              <a:ext cx="0" cy="0"/>
            </p14:xfrm>
          </p:contentPart>
        </mc:Choice>
        <mc:Fallback>
          <p:sp>
            <p:nvSpPr>
              <p:cNvPr id="1049331"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6">
            <p14:nvContentPartPr>
              <p14:cNvPr id="1049332" name=""/>
              <p14:cNvContentPartPr/>
              <p14:nvPr/>
            </p14:nvContentPartPr>
            <p14:xfrm>
              <a:off x="3647704" y="2859385"/>
              <a:ext cx="56043" cy="771"/>
            </p14:xfrm>
          </p:contentPart>
        </mc:Choice>
        <mc:Fallback>
          <p:sp>
            <p:nvSpPr>
              <p:cNvPr id="1049332" name=""/>
              <p:cNvSpPr/>
              <p:nvPr/>
            </p:nvSpPr>
            <p:spPr>
              <a:xfrm>
                <a:off x="3647704" y="2859385"/>
                <a:ext cx="56043" cy="771"/>
              </a:xfrm>
            </p:spPr>
          </p:sp>
        </mc:Fallback>
      </mc:AlternateContent>
      <mc:AlternateContent xmlns:mc="http://schemas.openxmlformats.org/markup-compatibility/2006">
        <mc:Choice xmlns:p14="http://schemas.microsoft.com/office/powerpoint/2010/main" Requires="p14">
          <p:contentPart p14:bwMode="auto" r:id="rId7">
            <p14:nvContentPartPr>
              <p14:cNvPr id="1049333" name=""/>
              <p14:cNvContentPartPr/>
              <p14:nvPr/>
            </p14:nvContentPartPr>
            <p14:xfrm>
              <a:off x="8383738" y="2182652"/>
              <a:ext cx="202873" cy="246271"/>
            </p14:xfrm>
          </p:contentPart>
        </mc:Choice>
        <mc:Fallback>
          <p:sp>
            <p:nvSpPr>
              <p:cNvPr id="1049333" name=""/>
              <p:cNvSpPr/>
              <p:nvPr/>
            </p:nvSpPr>
            <p:spPr>
              <a:xfrm>
                <a:off x="8383738" y="2182652"/>
                <a:ext cx="202873" cy="246271"/>
              </a:xfrm>
            </p:spPr>
          </p:sp>
        </mc:Fallback>
      </mc:AlternateContent>
      <mc:AlternateContent xmlns:mc="http://schemas.openxmlformats.org/markup-compatibility/2006">
        <mc:Choice xmlns:p14="http://schemas.microsoft.com/office/powerpoint/2010/main" Requires="p14">
          <p:contentPart p14:bwMode="auto" r:id="rId8">
            <p14:nvContentPartPr>
              <p14:cNvPr id="1049334" name=""/>
              <p14:cNvContentPartPr/>
              <p14:nvPr/>
            </p14:nvContentPartPr>
            <p14:xfrm>
              <a:off x="3358542" y="3118659"/>
              <a:ext cx="424674" cy="187499"/>
            </p14:xfrm>
          </p:contentPart>
        </mc:Choice>
        <mc:Fallback>
          <p:sp>
            <p:nvSpPr>
              <p:cNvPr id="1049334" name=""/>
              <p:cNvSpPr/>
              <p:nvPr/>
            </p:nvSpPr>
            <p:spPr>
              <a:xfrm>
                <a:off x="3358542" y="3118659"/>
                <a:ext cx="424674" cy="187499"/>
              </a:xfrm>
            </p:spPr>
          </p:sp>
        </mc:Fallback>
      </mc:AlternateContent>
      <mc:AlternateContent xmlns:mc="http://schemas.openxmlformats.org/markup-compatibility/2006">
        <mc:Choice xmlns:p14="http://schemas.microsoft.com/office/powerpoint/2010/main" Requires="p14">
          <p:contentPart p14:bwMode="auto" r:id="rId9">
            <p14:nvContentPartPr>
              <p14:cNvPr id="1049335" name=""/>
              <p14:cNvContentPartPr/>
              <p14:nvPr/>
            </p14:nvContentPartPr>
            <p14:xfrm>
              <a:off x="0" y="0"/>
              <a:ext cx="0" cy="0"/>
            </p14:xfrm>
          </p:contentPart>
        </mc:Choice>
        <mc:Fallback>
          <p:sp>
            <p:nvSpPr>
              <p:cNvPr id="1049335"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0">
            <p14:nvContentPartPr>
              <p14:cNvPr id="1049336" name=""/>
              <p14:cNvContentPartPr/>
              <p14:nvPr/>
            </p14:nvContentPartPr>
            <p14:xfrm>
              <a:off x="9611307" y="3601920"/>
              <a:ext cx="64388" cy="11372"/>
            </p14:xfrm>
          </p:contentPart>
        </mc:Choice>
        <mc:Fallback>
          <p:sp>
            <p:nvSpPr>
              <p:cNvPr id="1049336" name=""/>
              <p:cNvSpPr/>
              <p:nvPr/>
            </p:nvSpPr>
            <p:spPr>
              <a:xfrm>
                <a:off x="9611307" y="3601920"/>
                <a:ext cx="64388" cy="11372"/>
              </a:xfrm>
            </p:spPr>
          </p:sp>
        </mc:Fallback>
      </mc:AlternateContent>
      <mc:AlternateContent xmlns:mc="http://schemas.openxmlformats.org/markup-compatibility/2006">
        <mc:Choice xmlns:p14="http://schemas.microsoft.com/office/powerpoint/2010/main" Requires="p14">
          <p:contentPart p14:bwMode="auto" r:id="rId11">
            <p14:nvContentPartPr>
              <p14:cNvPr id="1049337" name=""/>
              <p14:cNvContentPartPr/>
              <p14:nvPr/>
            </p14:nvContentPartPr>
            <p14:xfrm>
              <a:off x="8503855" y="863963"/>
              <a:ext cx="44993" cy="15778"/>
            </p14:xfrm>
          </p:contentPart>
        </mc:Choice>
        <mc:Fallback>
          <p:sp>
            <p:nvSpPr>
              <p:cNvPr id="1049337" name=""/>
              <p:cNvSpPr/>
              <p:nvPr/>
            </p:nvSpPr>
            <p:spPr>
              <a:xfrm>
                <a:off x="8503855" y="863963"/>
                <a:ext cx="44993" cy="15778"/>
              </a:xfrm>
            </p:spPr>
          </p:sp>
        </mc:Fallback>
      </mc:AlternateContent>
      <mc:AlternateContent xmlns:mc="http://schemas.openxmlformats.org/markup-compatibility/2006">
        <mc:Choice xmlns:p14="http://schemas.microsoft.com/office/powerpoint/2010/main" Requires="p14">
          <p:contentPart p14:bwMode="auto" r:id="rId12">
            <p14:nvContentPartPr>
              <p14:cNvPr id="1049338" name=""/>
              <p14:cNvContentPartPr/>
              <p14:nvPr/>
            </p14:nvContentPartPr>
            <p14:xfrm>
              <a:off x="9714921" y="3650469"/>
              <a:ext cx="23585" cy="43310"/>
            </p14:xfrm>
          </p:contentPart>
        </mc:Choice>
        <mc:Fallback>
          <p:sp>
            <p:nvSpPr>
              <p:cNvPr id="1049338" name=""/>
              <p:cNvSpPr/>
              <p:nvPr/>
            </p:nvSpPr>
            <p:spPr>
              <a:xfrm>
                <a:off x="9714921" y="3650469"/>
                <a:ext cx="23585" cy="43310"/>
              </a:xfrm>
            </p:spPr>
          </p:sp>
        </mc:Fallback>
      </mc:AlternateContent>
      <mc:AlternateContent xmlns:mc="http://schemas.openxmlformats.org/markup-compatibility/2006">
        <mc:Choice xmlns:p14="http://schemas.microsoft.com/office/powerpoint/2010/main" Requires="p14">
          <p:contentPart p14:bwMode="auto" r:id="rId13">
            <p14:nvContentPartPr>
              <p14:cNvPr id="1049339" name=""/>
              <p14:cNvContentPartPr/>
              <p14:nvPr/>
            </p14:nvContentPartPr>
            <p14:xfrm>
              <a:off x="9739443" y="3715330"/>
              <a:ext cx="37999" cy="27198"/>
            </p14:xfrm>
          </p:contentPart>
        </mc:Choice>
        <mc:Fallback>
          <p:sp>
            <p:nvSpPr>
              <p:cNvPr id="1049339" name=""/>
              <p:cNvSpPr/>
              <p:nvPr/>
            </p:nvSpPr>
            <p:spPr>
              <a:xfrm>
                <a:off x="9739443" y="3715330"/>
                <a:ext cx="37999" cy="27198"/>
              </a:xfrm>
            </p:spPr>
          </p:sp>
        </mc:Fallback>
      </mc:AlternateContent>
      <mc:AlternateContent xmlns:mc="http://schemas.openxmlformats.org/markup-compatibility/2006">
        <mc:Choice xmlns:p14="http://schemas.microsoft.com/office/powerpoint/2010/main" Requires="p14">
          <p:contentPart p14:bwMode="auto" r:id="rId14">
            <p14:nvContentPartPr>
              <p14:cNvPr id="1049340" name=""/>
              <p14:cNvContentPartPr/>
              <p14:nvPr/>
            </p14:nvContentPartPr>
            <p14:xfrm>
              <a:off x="0" y="0"/>
              <a:ext cx="0" cy="0"/>
            </p14:xfrm>
          </p:contentPart>
        </mc:Choice>
        <mc:Fallback>
          <p:sp>
            <p:nvSpPr>
              <p:cNvPr id="1049340"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5">
            <p14:nvContentPartPr>
              <p14:cNvPr id="1049341" name=""/>
              <p14:cNvContentPartPr/>
              <p14:nvPr/>
            </p14:nvContentPartPr>
            <p14:xfrm>
              <a:off x="7680755" y="3153666"/>
              <a:ext cx="203389" cy="22959"/>
            </p14:xfrm>
          </p:contentPart>
        </mc:Choice>
        <mc:Fallback>
          <p:sp>
            <p:nvSpPr>
              <p:cNvPr id="1049341" name=""/>
              <p:cNvSpPr/>
              <p:nvPr/>
            </p:nvSpPr>
            <p:spPr>
              <a:xfrm>
                <a:off x="7680755" y="3153666"/>
                <a:ext cx="203389" cy="22959"/>
              </a:xfrm>
            </p:spPr>
          </p:sp>
        </mc:Fallback>
      </mc:AlternateContent>
      <mc:AlternateContent xmlns:mc="http://schemas.openxmlformats.org/markup-compatibility/2006">
        <mc:Choice xmlns:p14="http://schemas.microsoft.com/office/powerpoint/2010/main" Requires="p14">
          <p:contentPart p14:bwMode="auto" r:id="rId16">
            <p14:nvContentPartPr>
              <p14:cNvPr id="1049342" name=""/>
              <p14:cNvContentPartPr/>
              <p14:nvPr/>
            </p14:nvContentPartPr>
            <p14:xfrm>
              <a:off x="8056413" y="2905355"/>
              <a:ext cx="241437" cy="397747"/>
            </p14:xfrm>
          </p:contentPart>
        </mc:Choice>
        <mc:Fallback>
          <p:sp>
            <p:nvSpPr>
              <p:cNvPr id="1049342" name=""/>
              <p:cNvSpPr/>
              <p:nvPr/>
            </p:nvSpPr>
            <p:spPr>
              <a:xfrm>
                <a:off x="8056413" y="2905355"/>
                <a:ext cx="241437" cy="397747"/>
              </a:xfrm>
            </p:spPr>
          </p:sp>
        </mc:Fallback>
      </mc:AlternateContent>
      <mc:AlternateContent xmlns:mc="http://schemas.openxmlformats.org/markup-compatibility/2006">
        <mc:Choice xmlns:p14="http://schemas.microsoft.com/office/powerpoint/2010/main" Requires="p14">
          <p:contentPart p14:bwMode="auto" r:id="rId17">
            <p14:nvContentPartPr>
              <p14:cNvPr id="1049343" name=""/>
              <p14:cNvContentPartPr/>
              <p14:nvPr/>
            </p14:nvContentPartPr>
            <p14:xfrm>
              <a:off x="8407296" y="3145816"/>
              <a:ext cx="209621" cy="343912"/>
            </p14:xfrm>
          </p:contentPart>
        </mc:Choice>
        <mc:Fallback>
          <p:sp>
            <p:nvSpPr>
              <p:cNvPr id="1049343" name=""/>
              <p:cNvSpPr/>
              <p:nvPr/>
            </p:nvSpPr>
            <p:spPr>
              <a:xfrm>
                <a:off x="8407296" y="3145816"/>
                <a:ext cx="209621" cy="343912"/>
              </a:xfrm>
            </p:spPr>
          </p:sp>
        </mc:Fallback>
      </mc:AlternateContent>
      <mc:AlternateContent xmlns:mc="http://schemas.openxmlformats.org/markup-compatibility/2006">
        <mc:Choice xmlns:p14="http://schemas.microsoft.com/office/powerpoint/2010/main" Requires="p14">
          <p:contentPart p14:bwMode="auto" r:id="rId18">
            <p14:nvContentPartPr>
              <p14:cNvPr id="1049344" name=""/>
              <p14:cNvContentPartPr/>
              <p14:nvPr/>
            </p14:nvContentPartPr>
            <p14:xfrm>
              <a:off x="8721818" y="2823355"/>
              <a:ext cx="16125" cy="434992"/>
            </p14:xfrm>
          </p:contentPart>
        </mc:Choice>
        <mc:Fallback>
          <p:sp>
            <p:nvSpPr>
              <p:cNvPr id="1049344" name=""/>
              <p:cNvSpPr/>
              <p:nvPr/>
            </p:nvSpPr>
            <p:spPr>
              <a:xfrm>
                <a:off x="8721818" y="2823355"/>
                <a:ext cx="16125" cy="434992"/>
              </a:xfrm>
            </p:spPr>
          </p:sp>
        </mc:Fallback>
      </mc:AlternateContent>
      <mc:AlternateContent xmlns:mc="http://schemas.openxmlformats.org/markup-compatibility/2006">
        <mc:Choice xmlns:p14="http://schemas.microsoft.com/office/powerpoint/2010/main" Requires="p14">
          <p:contentPart p14:bwMode="auto" r:id="rId19">
            <p14:nvContentPartPr>
              <p14:cNvPr id="1049345" name=""/>
              <p14:cNvContentPartPr/>
              <p14:nvPr/>
            </p14:nvContentPartPr>
            <p14:xfrm>
              <a:off x="8720880" y="2992679"/>
              <a:ext cx="283995" cy="47671"/>
            </p14:xfrm>
          </p:contentPart>
        </mc:Choice>
        <mc:Fallback>
          <p:sp>
            <p:nvSpPr>
              <p:cNvPr id="1049345" name=""/>
              <p:cNvSpPr/>
              <p:nvPr/>
            </p:nvSpPr>
            <p:spPr>
              <a:xfrm>
                <a:off x="8720880" y="2992679"/>
                <a:ext cx="283995" cy="47671"/>
              </a:xfrm>
            </p:spPr>
          </p:sp>
        </mc:Fallback>
      </mc:AlternateContent>
      <mc:AlternateContent xmlns:mc="http://schemas.openxmlformats.org/markup-compatibility/2006">
        <mc:Choice xmlns:p14="http://schemas.microsoft.com/office/powerpoint/2010/main" Requires="p14">
          <p:contentPart p14:bwMode="auto" r:id="rId20">
            <p14:nvContentPartPr>
              <p14:cNvPr id="1049346" name=""/>
              <p14:cNvContentPartPr/>
              <p14:nvPr/>
            </p14:nvContentPartPr>
            <p14:xfrm>
              <a:off x="9037820" y="2650128"/>
              <a:ext cx="35277" cy="552042"/>
            </p14:xfrm>
          </p:contentPart>
        </mc:Choice>
        <mc:Fallback>
          <p:sp>
            <p:nvSpPr>
              <p:cNvPr id="1049346" name=""/>
              <p:cNvSpPr/>
              <p:nvPr/>
            </p:nvSpPr>
            <p:spPr>
              <a:xfrm>
                <a:off x="9037820" y="2650128"/>
                <a:ext cx="35277" cy="552042"/>
              </a:xfrm>
            </p:spPr>
          </p:sp>
        </mc:Fallback>
      </mc:AlternateContent>
      <mc:AlternateContent xmlns:mc="http://schemas.openxmlformats.org/markup-compatibility/2006">
        <mc:Choice xmlns:p14="http://schemas.microsoft.com/office/powerpoint/2010/main" Requires="p14">
          <p:contentPart p14:bwMode="auto" r:id="rId21">
            <p14:nvContentPartPr>
              <p14:cNvPr id="1049347" name=""/>
              <p14:cNvContentPartPr/>
              <p14:nvPr/>
            </p14:nvContentPartPr>
            <p14:xfrm>
              <a:off x="9251020" y="2899554"/>
              <a:ext cx="10313" cy="671024"/>
            </p14:xfrm>
          </p:contentPart>
        </mc:Choice>
        <mc:Fallback>
          <p:sp>
            <p:nvSpPr>
              <p:cNvPr id="1049347" name=""/>
              <p:cNvSpPr/>
              <p:nvPr/>
            </p:nvSpPr>
            <p:spPr>
              <a:xfrm>
                <a:off x="9251020" y="2899554"/>
                <a:ext cx="10313" cy="671024"/>
              </a:xfrm>
            </p:spPr>
          </p:sp>
        </mc:Fallback>
      </mc:AlternateContent>
      <mc:AlternateContent xmlns:mc="http://schemas.openxmlformats.org/markup-compatibility/2006">
        <mc:Choice xmlns:p14="http://schemas.microsoft.com/office/powerpoint/2010/main" Requires="p14">
          <p:contentPart p14:bwMode="auto" r:id="rId22">
            <p14:nvContentPartPr>
              <p14:cNvPr id="1049348" name=""/>
              <p14:cNvContentPartPr/>
              <p14:nvPr/>
            </p14:nvContentPartPr>
            <p14:xfrm>
              <a:off x="7571071" y="4050183"/>
              <a:ext cx="315951" cy="9929"/>
            </p14:xfrm>
          </p:contentPart>
        </mc:Choice>
        <mc:Fallback>
          <p:sp>
            <p:nvSpPr>
              <p:cNvPr id="1049348" name=""/>
              <p:cNvSpPr/>
              <p:nvPr/>
            </p:nvSpPr>
            <p:spPr>
              <a:xfrm>
                <a:off x="7571071" y="4050183"/>
                <a:ext cx="315951" cy="9929"/>
              </a:xfrm>
            </p:spPr>
          </p:sp>
        </mc:Fallback>
      </mc:AlternateContent>
      <mc:AlternateContent xmlns:mc="http://schemas.openxmlformats.org/markup-compatibility/2006">
        <mc:Choice xmlns:p14="http://schemas.microsoft.com/office/powerpoint/2010/main" Requires="p14">
          <p:contentPart p14:bwMode="auto" r:id="rId23">
            <p14:nvContentPartPr>
              <p14:cNvPr id="1049349" name=""/>
              <p14:cNvContentPartPr/>
              <p14:nvPr/>
            </p14:nvContentPartPr>
            <p14:xfrm>
              <a:off x="8095753" y="3773336"/>
              <a:ext cx="273120" cy="385633"/>
            </p14:xfrm>
          </p:contentPart>
        </mc:Choice>
        <mc:Fallback>
          <p:sp>
            <p:nvSpPr>
              <p:cNvPr id="1049349" name=""/>
              <p:cNvSpPr/>
              <p:nvPr/>
            </p:nvSpPr>
            <p:spPr>
              <a:xfrm>
                <a:off x="8095753" y="3773336"/>
                <a:ext cx="273120" cy="385633"/>
              </a:xfrm>
            </p:spPr>
          </p:sp>
        </mc:Fallback>
      </mc:AlternateContent>
      <mc:AlternateContent xmlns:mc="http://schemas.openxmlformats.org/markup-compatibility/2006">
        <mc:Choice xmlns:p14="http://schemas.microsoft.com/office/powerpoint/2010/main" Requires="p14">
          <p:contentPart p14:bwMode="auto" r:id="rId24">
            <p14:nvContentPartPr>
              <p14:cNvPr id="1049350" name=""/>
              <p14:cNvContentPartPr/>
              <p14:nvPr/>
            </p14:nvContentPartPr>
            <p14:xfrm>
              <a:off x="8496824" y="4030740"/>
              <a:ext cx="241291" cy="309718"/>
            </p14:xfrm>
          </p:contentPart>
        </mc:Choice>
        <mc:Fallback>
          <p:sp>
            <p:nvSpPr>
              <p:cNvPr id="1049350" name=""/>
              <p:cNvSpPr/>
              <p:nvPr/>
            </p:nvSpPr>
            <p:spPr>
              <a:xfrm>
                <a:off x="8496824" y="4030740"/>
                <a:ext cx="241291" cy="309718"/>
              </a:xfrm>
            </p:spPr>
          </p:sp>
        </mc:Fallback>
      </mc:AlternateContent>
      <mc:AlternateContent xmlns:mc="http://schemas.openxmlformats.org/markup-compatibility/2006">
        <mc:Choice xmlns:p14="http://schemas.microsoft.com/office/powerpoint/2010/main" Requires="p14">
          <p:contentPart p14:bwMode="auto" r:id="rId25">
            <p14:nvContentPartPr>
              <p14:cNvPr id="1049351" name=""/>
              <p14:cNvContentPartPr/>
              <p14:nvPr/>
            </p14:nvContentPartPr>
            <p14:xfrm>
              <a:off x="8917054" y="3738005"/>
              <a:ext cx="299999" cy="378661"/>
            </p14:xfrm>
          </p:contentPart>
        </mc:Choice>
        <mc:Fallback>
          <p:sp>
            <p:nvSpPr>
              <p:cNvPr id="1049351" name=""/>
              <p:cNvSpPr/>
              <p:nvPr/>
            </p:nvSpPr>
            <p:spPr>
              <a:xfrm>
                <a:off x="8917054" y="3738005"/>
                <a:ext cx="299999" cy="378661"/>
              </a:xfrm>
            </p:spPr>
          </p:sp>
        </mc:Fallback>
      </mc:AlternateContent>
      <mc:AlternateContent xmlns:mc="http://schemas.openxmlformats.org/markup-compatibility/2006">
        <mc:Choice xmlns:p14="http://schemas.microsoft.com/office/powerpoint/2010/main" Requires="p14">
          <p:contentPart p14:bwMode="auto" r:id="rId26">
            <p14:nvContentPartPr>
              <p14:cNvPr id="1049352" name=""/>
              <p14:cNvContentPartPr/>
              <p14:nvPr/>
            </p14:nvContentPartPr>
            <p14:xfrm>
              <a:off x="9322268" y="3983502"/>
              <a:ext cx="211302" cy="408170"/>
            </p14:xfrm>
          </p:contentPart>
        </mc:Choice>
        <mc:Fallback>
          <p:sp>
            <p:nvSpPr>
              <p:cNvPr id="1049352" name=""/>
              <p:cNvSpPr/>
              <p:nvPr/>
            </p:nvSpPr>
            <p:spPr>
              <a:xfrm>
                <a:off x="9322268" y="3983502"/>
                <a:ext cx="211302" cy="408170"/>
              </a:xfrm>
            </p:spPr>
          </p:sp>
        </mc:Fallback>
      </mc:AlternateContent>
      <mc:AlternateContent xmlns:mc="http://schemas.openxmlformats.org/markup-compatibility/2006">
        <mc:Choice xmlns:p14="http://schemas.microsoft.com/office/powerpoint/2010/main" Requires="p14">
          <p:contentPart p14:bwMode="auto" r:id="rId27">
            <p14:nvContentPartPr>
              <p14:cNvPr id="1049353" name=""/>
              <p14:cNvContentPartPr/>
              <p14:nvPr/>
            </p14:nvContentPartPr>
            <p14:xfrm>
              <a:off x="9759599" y="3734841"/>
              <a:ext cx="32978" cy="336847"/>
            </p14:xfrm>
          </p:contentPart>
        </mc:Choice>
        <mc:Fallback>
          <p:sp>
            <p:nvSpPr>
              <p:cNvPr id="1049353" name=""/>
              <p:cNvSpPr/>
              <p:nvPr/>
            </p:nvSpPr>
            <p:spPr>
              <a:xfrm>
                <a:off x="9759599" y="3734841"/>
                <a:ext cx="32978" cy="336847"/>
              </a:xfrm>
            </p:spPr>
          </p:sp>
        </mc:Fallback>
      </mc:AlternateContent>
      <mc:AlternateContent xmlns:mc="http://schemas.openxmlformats.org/markup-compatibility/2006">
        <mc:Choice xmlns:p14="http://schemas.microsoft.com/office/powerpoint/2010/main" Requires="p14">
          <p:contentPart p14:bwMode="auto" r:id="rId28">
            <p14:nvContentPartPr>
              <p14:cNvPr id="1049354" name=""/>
              <p14:cNvContentPartPr/>
              <p14:nvPr/>
            </p14:nvContentPartPr>
            <p14:xfrm>
              <a:off x="9789598" y="3862758"/>
              <a:ext cx="297614" cy="84477"/>
            </p14:xfrm>
          </p:contentPart>
        </mc:Choice>
        <mc:Fallback>
          <p:sp>
            <p:nvSpPr>
              <p:cNvPr id="1049354" name=""/>
              <p:cNvSpPr/>
              <p:nvPr/>
            </p:nvSpPr>
            <p:spPr>
              <a:xfrm>
                <a:off x="9789598" y="3862758"/>
                <a:ext cx="297614" cy="84477"/>
              </a:xfrm>
            </p:spPr>
          </p:sp>
        </mc:Fallback>
      </mc:AlternateContent>
      <mc:AlternateContent xmlns:mc="http://schemas.openxmlformats.org/markup-compatibility/2006">
        <mc:Choice xmlns:p14="http://schemas.microsoft.com/office/powerpoint/2010/main" Requires="p14">
          <p:contentPart p14:bwMode="auto" r:id="rId29">
            <p14:nvContentPartPr>
              <p14:cNvPr id="1049355" name=""/>
              <p14:cNvContentPartPr/>
              <p14:nvPr/>
            </p14:nvContentPartPr>
            <p14:xfrm>
              <a:off x="10039903" y="3653633"/>
              <a:ext cx="42186" cy="363065"/>
            </p14:xfrm>
          </p:contentPart>
        </mc:Choice>
        <mc:Fallback>
          <p:sp>
            <p:nvSpPr>
              <p:cNvPr id="1049355" name=""/>
              <p:cNvSpPr/>
              <p:nvPr/>
            </p:nvSpPr>
            <p:spPr>
              <a:xfrm>
                <a:off x="10039903" y="3653633"/>
                <a:ext cx="42186" cy="363065"/>
              </a:xfrm>
            </p:spPr>
          </p:sp>
        </mc:Fallback>
      </mc:AlternateContent>
      <mc:AlternateContent xmlns:mc="http://schemas.openxmlformats.org/markup-compatibility/2006">
        <mc:Choice xmlns:p14="http://schemas.microsoft.com/office/powerpoint/2010/main" Requires="p14">
          <p:contentPart p14:bwMode="auto" r:id="rId30">
            <p14:nvContentPartPr>
              <p14:cNvPr id="1049356" name=""/>
              <p14:cNvContentPartPr/>
              <p14:nvPr/>
            </p14:nvContentPartPr>
            <p14:xfrm>
              <a:off x="10218022" y="3953683"/>
              <a:ext cx="236350" cy="439609"/>
            </p14:xfrm>
          </p:contentPart>
        </mc:Choice>
        <mc:Fallback>
          <p:sp>
            <p:nvSpPr>
              <p:cNvPr id="1049356" name=""/>
              <p:cNvSpPr/>
              <p:nvPr/>
            </p:nvSpPr>
            <p:spPr>
              <a:xfrm>
                <a:off x="10218022" y="3953683"/>
                <a:ext cx="236350" cy="439609"/>
              </a:xfrm>
            </p:spPr>
          </p:sp>
        </mc:Fallback>
      </mc:AlternateContent>
      <mc:AlternateContent xmlns:mc="http://schemas.openxmlformats.org/markup-compatibility/2006">
        <mc:Choice xmlns:p14="http://schemas.microsoft.com/office/powerpoint/2010/main" Requires="p14">
          <p:contentPart p14:bwMode="auto" r:id="rId31">
            <p14:nvContentPartPr>
              <p14:cNvPr id="1049357" name=""/>
              <p14:cNvContentPartPr/>
              <p14:nvPr/>
            </p14:nvContentPartPr>
            <p14:xfrm>
              <a:off x="8077425" y="130454"/>
              <a:ext cx="1975386" cy="806386"/>
            </p14:xfrm>
          </p:contentPart>
        </mc:Choice>
        <mc:Fallback>
          <p:sp>
            <p:nvSpPr>
              <p:cNvPr id="1049357" name=""/>
              <p:cNvSpPr/>
              <p:nvPr/>
            </p:nvSpPr>
            <p:spPr>
              <a:xfrm>
                <a:off x="8077425" y="130454"/>
                <a:ext cx="1975386" cy="806386"/>
              </a:xfrm>
            </p:spPr>
          </p:sp>
        </mc:Fallback>
      </mc:AlternateContent>
      <mc:AlternateContent xmlns:mc="http://schemas.openxmlformats.org/markup-compatibility/2006">
        <mc:Choice xmlns:p14="http://schemas.microsoft.com/office/powerpoint/2010/main" Requires="p14">
          <p:contentPart p14:bwMode="auto" r:id="rId32">
            <p14:nvContentPartPr>
              <p14:cNvPr id="1049358" name=""/>
              <p14:cNvContentPartPr/>
              <p14:nvPr/>
            </p14:nvContentPartPr>
            <p14:xfrm>
              <a:off x="7559353" y="4989902"/>
              <a:ext cx="274591" cy="19227"/>
            </p14:xfrm>
          </p:contentPart>
        </mc:Choice>
        <mc:Fallback>
          <p:sp>
            <p:nvSpPr>
              <p:cNvPr id="1049358" name=""/>
              <p:cNvSpPr/>
              <p:nvPr/>
            </p:nvSpPr>
            <p:spPr>
              <a:xfrm>
                <a:off x="7559353" y="4989902"/>
                <a:ext cx="274591" cy="19227"/>
              </a:xfrm>
            </p:spPr>
          </p:sp>
        </mc:Fallback>
      </mc:AlternateContent>
      <mc:AlternateContent xmlns:mc="http://schemas.openxmlformats.org/markup-compatibility/2006">
        <mc:Choice xmlns:p14="http://schemas.microsoft.com/office/powerpoint/2010/main" Requires="p14">
          <p:contentPart p14:bwMode="auto" r:id="rId33">
            <p14:nvContentPartPr>
              <p14:cNvPr id="1049359" name=""/>
              <p14:cNvContentPartPr/>
              <p14:nvPr/>
            </p14:nvContentPartPr>
            <p14:xfrm>
              <a:off x="8118513" y="4783960"/>
              <a:ext cx="284761" cy="463623"/>
            </p14:xfrm>
          </p:contentPart>
        </mc:Choice>
        <mc:Fallback>
          <p:sp>
            <p:nvSpPr>
              <p:cNvPr id="1049359" name=""/>
              <p:cNvSpPr/>
              <p:nvPr/>
            </p:nvSpPr>
            <p:spPr>
              <a:xfrm>
                <a:off x="8118513" y="4783960"/>
                <a:ext cx="284761" cy="463623"/>
              </a:xfrm>
            </p:spPr>
          </p:sp>
        </mc:Fallback>
      </mc:AlternateContent>
      <mc:AlternateContent xmlns:mc="http://schemas.openxmlformats.org/markup-compatibility/2006">
        <mc:Choice xmlns:p14="http://schemas.microsoft.com/office/powerpoint/2010/main" Requires="p14">
          <p:contentPart p14:bwMode="auto" r:id="rId34">
            <p14:nvContentPartPr>
              <p14:cNvPr id="1049360" name=""/>
              <p14:cNvContentPartPr/>
              <p14:nvPr/>
            </p14:nvContentPartPr>
            <p14:xfrm>
              <a:off x="8564322" y="5068981"/>
              <a:ext cx="16875" cy="243362"/>
            </p14:xfrm>
          </p:contentPart>
        </mc:Choice>
        <mc:Fallback>
          <p:sp>
            <p:nvSpPr>
              <p:cNvPr id="1049360" name=""/>
              <p:cNvSpPr/>
              <p:nvPr/>
            </p:nvSpPr>
            <p:spPr>
              <a:xfrm>
                <a:off x="8564322" y="5068981"/>
                <a:ext cx="16875" cy="243362"/>
              </a:xfrm>
            </p:spPr>
          </p:sp>
        </mc:Fallback>
      </mc:AlternateContent>
      <mc:AlternateContent xmlns:mc="http://schemas.openxmlformats.org/markup-compatibility/2006">
        <mc:Choice xmlns:p14="http://schemas.microsoft.com/office/powerpoint/2010/main" Requires="p14">
          <p:contentPart p14:bwMode="auto" r:id="rId35">
            <p14:nvContentPartPr>
              <p14:cNvPr id="1049361" name=""/>
              <p14:cNvContentPartPr/>
              <p14:nvPr/>
            </p14:nvContentPartPr>
            <p14:xfrm>
              <a:off x="8839679" y="4679549"/>
              <a:ext cx="267355" cy="569884"/>
            </p14:xfrm>
          </p:contentPart>
        </mc:Choice>
        <mc:Fallback>
          <p:sp>
            <p:nvSpPr>
              <p:cNvPr id="1049361" name=""/>
              <p:cNvSpPr/>
              <p:nvPr/>
            </p:nvSpPr>
            <p:spPr>
              <a:xfrm>
                <a:off x="8839679" y="4679549"/>
                <a:ext cx="267355" cy="569884"/>
              </a:xfrm>
            </p:spPr>
          </p:sp>
        </mc:Fallback>
      </mc:AlternateContent>
      <mc:AlternateContent xmlns:mc="http://schemas.openxmlformats.org/markup-compatibility/2006">
        <mc:Choice xmlns:p14="http://schemas.microsoft.com/office/powerpoint/2010/main" Requires="p14">
          <p:contentPart p14:bwMode="auto" r:id="rId36">
            <p14:nvContentPartPr>
              <p14:cNvPr id="1049362" name=""/>
              <p14:cNvContentPartPr/>
              <p14:nvPr/>
            </p14:nvContentPartPr>
            <p14:xfrm>
              <a:off x="9233789" y="5038685"/>
              <a:ext cx="227988" cy="479236"/>
            </p14:xfrm>
          </p:contentPart>
        </mc:Choice>
        <mc:Fallback>
          <p:sp>
            <p:nvSpPr>
              <p:cNvPr id="1049362" name=""/>
              <p:cNvSpPr/>
              <p:nvPr/>
            </p:nvSpPr>
            <p:spPr>
              <a:xfrm>
                <a:off x="9233789" y="5038685"/>
                <a:ext cx="227988" cy="479236"/>
              </a:xfrm>
            </p:spPr>
          </p:sp>
        </mc:Fallback>
      </mc:AlternateContent>
      <mc:AlternateContent xmlns:mc="http://schemas.openxmlformats.org/markup-compatibility/2006">
        <mc:Choice xmlns:p14="http://schemas.microsoft.com/office/powerpoint/2010/main" Requires="p14">
          <p:contentPart p14:bwMode="auto" r:id="rId37">
            <p14:nvContentPartPr>
              <p14:cNvPr id="1049363" name=""/>
              <p14:cNvContentPartPr/>
              <p14:nvPr/>
            </p14:nvContentPartPr>
            <p14:xfrm>
              <a:off x="9658352" y="4633144"/>
              <a:ext cx="16341" cy="530229"/>
            </p14:xfrm>
          </p:contentPart>
        </mc:Choice>
        <mc:Fallback>
          <p:sp>
            <p:nvSpPr>
              <p:cNvPr id="1049363" name=""/>
              <p:cNvSpPr/>
              <p:nvPr/>
            </p:nvSpPr>
            <p:spPr>
              <a:xfrm>
                <a:off x="9658352" y="4633144"/>
                <a:ext cx="16341" cy="530229"/>
              </a:xfrm>
            </p:spPr>
          </p:sp>
        </mc:Fallback>
      </mc:AlternateContent>
      <mc:AlternateContent xmlns:mc="http://schemas.openxmlformats.org/markup-compatibility/2006">
        <mc:Choice xmlns:p14="http://schemas.microsoft.com/office/powerpoint/2010/main" Requires="p14">
          <p:contentPart p14:bwMode="auto" r:id="rId38">
            <p14:nvContentPartPr>
              <p14:cNvPr id="1049364" name=""/>
              <p14:cNvContentPartPr/>
              <p14:nvPr/>
            </p14:nvContentPartPr>
            <p14:xfrm>
              <a:off x="9657413" y="4845921"/>
              <a:ext cx="213276" cy="20811"/>
            </p14:xfrm>
          </p:contentPart>
        </mc:Choice>
        <mc:Fallback>
          <p:sp>
            <p:nvSpPr>
              <p:cNvPr id="1049364" name=""/>
              <p:cNvSpPr/>
              <p:nvPr/>
            </p:nvSpPr>
            <p:spPr>
              <a:xfrm>
                <a:off x="9657413" y="4845921"/>
                <a:ext cx="213276" cy="20811"/>
              </a:xfrm>
            </p:spPr>
          </p:sp>
        </mc:Fallback>
      </mc:AlternateContent>
      <mc:AlternateContent xmlns:mc="http://schemas.openxmlformats.org/markup-compatibility/2006">
        <mc:Choice xmlns:p14="http://schemas.microsoft.com/office/powerpoint/2010/main" Requires="p14">
          <p:contentPart p14:bwMode="auto" r:id="rId39">
            <p14:nvContentPartPr>
              <p14:cNvPr id="1049365" name=""/>
              <p14:cNvContentPartPr/>
              <p14:nvPr/>
            </p14:nvContentPartPr>
            <p14:xfrm>
              <a:off x="9898813" y="4585421"/>
              <a:ext cx="10798" cy="453101"/>
            </p14:xfrm>
          </p:contentPart>
        </mc:Choice>
        <mc:Fallback>
          <p:sp>
            <p:nvSpPr>
              <p:cNvPr id="1049365" name=""/>
              <p:cNvSpPr/>
              <p:nvPr/>
            </p:nvSpPr>
            <p:spPr>
              <a:xfrm>
                <a:off x="9898813" y="4585421"/>
                <a:ext cx="10798" cy="453101"/>
              </a:xfrm>
            </p:spPr>
          </p:sp>
        </mc:Fallback>
      </mc:AlternateContent>
      <mc:AlternateContent xmlns:mc="http://schemas.openxmlformats.org/markup-compatibility/2006">
        <mc:Choice xmlns:p14="http://schemas.microsoft.com/office/powerpoint/2010/main" Requires="p14">
          <p:contentPart p14:bwMode="auto" r:id="rId40">
            <p14:nvContentPartPr>
              <p14:cNvPr id="1049366" name=""/>
              <p14:cNvContentPartPr/>
              <p14:nvPr/>
            </p14:nvContentPartPr>
            <p14:xfrm>
              <a:off x="10163180" y="4758648"/>
              <a:ext cx="24068" cy="416853"/>
            </p14:xfrm>
          </p:contentPart>
        </mc:Choice>
        <mc:Fallback>
          <p:sp>
            <p:nvSpPr>
              <p:cNvPr id="1049366" name=""/>
              <p:cNvSpPr/>
              <p:nvPr/>
            </p:nvSpPr>
            <p:spPr>
              <a:xfrm>
                <a:off x="10163180" y="4758648"/>
                <a:ext cx="24068" cy="416853"/>
              </a:xfrm>
            </p:spPr>
          </p:sp>
        </mc:Fallback>
      </mc:AlternateContent>
      <mc:AlternateContent xmlns:mc="http://schemas.openxmlformats.org/markup-compatibility/2006">
        <mc:Choice xmlns:p14="http://schemas.microsoft.com/office/powerpoint/2010/main" Requires="p14">
          <p:contentPart p14:bwMode="auto" r:id="rId41">
            <p14:nvContentPartPr>
              <p14:cNvPr id="1049367" name=""/>
              <p14:cNvContentPartPr/>
              <p14:nvPr/>
            </p14:nvContentPartPr>
            <p14:xfrm>
              <a:off x="7169001" y="874888"/>
              <a:ext cx="1884941" cy="787417"/>
            </p14:xfrm>
          </p:contentPart>
        </mc:Choice>
        <mc:Fallback>
          <p:sp>
            <p:nvSpPr>
              <p:cNvPr id="1049367" name=""/>
              <p:cNvSpPr/>
              <p:nvPr/>
            </p:nvSpPr>
            <p:spPr>
              <a:xfrm>
                <a:off x="7169001" y="874888"/>
                <a:ext cx="1884941" cy="787417"/>
              </a:xfrm>
            </p:spPr>
          </p:sp>
        </mc:Fallback>
      </mc:AlternateContent>
      <mc:AlternateContent xmlns:mc="http://schemas.openxmlformats.org/markup-compatibility/2006">
        <mc:Choice xmlns:p14="http://schemas.microsoft.com/office/powerpoint/2010/main" Requires="p14">
          <p:contentPart p14:bwMode="auto" r:id="rId42">
            <p14:nvContentPartPr>
              <p14:cNvPr id="1049368" name=""/>
              <p14:cNvContentPartPr/>
              <p14:nvPr/>
            </p14:nvContentPartPr>
            <p14:xfrm>
              <a:off x="9884916" y="1478933"/>
              <a:ext cx="58426" cy="39129"/>
            </p14:xfrm>
          </p:contentPart>
        </mc:Choice>
        <mc:Fallback>
          <p:sp>
            <p:nvSpPr>
              <p:cNvPr id="1049368" name=""/>
              <p:cNvSpPr/>
              <p:nvPr/>
            </p:nvSpPr>
            <p:spPr>
              <a:xfrm>
                <a:off x="9884916" y="1478933"/>
                <a:ext cx="58426" cy="39129"/>
              </a:xfrm>
            </p:spPr>
          </p:sp>
        </mc:Fallback>
      </mc:AlternateContent>
      <mc:AlternateContent xmlns:mc="http://schemas.openxmlformats.org/markup-compatibility/2006">
        <mc:Choice xmlns:p14="http://schemas.microsoft.com/office/powerpoint/2010/main" Requires="p14">
          <p:contentPart p14:bwMode="auto" r:id="rId43">
            <p14:nvContentPartPr>
              <p14:cNvPr id="1049369" name=""/>
              <p14:cNvContentPartPr/>
              <p14:nvPr/>
            </p14:nvContentPartPr>
            <p14:xfrm>
              <a:off x="2245989" y="2723000"/>
              <a:ext cx="1488139" cy="356846"/>
            </p14:xfrm>
          </p:contentPart>
        </mc:Choice>
        <mc:Fallback>
          <p:sp>
            <p:nvSpPr>
              <p:cNvPr id="1049369" name=""/>
              <p:cNvSpPr/>
              <p:nvPr/>
            </p:nvSpPr>
            <p:spPr>
              <a:xfrm>
                <a:off x="2245989" y="2723000"/>
                <a:ext cx="1488139" cy="356846"/>
              </a:xfrm>
            </p:spPr>
          </p:sp>
        </mc:Fallback>
      </mc:AlternateContent>
      <mc:AlternateContent xmlns:mc="http://schemas.openxmlformats.org/markup-compatibility/2006">
        <mc:Choice xmlns:p14="http://schemas.microsoft.com/office/powerpoint/2010/main" Requires="p14">
          <p:contentPart p14:bwMode="auto" r:id="rId44">
            <p14:nvContentPartPr>
              <p14:cNvPr id="1049370" name=""/>
              <p14:cNvContentPartPr/>
              <p14:nvPr/>
            </p14:nvContentPartPr>
            <p14:xfrm>
              <a:off x="4201486" y="2874243"/>
              <a:ext cx="291162" cy="180398"/>
            </p14:xfrm>
          </p:contentPart>
        </mc:Choice>
        <mc:Fallback>
          <p:sp>
            <p:nvSpPr>
              <p:cNvPr id="1049370" name=""/>
              <p:cNvSpPr/>
              <p:nvPr/>
            </p:nvSpPr>
            <p:spPr>
              <a:xfrm>
                <a:off x="4201486" y="2874243"/>
                <a:ext cx="291162" cy="180398"/>
              </a:xfrm>
            </p:spPr>
          </p:sp>
        </mc:Fallback>
      </mc:AlternateContent>
      <mc:AlternateContent xmlns:mc="http://schemas.openxmlformats.org/markup-compatibility/2006">
        <mc:Choice xmlns:p14="http://schemas.microsoft.com/office/powerpoint/2010/main" Requires="p14">
          <p:contentPart p14:bwMode="auto" r:id="rId45">
            <p14:nvContentPartPr>
              <p14:cNvPr id="1049371" name=""/>
              <p14:cNvContentPartPr/>
              <p14:nvPr/>
            </p14:nvContentPartPr>
            <p14:xfrm>
              <a:off x="4591121" y="3033232"/>
              <a:ext cx="4720" cy="150448"/>
            </p14:xfrm>
          </p:contentPart>
        </mc:Choice>
        <mc:Fallback>
          <p:sp>
            <p:nvSpPr>
              <p:cNvPr id="1049371" name=""/>
              <p:cNvSpPr/>
              <p:nvPr/>
            </p:nvSpPr>
            <p:spPr>
              <a:xfrm>
                <a:off x="4591121" y="3033232"/>
                <a:ext cx="4720" cy="150448"/>
              </a:xfrm>
            </p:spPr>
          </p:sp>
        </mc:Fallback>
      </mc:AlternateContent>
      <mc:AlternateContent xmlns:mc="http://schemas.openxmlformats.org/markup-compatibility/2006">
        <mc:Choice xmlns:p14="http://schemas.microsoft.com/office/powerpoint/2010/main" Requires="p14">
          <p:contentPart p14:bwMode="auto" r:id="rId46">
            <p14:nvContentPartPr>
              <p14:cNvPr id="1049372" name=""/>
              <p14:cNvContentPartPr/>
              <p14:nvPr/>
            </p14:nvContentPartPr>
            <p14:xfrm>
              <a:off x="4705220" y="2966262"/>
              <a:ext cx="145334" cy="21056"/>
            </p14:xfrm>
          </p:contentPart>
        </mc:Choice>
        <mc:Fallback>
          <p:sp>
            <p:nvSpPr>
              <p:cNvPr id="1049372" name=""/>
              <p:cNvSpPr/>
              <p:nvPr/>
            </p:nvSpPr>
            <p:spPr>
              <a:xfrm>
                <a:off x="4705220" y="2966262"/>
                <a:ext cx="145334" cy="21056"/>
              </a:xfrm>
            </p:spPr>
          </p:sp>
        </mc:Fallback>
      </mc:AlternateContent>
      <mc:AlternateContent xmlns:mc="http://schemas.openxmlformats.org/markup-compatibility/2006">
        <mc:Choice xmlns:p14="http://schemas.microsoft.com/office/powerpoint/2010/main" Requires="p14">
          <p:contentPart p14:bwMode="auto" r:id="rId47">
            <p14:nvContentPartPr>
              <p14:cNvPr id="1049373" name=""/>
              <p14:cNvContentPartPr/>
              <p14:nvPr/>
            </p14:nvContentPartPr>
            <p14:xfrm>
              <a:off x="4696315" y="3046415"/>
              <a:ext cx="149119" cy="6416"/>
            </p14:xfrm>
          </p:contentPart>
        </mc:Choice>
        <mc:Fallback>
          <p:sp>
            <p:nvSpPr>
              <p:cNvPr id="1049373" name=""/>
              <p:cNvSpPr/>
              <p:nvPr/>
            </p:nvSpPr>
            <p:spPr>
              <a:xfrm>
                <a:off x="4696315" y="3046415"/>
                <a:ext cx="149119" cy="6416"/>
              </a:xfrm>
            </p:spPr>
          </p:sp>
        </mc:Fallback>
      </mc:AlternateContent>
      <mc:AlternateContent xmlns:mc="http://schemas.openxmlformats.org/markup-compatibility/2006">
        <mc:Choice xmlns:p14="http://schemas.microsoft.com/office/powerpoint/2010/main" Requires="p14">
          <p:contentPart p14:bwMode="auto" r:id="rId48">
            <p14:nvContentPartPr>
              <p14:cNvPr id="1049374" name=""/>
              <p14:cNvContentPartPr/>
              <p14:nvPr/>
            </p14:nvContentPartPr>
            <p14:xfrm>
              <a:off x="5011304" y="2878198"/>
              <a:ext cx="8442" cy="219589"/>
            </p14:xfrm>
          </p:contentPart>
        </mc:Choice>
        <mc:Fallback>
          <p:sp>
            <p:nvSpPr>
              <p:cNvPr id="1049374" name=""/>
              <p:cNvSpPr/>
              <p:nvPr/>
            </p:nvSpPr>
            <p:spPr>
              <a:xfrm>
                <a:off x="5011304" y="2878198"/>
                <a:ext cx="8442" cy="219589"/>
              </a:xfrm>
            </p:spPr>
          </p:sp>
        </mc:Fallback>
      </mc:AlternateContent>
      <mc:AlternateContent xmlns:mc="http://schemas.openxmlformats.org/markup-compatibility/2006">
        <mc:Choice xmlns:p14="http://schemas.microsoft.com/office/powerpoint/2010/main" Requires="p14">
          <p:contentPart p14:bwMode="auto" r:id="rId49">
            <p14:nvContentPartPr>
              <p14:cNvPr id="1049375" name=""/>
              <p14:cNvContentPartPr/>
              <p14:nvPr/>
            </p14:nvContentPartPr>
            <p14:xfrm>
              <a:off x="5113021" y="3014248"/>
              <a:ext cx="156109" cy="6576"/>
            </p14:xfrm>
          </p:contentPart>
        </mc:Choice>
        <mc:Fallback>
          <p:sp>
            <p:nvSpPr>
              <p:cNvPr id="1049375" name=""/>
              <p:cNvSpPr/>
              <p:nvPr/>
            </p:nvSpPr>
            <p:spPr>
              <a:xfrm>
                <a:off x="5113021" y="3014248"/>
                <a:ext cx="156109" cy="6576"/>
              </a:xfrm>
            </p:spPr>
          </p:sp>
        </mc:Fallback>
      </mc:AlternateContent>
      <mc:AlternateContent xmlns:mc="http://schemas.openxmlformats.org/markup-compatibility/2006">
        <mc:Choice xmlns:p14="http://schemas.microsoft.com/office/powerpoint/2010/main" Requires="p14">
          <p:contentPart p14:bwMode="auto" r:id="rId50">
            <p14:nvContentPartPr>
              <p14:cNvPr id="1049376" name=""/>
              <p14:cNvContentPartPr/>
              <p14:nvPr/>
            </p14:nvContentPartPr>
            <p14:xfrm>
              <a:off x="5471087" y="2880446"/>
              <a:ext cx="228687" cy="261404"/>
            </p14:xfrm>
          </p:contentPart>
        </mc:Choice>
        <mc:Fallback>
          <p:sp>
            <p:nvSpPr>
              <p:cNvPr id="1049376" name=""/>
              <p:cNvSpPr/>
              <p:nvPr/>
            </p:nvSpPr>
            <p:spPr>
              <a:xfrm>
                <a:off x="5471087" y="2880446"/>
                <a:ext cx="228687" cy="261404"/>
              </a:xfrm>
            </p:spPr>
          </p:sp>
        </mc:Fallback>
      </mc:AlternateContent>
      <mc:AlternateContent xmlns:mc="http://schemas.openxmlformats.org/markup-compatibility/2006">
        <mc:Choice xmlns:p14="http://schemas.microsoft.com/office/powerpoint/2010/main" Requires="p14">
          <p:contentPart p14:bwMode="auto" r:id="rId51">
            <p14:nvContentPartPr>
              <p14:cNvPr id="1049377" name=""/>
              <p14:cNvContentPartPr/>
              <p14:nvPr/>
            </p14:nvContentPartPr>
            <p14:xfrm>
              <a:off x="1354228" y="1589408"/>
              <a:ext cx="329162" cy="12715"/>
            </p14:xfrm>
          </p:contentPart>
        </mc:Choice>
        <mc:Fallback>
          <p:sp>
            <p:nvSpPr>
              <p:cNvPr id="1049377" name=""/>
              <p:cNvSpPr/>
              <p:nvPr/>
            </p:nvSpPr>
            <p:spPr>
              <a:xfrm>
                <a:off x="1354228" y="1589408"/>
                <a:ext cx="329162" cy="12715"/>
              </a:xfrm>
            </p:spPr>
          </p:sp>
        </mc:Fallback>
      </mc:AlternateContent>
      <mc:AlternateContent xmlns:mc="http://schemas.openxmlformats.org/markup-compatibility/2006">
        <mc:Choice xmlns:p14="http://schemas.microsoft.com/office/powerpoint/2010/main" Requires="p14">
          <p:contentPart p14:bwMode="auto" r:id="rId52">
            <p14:nvContentPartPr>
              <p14:cNvPr id="1049378" name=""/>
              <p14:cNvContentPartPr/>
              <p14:nvPr/>
            </p14:nvContentPartPr>
            <p14:xfrm>
              <a:off x="1521566" y="1606810"/>
              <a:ext cx="7572" cy="257564"/>
            </p14:xfrm>
          </p:contentPart>
        </mc:Choice>
        <mc:Fallback>
          <p:sp>
            <p:nvSpPr>
              <p:cNvPr id="1049378" name=""/>
              <p:cNvSpPr/>
              <p:nvPr/>
            </p:nvSpPr>
            <p:spPr>
              <a:xfrm>
                <a:off x="1521566" y="1606810"/>
                <a:ext cx="7572" cy="257564"/>
              </a:xfrm>
            </p:spPr>
          </p:sp>
        </mc:Fallback>
      </mc:AlternateContent>
      <mc:AlternateContent xmlns:mc="http://schemas.openxmlformats.org/markup-compatibility/2006">
        <mc:Choice xmlns:p14="http://schemas.microsoft.com/office/powerpoint/2010/main" Requires="p14">
          <p:contentPart p14:bwMode="auto" r:id="rId53">
            <p14:nvContentPartPr>
              <p14:cNvPr id="1049379" name=""/>
              <p14:cNvContentPartPr/>
              <p14:nvPr/>
            </p14:nvContentPartPr>
            <p14:xfrm>
              <a:off x="1755466" y="1557241"/>
              <a:ext cx="5922" cy="249313"/>
            </p14:xfrm>
          </p:contentPart>
        </mc:Choice>
        <mc:Fallback>
          <p:sp>
            <p:nvSpPr>
              <p:cNvPr id="1049379" name=""/>
              <p:cNvSpPr/>
              <p:nvPr/>
            </p:nvSpPr>
            <p:spPr>
              <a:xfrm>
                <a:off x="1755466" y="1557241"/>
                <a:ext cx="5922" cy="249313"/>
              </a:xfrm>
            </p:spPr>
          </p:sp>
        </mc:Fallback>
      </mc:AlternateContent>
      <mc:AlternateContent xmlns:mc="http://schemas.openxmlformats.org/markup-compatibility/2006">
        <mc:Choice xmlns:p14="http://schemas.microsoft.com/office/powerpoint/2010/main" Requires="p14">
          <p:contentPart p14:bwMode="auto" r:id="rId54">
            <p14:nvContentPartPr>
              <p14:cNvPr id="1049380" name=""/>
              <p14:cNvContentPartPr/>
              <p14:nvPr/>
            </p14:nvContentPartPr>
            <p14:xfrm>
              <a:off x="1709998" y="1580226"/>
              <a:ext cx="202571" cy="18410"/>
            </p14:xfrm>
          </p:contentPart>
        </mc:Choice>
        <mc:Fallback>
          <p:sp>
            <p:nvSpPr>
              <p:cNvPr id="1049380" name=""/>
              <p:cNvSpPr/>
              <p:nvPr/>
            </p:nvSpPr>
            <p:spPr>
              <a:xfrm>
                <a:off x="1709998" y="1580226"/>
                <a:ext cx="202571" cy="18410"/>
              </a:xfrm>
            </p:spPr>
          </p:sp>
        </mc:Fallback>
      </mc:AlternateContent>
      <mc:AlternateContent xmlns:mc="http://schemas.openxmlformats.org/markup-compatibility/2006">
        <mc:Choice xmlns:p14="http://schemas.microsoft.com/office/powerpoint/2010/main" Requires="p14">
          <p:contentPart p14:bwMode="auto" r:id="rId55">
            <p14:nvContentPartPr>
              <p14:cNvPr id="1049381" name=""/>
              <p14:cNvContentPartPr/>
              <p14:nvPr/>
            </p14:nvContentPartPr>
            <p14:xfrm>
              <a:off x="1770934" y="1699093"/>
              <a:ext cx="145406" cy="11982"/>
            </p14:xfrm>
          </p:contentPart>
        </mc:Choice>
        <mc:Fallback>
          <p:sp>
            <p:nvSpPr>
              <p:cNvPr id="1049381" name=""/>
              <p:cNvSpPr/>
              <p:nvPr/>
            </p:nvSpPr>
            <p:spPr>
              <a:xfrm>
                <a:off x="1770934" y="1699093"/>
                <a:ext cx="145406" cy="11982"/>
              </a:xfrm>
            </p:spPr>
          </p:sp>
        </mc:Fallback>
      </mc:AlternateContent>
      <mc:AlternateContent xmlns:mc="http://schemas.openxmlformats.org/markup-compatibility/2006">
        <mc:Choice xmlns:p14="http://schemas.microsoft.com/office/powerpoint/2010/main" Requires="p14">
          <p:contentPart p14:bwMode="auto" r:id="rId56">
            <p14:nvContentPartPr>
              <p14:cNvPr id="1049382" name=""/>
              <p14:cNvContentPartPr/>
              <p14:nvPr/>
            </p14:nvContentPartPr>
            <p14:xfrm>
              <a:off x="1956085" y="1688010"/>
              <a:ext cx="142076" cy="4754"/>
            </p14:xfrm>
          </p:contentPart>
        </mc:Choice>
        <mc:Fallback>
          <p:sp>
            <p:nvSpPr>
              <p:cNvPr id="1049382" name=""/>
              <p:cNvSpPr/>
              <p:nvPr/>
            </p:nvSpPr>
            <p:spPr>
              <a:xfrm>
                <a:off x="1956085" y="1688010"/>
                <a:ext cx="142076" cy="4754"/>
              </a:xfrm>
            </p:spPr>
          </p:sp>
        </mc:Fallback>
      </mc:AlternateContent>
      <mc:AlternateContent xmlns:mc="http://schemas.openxmlformats.org/markup-compatibility/2006">
        <mc:Choice xmlns:p14="http://schemas.microsoft.com/office/powerpoint/2010/main" Requires="p14">
          <p:contentPart p14:bwMode="auto" r:id="rId57">
            <p14:nvContentPartPr>
              <p14:cNvPr id="1049383" name=""/>
              <p14:cNvContentPartPr/>
              <p14:nvPr/>
            </p14:nvContentPartPr>
            <p14:xfrm>
              <a:off x="1940148" y="1771864"/>
              <a:ext cx="155005" cy="7130"/>
            </p14:xfrm>
          </p:contentPart>
        </mc:Choice>
        <mc:Fallback>
          <p:sp>
            <p:nvSpPr>
              <p:cNvPr id="1049383" name=""/>
              <p:cNvSpPr/>
              <p:nvPr/>
            </p:nvSpPr>
            <p:spPr>
              <a:xfrm>
                <a:off x="1940148" y="1771864"/>
                <a:ext cx="155005" cy="7130"/>
              </a:xfrm>
            </p:spPr>
          </p:sp>
        </mc:Fallback>
      </mc:AlternateContent>
      <mc:AlternateContent xmlns:mc="http://schemas.openxmlformats.org/markup-compatibility/2006">
        <mc:Choice xmlns:p14="http://schemas.microsoft.com/office/powerpoint/2010/main" Requires="p14">
          <p:contentPart p14:bwMode="auto" r:id="rId58">
            <p14:nvContentPartPr>
              <p14:cNvPr id="1049384" name=""/>
              <p14:cNvContentPartPr/>
              <p14:nvPr/>
            </p14:nvContentPartPr>
            <p14:xfrm>
              <a:off x="2398045" y="1281449"/>
              <a:ext cx="217399" cy="389105"/>
            </p14:xfrm>
          </p:contentPart>
        </mc:Choice>
        <mc:Fallback>
          <p:sp>
            <p:nvSpPr>
              <p:cNvPr id="1049384" name=""/>
              <p:cNvSpPr/>
              <p:nvPr/>
            </p:nvSpPr>
            <p:spPr>
              <a:xfrm>
                <a:off x="2398045" y="1281449"/>
                <a:ext cx="217399" cy="389105"/>
              </a:xfrm>
            </p:spPr>
          </p:sp>
        </mc:Fallback>
      </mc:AlternateContent>
      <mc:AlternateContent xmlns:mc="http://schemas.openxmlformats.org/markup-compatibility/2006">
        <mc:Choice xmlns:p14="http://schemas.microsoft.com/office/powerpoint/2010/main" Requires="p14">
          <p:contentPart p14:bwMode="auto" r:id="rId59">
            <p14:nvContentPartPr>
              <p14:cNvPr id="1049385" name=""/>
              <p14:cNvContentPartPr/>
              <p14:nvPr/>
            </p14:nvContentPartPr>
            <p14:xfrm>
              <a:off x="2765123" y="1462850"/>
              <a:ext cx="46247" cy="178737"/>
            </p14:xfrm>
          </p:contentPart>
        </mc:Choice>
        <mc:Fallback>
          <p:sp>
            <p:nvSpPr>
              <p:cNvPr id="1049385" name=""/>
              <p:cNvSpPr/>
              <p:nvPr/>
            </p:nvSpPr>
            <p:spPr>
              <a:xfrm>
                <a:off x="2765123" y="1462850"/>
                <a:ext cx="46247" cy="178737"/>
              </a:xfrm>
            </p:spPr>
          </p:sp>
        </mc:Fallback>
      </mc:AlternateContent>
      <mc:AlternateContent xmlns:mc="http://schemas.openxmlformats.org/markup-compatibility/2006">
        <mc:Choice xmlns:p14="http://schemas.microsoft.com/office/powerpoint/2010/main" Requires="p14">
          <p:contentPart p14:bwMode="auto" r:id="rId60">
            <p14:nvContentPartPr>
              <p14:cNvPr id="1049386" name=""/>
              <p14:cNvContentPartPr/>
              <p14:nvPr/>
            </p14:nvContentPartPr>
            <p14:xfrm>
              <a:off x="0" y="0"/>
              <a:ext cx="0" cy="0"/>
            </p14:xfrm>
          </p:contentPart>
        </mc:Choice>
        <mc:Fallback>
          <p:sp>
            <p:nvSpPr>
              <p:cNvPr id="1049386"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61">
            <p14:nvContentPartPr>
              <p14:cNvPr id="1049387" name=""/>
              <p14:cNvContentPartPr/>
              <p14:nvPr/>
            </p14:nvContentPartPr>
            <p14:xfrm>
              <a:off x="2902456" y="1214148"/>
              <a:ext cx="321300" cy="269753"/>
            </p14:xfrm>
          </p:contentPart>
        </mc:Choice>
        <mc:Fallback>
          <p:sp>
            <p:nvSpPr>
              <p:cNvPr id="1049387" name=""/>
              <p:cNvSpPr/>
              <p:nvPr/>
            </p:nvSpPr>
            <p:spPr>
              <a:xfrm>
                <a:off x="2902456" y="1214148"/>
                <a:ext cx="321300" cy="269753"/>
              </a:xfrm>
            </p:spPr>
          </p:sp>
        </mc:Fallback>
      </mc:AlternateContent>
      <mc:AlternateContent xmlns:mc="http://schemas.openxmlformats.org/markup-compatibility/2006">
        <mc:Choice xmlns:p14="http://schemas.microsoft.com/office/powerpoint/2010/main" Requires="p14">
          <p:contentPart p14:bwMode="auto" r:id="rId62">
            <p14:nvContentPartPr>
              <p14:cNvPr id="1049388" name=""/>
              <p14:cNvContentPartPr/>
              <p14:nvPr/>
            </p14:nvContentPartPr>
            <p14:xfrm>
              <a:off x="3348767" y="1350265"/>
              <a:ext cx="16806" cy="236719"/>
            </p14:xfrm>
          </p:contentPart>
        </mc:Choice>
        <mc:Fallback>
          <p:sp>
            <p:nvSpPr>
              <p:cNvPr id="1049388" name=""/>
              <p:cNvSpPr/>
              <p:nvPr/>
            </p:nvSpPr>
            <p:spPr>
              <a:xfrm>
                <a:off x="3348767" y="1350265"/>
                <a:ext cx="16806" cy="236719"/>
              </a:xfrm>
            </p:spPr>
          </p:sp>
        </mc:Fallback>
      </mc:AlternateContent>
      <mc:AlternateContent xmlns:mc="http://schemas.openxmlformats.org/markup-compatibility/2006">
        <mc:Choice xmlns:p14="http://schemas.microsoft.com/office/powerpoint/2010/main" Requires="p14">
          <p:contentPart p14:bwMode="auto" r:id="rId63">
            <p14:nvContentPartPr>
              <p14:cNvPr id="1049389" name=""/>
              <p14:cNvContentPartPr/>
              <p14:nvPr/>
            </p14:nvContentPartPr>
            <p14:xfrm>
              <a:off x="3601816" y="1182048"/>
              <a:ext cx="6094" cy="281653"/>
            </p14:xfrm>
          </p:contentPart>
        </mc:Choice>
        <mc:Fallback>
          <p:sp>
            <p:nvSpPr>
              <p:cNvPr id="1049389" name=""/>
              <p:cNvSpPr/>
              <p:nvPr/>
            </p:nvSpPr>
            <p:spPr>
              <a:xfrm>
                <a:off x="3601816" y="1182048"/>
                <a:ext cx="6094" cy="281653"/>
              </a:xfrm>
            </p:spPr>
          </p:sp>
        </mc:Fallback>
      </mc:AlternateContent>
      <mc:AlternateContent xmlns:mc="http://schemas.openxmlformats.org/markup-compatibility/2006">
        <mc:Choice xmlns:p14="http://schemas.microsoft.com/office/powerpoint/2010/main" Requires="p14">
          <p:contentPart p14:bwMode="auto" r:id="rId64">
            <p14:nvContentPartPr>
              <p14:cNvPr id="1049390" name=""/>
              <p14:cNvContentPartPr/>
              <p14:nvPr/>
            </p14:nvContentPartPr>
            <p14:xfrm>
              <a:off x="3450414" y="1326008"/>
              <a:ext cx="289224" cy="3375"/>
            </p14:xfrm>
          </p:contentPart>
        </mc:Choice>
        <mc:Fallback>
          <p:sp>
            <p:nvSpPr>
              <p:cNvPr id="1049390" name=""/>
              <p:cNvSpPr/>
              <p:nvPr/>
            </p:nvSpPr>
            <p:spPr>
              <a:xfrm>
                <a:off x="3450414" y="1326008"/>
                <a:ext cx="289224" cy="3375"/>
              </a:xfrm>
            </p:spPr>
          </p:sp>
        </mc:Fallback>
      </mc:AlternateContent>
      <mc:AlternateContent xmlns:mc="http://schemas.openxmlformats.org/markup-compatibility/2006">
        <mc:Choice xmlns:p14="http://schemas.microsoft.com/office/powerpoint/2010/main" Requires="p14">
          <p:contentPart p14:bwMode="auto" r:id="rId65">
            <p14:nvContentPartPr>
              <p14:cNvPr id="1049391" name=""/>
              <p14:cNvContentPartPr/>
              <p14:nvPr/>
            </p14:nvContentPartPr>
            <p14:xfrm>
              <a:off x="3861370" y="1191970"/>
              <a:ext cx="266978" cy="365431"/>
            </p14:xfrm>
          </p:contentPart>
        </mc:Choice>
        <mc:Fallback>
          <p:sp>
            <p:nvSpPr>
              <p:cNvPr id="1049391" name=""/>
              <p:cNvSpPr/>
              <p:nvPr/>
            </p:nvSpPr>
            <p:spPr>
              <a:xfrm>
                <a:off x="3861370" y="1191970"/>
                <a:ext cx="266978" cy="365431"/>
              </a:xfrm>
            </p:spPr>
          </p:sp>
        </mc:Fallback>
      </mc:AlternateContent>
      <mc:AlternateContent xmlns:mc="http://schemas.openxmlformats.org/markup-compatibility/2006">
        <mc:Choice xmlns:p14="http://schemas.microsoft.com/office/powerpoint/2010/main" Requires="p14">
          <p:contentPart p14:bwMode="auto" r:id="rId66">
            <p14:nvContentPartPr>
              <p14:cNvPr id="1049392" name=""/>
              <p14:cNvContentPartPr/>
              <p14:nvPr/>
            </p14:nvContentPartPr>
            <p14:xfrm>
              <a:off x="4115102" y="1420308"/>
              <a:ext cx="208582" cy="236646"/>
            </p14:xfrm>
          </p:contentPart>
        </mc:Choice>
        <mc:Fallback>
          <p:sp>
            <p:nvSpPr>
              <p:cNvPr id="1049392" name=""/>
              <p:cNvSpPr/>
              <p:nvPr/>
            </p:nvSpPr>
            <p:spPr>
              <a:xfrm>
                <a:off x="4115102" y="1420308"/>
                <a:ext cx="208582" cy="236646"/>
              </a:xfrm>
            </p:spPr>
          </p:sp>
        </mc:Fallback>
      </mc:AlternateContent>
      <mc:AlternateContent xmlns:mc="http://schemas.openxmlformats.org/markup-compatibility/2006">
        <mc:Choice xmlns:p14="http://schemas.microsoft.com/office/powerpoint/2010/main" Requires="p14">
          <p:contentPart p14:bwMode="auto" r:id="rId67">
            <p14:nvContentPartPr>
              <p14:cNvPr id="1049393" name=""/>
              <p14:cNvContentPartPr/>
              <p14:nvPr/>
            </p14:nvContentPartPr>
            <p14:xfrm>
              <a:off x="4392395" y="1164771"/>
              <a:ext cx="259113" cy="240777"/>
            </p14:xfrm>
          </p:contentPart>
        </mc:Choice>
        <mc:Fallback>
          <p:sp>
            <p:nvSpPr>
              <p:cNvPr id="1049393" name=""/>
              <p:cNvSpPr/>
              <p:nvPr/>
            </p:nvSpPr>
            <p:spPr>
              <a:xfrm>
                <a:off x="4392395" y="1164771"/>
                <a:ext cx="259113" cy="240777"/>
              </a:xfrm>
            </p:spPr>
          </p:sp>
        </mc:Fallback>
      </mc:AlternateContent>
      <mc:AlternateContent xmlns:mc="http://schemas.openxmlformats.org/markup-compatibility/2006">
        <mc:Choice xmlns:p14="http://schemas.microsoft.com/office/powerpoint/2010/main" Requires="p14">
          <p:contentPart p14:bwMode="auto" r:id="rId68">
            <p14:nvContentPartPr>
              <p14:cNvPr id="1049394" name=""/>
              <p14:cNvContentPartPr/>
              <p14:nvPr/>
            </p14:nvContentPartPr>
            <p14:xfrm>
              <a:off x="0" y="0"/>
              <a:ext cx="0" cy="0"/>
            </p14:xfrm>
          </p:contentPart>
        </mc:Choice>
        <mc:Fallback>
          <p:sp>
            <p:nvSpPr>
              <p:cNvPr id="1049394"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69">
            <p14:nvContentPartPr>
              <p14:cNvPr id="1049395" name=""/>
              <p14:cNvContentPartPr/>
              <p14:nvPr/>
            </p14:nvContentPartPr>
            <p14:xfrm>
              <a:off x="4649693" y="1325691"/>
              <a:ext cx="360701" cy="240667"/>
            </p14:xfrm>
          </p:contentPart>
        </mc:Choice>
        <mc:Fallback>
          <p:sp>
            <p:nvSpPr>
              <p:cNvPr id="1049395" name=""/>
              <p:cNvSpPr/>
              <p:nvPr/>
            </p:nvSpPr>
            <p:spPr>
              <a:xfrm>
                <a:off x="4649693" y="1325691"/>
                <a:ext cx="360701" cy="240667"/>
              </a:xfrm>
            </p:spPr>
          </p:sp>
        </mc:Fallback>
      </mc:AlternateContent>
      <mc:AlternateContent xmlns:mc="http://schemas.openxmlformats.org/markup-compatibility/2006">
        <mc:Choice xmlns:p14="http://schemas.microsoft.com/office/powerpoint/2010/main" Requires="p14">
          <p:contentPart p14:bwMode="auto" r:id="rId70">
            <p14:nvContentPartPr>
              <p14:cNvPr id="1049396" name=""/>
              <p14:cNvContentPartPr/>
              <p14:nvPr/>
            </p14:nvContentPartPr>
            <p14:xfrm>
              <a:off x="2147798" y="1719579"/>
              <a:ext cx="2900215" cy="153795"/>
            </p14:xfrm>
          </p:contentPart>
        </mc:Choice>
        <mc:Fallback>
          <p:sp>
            <p:nvSpPr>
              <p:cNvPr id="1049396" name=""/>
              <p:cNvSpPr/>
              <p:nvPr/>
            </p:nvSpPr>
            <p:spPr>
              <a:xfrm>
                <a:off x="2147798" y="1719579"/>
                <a:ext cx="2900215" cy="153795"/>
              </a:xfrm>
            </p:spPr>
          </p:sp>
        </mc:Fallback>
      </mc:AlternateContent>
      <mc:AlternateContent xmlns:mc="http://schemas.openxmlformats.org/markup-compatibility/2006">
        <mc:Choice xmlns:p14="http://schemas.microsoft.com/office/powerpoint/2010/main" Requires="p14">
          <p:contentPart p14:bwMode="auto" r:id="rId71">
            <p14:nvContentPartPr>
              <p14:cNvPr id="1049397" name=""/>
              <p14:cNvContentPartPr/>
              <p14:nvPr/>
            </p14:nvContentPartPr>
            <p14:xfrm>
              <a:off x="3302340" y="1824895"/>
              <a:ext cx="429900" cy="266463"/>
            </p14:xfrm>
          </p:contentPart>
        </mc:Choice>
        <mc:Fallback>
          <p:sp>
            <p:nvSpPr>
              <p:cNvPr id="1049397" name=""/>
              <p:cNvSpPr/>
              <p:nvPr/>
            </p:nvSpPr>
            <p:spPr>
              <a:xfrm>
                <a:off x="3302340" y="1824895"/>
                <a:ext cx="429900" cy="266463"/>
              </a:xfrm>
            </p:spPr>
          </p:sp>
        </mc:Fallback>
      </mc:AlternateContent>
      <mc:AlternateContent xmlns:mc="http://schemas.openxmlformats.org/markup-compatibility/2006">
        <mc:Choice xmlns:p14="http://schemas.microsoft.com/office/powerpoint/2010/main" Requires="p14">
          <p:contentPart p14:bwMode="auto" r:id="rId72">
            <p14:nvContentPartPr>
              <p14:cNvPr id="1049398" name=""/>
              <p14:cNvContentPartPr/>
              <p14:nvPr/>
            </p14:nvContentPartPr>
            <p14:xfrm>
              <a:off x="2469498" y="3113311"/>
              <a:ext cx="263244" cy="262642"/>
            </p14:xfrm>
          </p:contentPart>
        </mc:Choice>
        <mc:Fallback>
          <p:sp>
            <p:nvSpPr>
              <p:cNvPr id="1049398" name=""/>
              <p:cNvSpPr/>
              <p:nvPr/>
            </p:nvSpPr>
            <p:spPr>
              <a:xfrm>
                <a:off x="2469498" y="3113311"/>
                <a:ext cx="263244" cy="262642"/>
              </a:xfrm>
            </p:spPr>
          </p:sp>
        </mc:Fallback>
      </mc:AlternateContent>
      <mc:AlternateContent xmlns:mc="http://schemas.openxmlformats.org/markup-compatibility/2006">
        <mc:Choice xmlns:p14="http://schemas.microsoft.com/office/powerpoint/2010/main" Requires="p14">
          <p:contentPart p14:bwMode="auto" r:id="rId73">
            <p14:nvContentPartPr>
              <p14:cNvPr id="1049399" name=""/>
              <p14:cNvContentPartPr/>
              <p14:nvPr/>
            </p14:nvContentPartPr>
            <p14:xfrm>
              <a:off x="4074037" y="3297902"/>
              <a:ext cx="300654" cy="177340"/>
            </p14:xfrm>
          </p:contentPart>
        </mc:Choice>
        <mc:Fallback>
          <p:sp>
            <p:nvSpPr>
              <p:cNvPr id="1049399" name=""/>
              <p:cNvSpPr/>
              <p:nvPr/>
            </p:nvSpPr>
            <p:spPr>
              <a:xfrm>
                <a:off x="4074037" y="3297902"/>
                <a:ext cx="300654" cy="177340"/>
              </a:xfrm>
            </p:spPr>
          </p:sp>
        </mc:Fallback>
      </mc:AlternateContent>
      <mc:AlternateContent xmlns:mc="http://schemas.openxmlformats.org/markup-compatibility/2006">
        <mc:Choice xmlns:p14="http://schemas.microsoft.com/office/powerpoint/2010/main" Requires="p14">
          <p:contentPart p14:bwMode="auto" r:id="rId74">
            <p14:nvContentPartPr>
              <p14:cNvPr id="1049400" name=""/>
              <p14:cNvContentPartPr/>
              <p14:nvPr/>
            </p14:nvContentPartPr>
            <p14:xfrm>
              <a:off x="4393964" y="3491476"/>
              <a:ext cx="205511" cy="207076"/>
            </p14:xfrm>
          </p:contentPart>
        </mc:Choice>
        <mc:Fallback>
          <p:sp>
            <p:nvSpPr>
              <p:cNvPr id="1049400" name=""/>
              <p:cNvSpPr/>
              <p:nvPr/>
            </p:nvSpPr>
            <p:spPr>
              <a:xfrm>
                <a:off x="4393964" y="3491476"/>
                <a:ext cx="205511" cy="207076"/>
              </a:xfrm>
            </p:spPr>
          </p:sp>
        </mc:Fallback>
      </mc:AlternateContent>
      <mc:AlternateContent xmlns:mc="http://schemas.openxmlformats.org/markup-compatibility/2006">
        <mc:Choice xmlns:p14="http://schemas.microsoft.com/office/powerpoint/2010/main" Requires="p14">
          <p:contentPart p14:bwMode="auto" r:id="rId75">
            <p14:nvContentPartPr>
              <p14:cNvPr id="1049401" name=""/>
              <p14:cNvContentPartPr/>
              <p14:nvPr/>
            </p14:nvContentPartPr>
            <p14:xfrm>
              <a:off x="4559444" y="3370440"/>
              <a:ext cx="191100" cy="867"/>
            </p14:xfrm>
          </p:contentPart>
        </mc:Choice>
        <mc:Fallback>
          <p:sp>
            <p:nvSpPr>
              <p:cNvPr id="1049401" name=""/>
              <p:cNvSpPr/>
              <p:nvPr/>
            </p:nvSpPr>
            <p:spPr>
              <a:xfrm>
                <a:off x="4559444" y="3370440"/>
                <a:ext cx="191100" cy="867"/>
              </a:xfrm>
            </p:spPr>
          </p:sp>
        </mc:Fallback>
      </mc:AlternateContent>
      <mc:AlternateContent xmlns:mc="http://schemas.openxmlformats.org/markup-compatibility/2006">
        <mc:Choice xmlns:p14="http://schemas.microsoft.com/office/powerpoint/2010/main" Requires="p14">
          <p:contentPart p14:bwMode="auto" r:id="rId76">
            <p14:nvContentPartPr>
              <p14:cNvPr id="1049402" name=""/>
              <p14:cNvContentPartPr/>
              <p14:nvPr/>
            </p14:nvContentPartPr>
            <p14:xfrm>
              <a:off x="4607255" y="3432683"/>
              <a:ext cx="177226" cy="3955"/>
            </p14:xfrm>
          </p:contentPart>
        </mc:Choice>
        <mc:Fallback>
          <p:sp>
            <p:nvSpPr>
              <p:cNvPr id="1049402" name=""/>
              <p:cNvSpPr/>
              <p:nvPr/>
            </p:nvSpPr>
            <p:spPr>
              <a:xfrm>
                <a:off x="4607255" y="3432683"/>
                <a:ext cx="177226" cy="3955"/>
              </a:xfrm>
            </p:spPr>
          </p:sp>
        </mc:Fallback>
      </mc:AlternateContent>
      <mc:AlternateContent xmlns:mc="http://schemas.openxmlformats.org/markup-compatibility/2006">
        <mc:Choice xmlns:p14="http://schemas.microsoft.com/office/powerpoint/2010/main" Requires="p14">
          <p:contentPart p14:bwMode="auto" r:id="rId77">
            <p14:nvContentPartPr>
              <p14:cNvPr id="1049403" name=""/>
              <p14:cNvContentPartPr/>
              <p14:nvPr/>
            </p14:nvContentPartPr>
            <p14:xfrm>
              <a:off x="4878184" y="3258137"/>
              <a:ext cx="13078" cy="282343"/>
            </p14:xfrm>
          </p:contentPart>
        </mc:Choice>
        <mc:Fallback>
          <p:sp>
            <p:nvSpPr>
              <p:cNvPr id="1049403" name=""/>
              <p:cNvSpPr/>
              <p:nvPr/>
            </p:nvSpPr>
            <p:spPr>
              <a:xfrm>
                <a:off x="4878184" y="3258137"/>
                <a:ext cx="13078" cy="282343"/>
              </a:xfrm>
            </p:spPr>
          </p:sp>
        </mc:Fallback>
      </mc:AlternateContent>
      <mc:AlternateContent xmlns:mc="http://schemas.openxmlformats.org/markup-compatibility/2006">
        <mc:Choice xmlns:p14="http://schemas.microsoft.com/office/powerpoint/2010/main" Requires="p14">
          <p:contentPart p14:bwMode="auto" r:id="rId78">
            <p14:nvContentPartPr>
              <p14:cNvPr id="1049404" name=""/>
              <p14:cNvContentPartPr/>
              <p14:nvPr/>
            </p14:nvContentPartPr>
            <p14:xfrm>
              <a:off x="4990212" y="3397088"/>
              <a:ext cx="116158" cy="16104"/>
            </p14:xfrm>
          </p:contentPart>
        </mc:Choice>
        <mc:Fallback>
          <p:sp>
            <p:nvSpPr>
              <p:cNvPr id="1049404" name=""/>
              <p:cNvSpPr/>
              <p:nvPr/>
            </p:nvSpPr>
            <p:spPr>
              <a:xfrm>
                <a:off x="4990212" y="3397088"/>
                <a:ext cx="116158" cy="16104"/>
              </a:xfrm>
            </p:spPr>
          </p:sp>
        </mc:Fallback>
      </mc:AlternateContent>
      <mc:AlternateContent xmlns:mc="http://schemas.openxmlformats.org/markup-compatibility/2006">
        <mc:Choice xmlns:p14="http://schemas.microsoft.com/office/powerpoint/2010/main" Requires="p14">
          <p:contentPart p14:bwMode="auto" r:id="rId79">
            <p14:nvContentPartPr>
              <p14:cNvPr id="1049405" name=""/>
              <p14:cNvContentPartPr/>
              <p14:nvPr/>
            </p14:nvContentPartPr>
            <p14:xfrm>
              <a:off x="5215764" y="3249172"/>
              <a:ext cx="95567" cy="476370"/>
            </p14:xfrm>
          </p:contentPart>
        </mc:Choice>
        <mc:Fallback>
          <p:sp>
            <p:nvSpPr>
              <p:cNvPr id="1049405" name=""/>
              <p:cNvSpPr/>
              <p:nvPr/>
            </p:nvSpPr>
            <p:spPr>
              <a:xfrm>
                <a:off x="5215764" y="3249172"/>
                <a:ext cx="95567" cy="476370"/>
              </a:xfrm>
            </p:spPr>
          </p:sp>
        </mc:Fallback>
      </mc:AlternateContent>
      <mc:AlternateContent xmlns:mc="http://schemas.openxmlformats.org/markup-compatibility/2006">
        <mc:Choice xmlns:p14="http://schemas.microsoft.com/office/powerpoint/2010/main" Requires="p14">
          <p:contentPart p14:bwMode="auto" r:id="rId80">
            <p14:nvContentPartPr>
              <p14:cNvPr id="1049406" name=""/>
              <p14:cNvContentPartPr/>
              <p14:nvPr/>
            </p14:nvContentPartPr>
            <p14:xfrm>
              <a:off x="5288328" y="3449718"/>
              <a:ext cx="154830" cy="6152"/>
            </p14:xfrm>
          </p:contentPart>
        </mc:Choice>
        <mc:Fallback>
          <p:sp>
            <p:nvSpPr>
              <p:cNvPr id="1049406" name=""/>
              <p:cNvSpPr/>
              <p:nvPr/>
            </p:nvSpPr>
            <p:spPr>
              <a:xfrm>
                <a:off x="5288328" y="3449718"/>
                <a:ext cx="154830" cy="6152"/>
              </a:xfrm>
            </p:spPr>
          </p:sp>
        </mc:Fallback>
      </mc:AlternateContent>
      <mc:AlternateContent xmlns:mc="http://schemas.openxmlformats.org/markup-compatibility/2006">
        <mc:Choice xmlns:p14="http://schemas.microsoft.com/office/powerpoint/2010/main" Requires="p14">
          <p:contentPart p14:bwMode="auto" r:id="rId81">
            <p14:nvContentPartPr>
              <p14:cNvPr id="1049407" name=""/>
              <p14:cNvContentPartPr/>
              <p14:nvPr/>
            </p14:nvContentPartPr>
            <p14:xfrm>
              <a:off x="5555774" y="3361255"/>
              <a:ext cx="249962" cy="247883"/>
            </p14:xfrm>
          </p:contentPart>
        </mc:Choice>
        <mc:Fallback>
          <p:sp>
            <p:nvSpPr>
              <p:cNvPr id="1049407" name=""/>
              <p:cNvSpPr/>
              <p:nvPr/>
            </p:nvSpPr>
            <p:spPr>
              <a:xfrm>
                <a:off x="5555774" y="3361255"/>
                <a:ext cx="249962" cy="247883"/>
              </a:xfrm>
            </p:spPr>
          </p:sp>
        </mc:Fallback>
      </mc:AlternateContent>
      <mc:AlternateContent xmlns:mc="http://schemas.openxmlformats.org/markup-compatibility/2006">
        <mc:Choice xmlns:p14="http://schemas.microsoft.com/office/powerpoint/2010/main" Requires="p14">
          <p:contentPart p14:bwMode="auto" r:id="rId82">
            <p14:nvContentPartPr>
              <p14:cNvPr id="1049408" name=""/>
              <p14:cNvContentPartPr/>
              <p14:nvPr/>
            </p14:nvContentPartPr>
            <p14:xfrm>
              <a:off x="5860635" y="3548076"/>
              <a:ext cx="164783" cy="244594"/>
            </p14:xfrm>
          </p:contentPart>
        </mc:Choice>
        <mc:Fallback>
          <p:sp>
            <p:nvSpPr>
              <p:cNvPr id="1049408" name=""/>
              <p:cNvSpPr/>
              <p:nvPr/>
            </p:nvSpPr>
            <p:spPr>
              <a:xfrm>
                <a:off x="5860635" y="3548076"/>
                <a:ext cx="164783" cy="244594"/>
              </a:xfrm>
            </p:spPr>
          </p:sp>
        </mc:Fallback>
      </mc:AlternateContent>
      <mc:AlternateContent xmlns:mc="http://schemas.openxmlformats.org/markup-compatibility/2006">
        <mc:Choice xmlns:p14="http://schemas.microsoft.com/office/powerpoint/2010/main" Requires="p14">
          <p:contentPart p14:bwMode="auto" r:id="rId83">
            <p14:nvContentPartPr>
              <p14:cNvPr id="1049409" name=""/>
              <p14:cNvContentPartPr/>
              <p14:nvPr/>
            </p14:nvContentPartPr>
            <p14:xfrm>
              <a:off x="6113771" y="3375337"/>
              <a:ext cx="34811" cy="249871"/>
            </p14:xfrm>
          </p:contentPart>
        </mc:Choice>
        <mc:Fallback>
          <p:sp>
            <p:nvSpPr>
              <p:cNvPr id="1049409" name=""/>
              <p:cNvSpPr/>
              <p:nvPr/>
            </p:nvSpPr>
            <p:spPr>
              <a:xfrm>
                <a:off x="6113771" y="3375337"/>
                <a:ext cx="34811" cy="249871"/>
              </a:xfrm>
            </p:spPr>
          </p:sp>
        </mc:Fallback>
      </mc:AlternateContent>
      <mc:AlternateContent xmlns:mc="http://schemas.openxmlformats.org/markup-compatibility/2006">
        <mc:Choice xmlns:p14="http://schemas.microsoft.com/office/powerpoint/2010/main" Requires="p14">
          <p:contentPart p14:bwMode="auto" r:id="rId84">
            <p14:nvContentPartPr>
              <p14:cNvPr id="1049410" name=""/>
              <p14:cNvContentPartPr/>
              <p14:nvPr/>
            </p14:nvContentPartPr>
            <p14:xfrm>
              <a:off x="6123615" y="3506413"/>
              <a:ext cx="152620" cy="12400"/>
            </p14:xfrm>
          </p:contentPart>
        </mc:Choice>
        <mc:Fallback>
          <p:sp>
            <p:nvSpPr>
              <p:cNvPr id="1049410" name=""/>
              <p:cNvSpPr/>
              <p:nvPr/>
            </p:nvSpPr>
            <p:spPr>
              <a:xfrm>
                <a:off x="6123615" y="3506413"/>
                <a:ext cx="152620" cy="12400"/>
              </a:xfrm>
            </p:spPr>
          </p:sp>
        </mc:Fallback>
      </mc:AlternateContent>
      <mc:AlternateContent xmlns:mc="http://schemas.openxmlformats.org/markup-compatibility/2006">
        <mc:Choice xmlns:p14="http://schemas.microsoft.com/office/powerpoint/2010/main" Requires="p14">
          <p:contentPart p14:bwMode="auto" r:id="rId85">
            <p14:nvContentPartPr>
              <p14:cNvPr id="1049411" name=""/>
              <p14:cNvContentPartPr/>
              <p14:nvPr/>
            </p14:nvContentPartPr>
            <p14:xfrm>
              <a:off x="6310172" y="3372040"/>
              <a:ext cx="13593" cy="243362"/>
            </p14:xfrm>
          </p:contentPart>
        </mc:Choice>
        <mc:Fallback>
          <p:sp>
            <p:nvSpPr>
              <p:cNvPr id="1049411" name=""/>
              <p:cNvSpPr/>
              <p:nvPr/>
            </p:nvSpPr>
            <p:spPr>
              <a:xfrm>
                <a:off x="6310172" y="3372040"/>
                <a:ext cx="13593" cy="243362"/>
              </a:xfrm>
            </p:spPr>
          </p:sp>
        </mc:Fallback>
      </mc:AlternateContent>
      <mc:AlternateContent xmlns:mc="http://schemas.openxmlformats.org/markup-compatibility/2006">
        <mc:Choice xmlns:p14="http://schemas.microsoft.com/office/powerpoint/2010/main" Requires="p14">
          <p:contentPart p14:bwMode="auto" r:id="rId86">
            <p14:nvContentPartPr>
              <p14:cNvPr id="1049412" name=""/>
              <p14:cNvContentPartPr/>
              <p14:nvPr/>
            </p14:nvContentPartPr>
            <p14:xfrm>
              <a:off x="6388089" y="3532084"/>
              <a:ext cx="38797" cy="208985"/>
            </p14:xfrm>
          </p:contentPart>
        </mc:Choice>
        <mc:Fallback>
          <p:sp>
            <p:nvSpPr>
              <p:cNvPr id="1049412" name=""/>
              <p:cNvSpPr/>
              <p:nvPr/>
            </p:nvSpPr>
            <p:spPr>
              <a:xfrm>
                <a:off x="6388089" y="3532084"/>
                <a:ext cx="38797" cy="208985"/>
              </a:xfrm>
            </p:spPr>
          </p:sp>
        </mc:Fallback>
      </mc:AlternateContent>
      <mc:AlternateContent xmlns:mc="http://schemas.openxmlformats.org/markup-compatibility/2006">
        <mc:Choice xmlns:p14="http://schemas.microsoft.com/office/powerpoint/2010/main" Requires="p14">
          <p:contentPart p14:bwMode="auto" r:id="rId87">
            <p14:nvContentPartPr>
              <p14:cNvPr id="1049413" name=""/>
              <p14:cNvContentPartPr/>
              <p14:nvPr/>
            </p14:nvContentPartPr>
            <p14:xfrm>
              <a:off x="5224851" y="3895825"/>
              <a:ext cx="194040" cy="4070"/>
            </p14:xfrm>
          </p:contentPart>
        </mc:Choice>
        <mc:Fallback>
          <p:sp>
            <p:nvSpPr>
              <p:cNvPr id="1049413" name=""/>
              <p:cNvSpPr/>
              <p:nvPr/>
            </p:nvSpPr>
            <p:spPr>
              <a:xfrm>
                <a:off x="5224851" y="3895825"/>
                <a:ext cx="194040" cy="4070"/>
              </a:xfrm>
            </p:spPr>
          </p:sp>
        </mc:Fallback>
      </mc:AlternateContent>
      <mc:AlternateContent xmlns:mc="http://schemas.openxmlformats.org/markup-compatibility/2006">
        <mc:Choice xmlns:p14="http://schemas.microsoft.com/office/powerpoint/2010/main" Requires="p14">
          <p:contentPart p14:bwMode="auto" r:id="rId88">
            <p14:nvContentPartPr>
              <p14:cNvPr id="1049414" name=""/>
              <p14:cNvContentPartPr/>
              <p14:nvPr/>
            </p14:nvContentPartPr>
            <p14:xfrm>
              <a:off x="5515537" y="3815786"/>
              <a:ext cx="255589" cy="347449"/>
            </p14:xfrm>
          </p:contentPart>
        </mc:Choice>
        <mc:Fallback>
          <p:sp>
            <p:nvSpPr>
              <p:cNvPr id="1049414" name=""/>
              <p:cNvSpPr/>
              <p:nvPr/>
            </p:nvSpPr>
            <p:spPr>
              <a:xfrm>
                <a:off x="5515537" y="3815786"/>
                <a:ext cx="255589" cy="347449"/>
              </a:xfrm>
            </p:spPr>
          </p:sp>
        </mc:Fallback>
      </mc:AlternateContent>
      <mc:AlternateContent xmlns:mc="http://schemas.openxmlformats.org/markup-compatibility/2006">
        <mc:Choice xmlns:p14="http://schemas.microsoft.com/office/powerpoint/2010/main" Requires="p14">
          <p:contentPart p14:bwMode="auto" r:id="rId89">
            <p14:nvContentPartPr>
              <p14:cNvPr id="1049415" name=""/>
              <p14:cNvContentPartPr/>
              <p14:nvPr/>
            </p14:nvContentPartPr>
            <p14:xfrm>
              <a:off x="5832678" y="4056248"/>
              <a:ext cx="162005" cy="246907"/>
            </p14:xfrm>
          </p:contentPart>
        </mc:Choice>
        <mc:Fallback>
          <p:sp>
            <p:nvSpPr>
              <p:cNvPr id="1049415" name=""/>
              <p:cNvSpPr/>
              <p:nvPr/>
            </p:nvSpPr>
            <p:spPr>
              <a:xfrm>
                <a:off x="5832678" y="4056248"/>
                <a:ext cx="162005" cy="246907"/>
              </a:xfrm>
            </p:spPr>
          </p:sp>
        </mc:Fallback>
      </mc:AlternateContent>
      <mc:AlternateContent xmlns:mc="http://schemas.openxmlformats.org/markup-compatibility/2006">
        <mc:Choice xmlns:p14="http://schemas.microsoft.com/office/powerpoint/2010/main" Requires="p14">
          <p:contentPart p14:bwMode="auto" r:id="rId90">
            <p14:nvContentPartPr>
              <p14:cNvPr id="1049416" name=""/>
              <p14:cNvContentPartPr/>
              <p14:nvPr/>
            </p14:nvContentPartPr>
            <p14:xfrm>
              <a:off x="6057582" y="3886359"/>
              <a:ext cx="254079" cy="372436"/>
            </p14:xfrm>
          </p:contentPart>
        </mc:Choice>
        <mc:Fallback>
          <p:sp>
            <p:nvSpPr>
              <p:cNvPr id="1049416" name=""/>
              <p:cNvSpPr/>
              <p:nvPr/>
            </p:nvSpPr>
            <p:spPr>
              <a:xfrm>
                <a:off x="6057582" y="3886359"/>
                <a:ext cx="254079" cy="372436"/>
              </a:xfrm>
            </p:spPr>
          </p:sp>
        </mc:Fallback>
      </mc:AlternateContent>
      <mc:AlternateContent xmlns:mc="http://schemas.openxmlformats.org/markup-compatibility/2006">
        <mc:Choice xmlns:p14="http://schemas.microsoft.com/office/powerpoint/2010/main" Requires="p14">
          <p:contentPart p14:bwMode="auto" r:id="rId91">
            <p14:nvContentPartPr>
              <p14:cNvPr id="1049417" name=""/>
              <p14:cNvContentPartPr/>
              <p14:nvPr/>
            </p14:nvContentPartPr>
            <p14:xfrm>
              <a:off x="6375795" y="4106626"/>
              <a:ext cx="112502" cy="292174"/>
            </p14:xfrm>
          </p:contentPart>
        </mc:Choice>
        <mc:Fallback>
          <p:sp>
            <p:nvSpPr>
              <p:cNvPr id="1049417" name=""/>
              <p:cNvSpPr/>
              <p:nvPr/>
            </p:nvSpPr>
            <p:spPr>
              <a:xfrm>
                <a:off x="6375795" y="4106626"/>
                <a:ext cx="112502" cy="292174"/>
              </a:xfrm>
            </p:spPr>
          </p:sp>
        </mc:Fallback>
      </mc:AlternateContent>
      <mc:AlternateContent xmlns:mc="http://schemas.openxmlformats.org/markup-compatibility/2006">
        <mc:Choice xmlns:p14="http://schemas.microsoft.com/office/powerpoint/2010/main" Requires="p14">
          <p:contentPart p14:bwMode="auto" r:id="rId92">
            <p14:nvContentPartPr>
              <p14:cNvPr id="1049418" name=""/>
              <p14:cNvContentPartPr/>
              <p14:nvPr/>
            </p14:nvContentPartPr>
            <p14:xfrm>
              <a:off x="6631755" y="3970030"/>
              <a:ext cx="44499" cy="280535"/>
            </p14:xfrm>
          </p:contentPart>
        </mc:Choice>
        <mc:Fallback>
          <p:sp>
            <p:nvSpPr>
              <p:cNvPr id="1049418" name=""/>
              <p:cNvSpPr/>
              <p:nvPr/>
            </p:nvSpPr>
            <p:spPr>
              <a:xfrm>
                <a:off x="6631755" y="3970030"/>
                <a:ext cx="44499" cy="280535"/>
              </a:xfrm>
            </p:spPr>
          </p:sp>
        </mc:Fallback>
      </mc:AlternateContent>
      <mc:AlternateContent xmlns:mc="http://schemas.openxmlformats.org/markup-compatibility/2006">
        <mc:Choice xmlns:p14="http://schemas.microsoft.com/office/powerpoint/2010/main" Requires="p14">
          <p:contentPart p14:bwMode="auto" r:id="rId93">
            <p14:nvContentPartPr>
              <p14:cNvPr id="1049419" name=""/>
              <p14:cNvContentPartPr/>
              <p14:nvPr/>
            </p14:nvContentPartPr>
            <p14:xfrm>
              <a:off x="6610163" y="4080489"/>
              <a:ext cx="203744" cy="9474"/>
            </p14:xfrm>
          </p:contentPart>
        </mc:Choice>
        <mc:Fallback>
          <p:sp>
            <p:nvSpPr>
              <p:cNvPr id="1049419" name=""/>
              <p:cNvSpPr/>
              <p:nvPr/>
            </p:nvSpPr>
            <p:spPr>
              <a:xfrm>
                <a:off x="6610163" y="4080489"/>
                <a:ext cx="203744" cy="9474"/>
              </a:xfrm>
            </p:spPr>
          </p:sp>
        </mc:Fallback>
      </mc:AlternateContent>
      <mc:AlternateContent xmlns:mc="http://schemas.openxmlformats.org/markup-compatibility/2006">
        <mc:Choice xmlns:p14="http://schemas.microsoft.com/office/powerpoint/2010/main" Requires="p14">
          <p:contentPart p14:bwMode="auto" r:id="rId94">
            <p14:nvContentPartPr>
              <p14:cNvPr id="1049420" name=""/>
              <p14:cNvContentPartPr/>
              <p14:nvPr/>
            </p14:nvContentPartPr>
            <p14:xfrm>
              <a:off x="6818591" y="3949728"/>
              <a:ext cx="31947" cy="248628"/>
            </p14:xfrm>
          </p:contentPart>
        </mc:Choice>
        <mc:Fallback>
          <p:sp>
            <p:nvSpPr>
              <p:cNvPr id="1049420" name=""/>
              <p:cNvSpPr/>
              <p:nvPr/>
            </p:nvSpPr>
            <p:spPr>
              <a:xfrm>
                <a:off x="6818591" y="3949728"/>
                <a:ext cx="31947" cy="248628"/>
              </a:xfrm>
            </p:spPr>
          </p:sp>
        </mc:Fallback>
      </mc:AlternateContent>
      <mc:AlternateContent xmlns:mc="http://schemas.openxmlformats.org/markup-compatibility/2006">
        <mc:Choice xmlns:p14="http://schemas.microsoft.com/office/powerpoint/2010/main" Requires="p14">
          <p:contentPart p14:bwMode="auto" r:id="rId95">
            <p14:nvContentPartPr>
              <p14:cNvPr id="1049421" name=""/>
              <p14:cNvContentPartPr/>
              <p14:nvPr/>
            </p14:nvContentPartPr>
            <p14:xfrm>
              <a:off x="6907341" y="4164655"/>
              <a:ext cx="206564" cy="329235"/>
            </p14:xfrm>
          </p:contentPart>
        </mc:Choice>
        <mc:Fallback>
          <p:sp>
            <p:nvSpPr>
              <p:cNvPr id="1049421" name=""/>
              <p:cNvSpPr/>
              <p:nvPr/>
            </p:nvSpPr>
            <p:spPr>
              <a:xfrm>
                <a:off x="6907341" y="4164655"/>
                <a:ext cx="206564" cy="329235"/>
              </a:xfrm>
            </p:spPr>
          </p:sp>
        </mc:Fallback>
      </mc:AlternateContent>
      <mc:AlternateContent xmlns:mc="http://schemas.openxmlformats.org/markup-compatibility/2006">
        <mc:Choice xmlns:p14="http://schemas.microsoft.com/office/powerpoint/2010/main" Requires="p14">
          <p:contentPart p14:bwMode="auto" r:id="rId96">
            <p14:nvContentPartPr>
              <p14:cNvPr id="1049422" name=""/>
              <p14:cNvContentPartPr/>
              <p14:nvPr/>
            </p14:nvContentPartPr>
            <p14:xfrm>
              <a:off x="5353482" y="4379763"/>
              <a:ext cx="218431" cy="10255"/>
            </p14:xfrm>
          </p:contentPart>
        </mc:Choice>
        <mc:Fallback>
          <p:sp>
            <p:nvSpPr>
              <p:cNvPr id="1049422" name=""/>
              <p:cNvSpPr/>
              <p:nvPr/>
            </p:nvSpPr>
            <p:spPr>
              <a:xfrm>
                <a:off x="5353482" y="4379763"/>
                <a:ext cx="218431" cy="10255"/>
              </a:xfrm>
            </p:spPr>
          </p:sp>
        </mc:Fallback>
      </mc:AlternateContent>
      <mc:AlternateContent xmlns:mc="http://schemas.openxmlformats.org/markup-compatibility/2006">
        <mc:Choice xmlns:p14="http://schemas.microsoft.com/office/powerpoint/2010/main" Requires="p14">
          <p:contentPart p14:bwMode="auto" r:id="rId97">
            <p14:nvContentPartPr>
              <p14:cNvPr id="1049423" name=""/>
              <p14:cNvContentPartPr/>
              <p14:nvPr/>
            </p14:nvContentPartPr>
            <p14:xfrm>
              <a:off x="5782134" y="4405866"/>
              <a:ext cx="265436" cy="289111"/>
            </p14:xfrm>
          </p:contentPart>
        </mc:Choice>
        <mc:Fallback>
          <p:sp>
            <p:nvSpPr>
              <p:cNvPr id="1049423" name=""/>
              <p:cNvSpPr/>
              <p:nvPr/>
            </p:nvSpPr>
            <p:spPr>
              <a:xfrm>
                <a:off x="5782134" y="4405866"/>
                <a:ext cx="265436" cy="289111"/>
              </a:xfrm>
            </p:spPr>
          </p:sp>
        </mc:Fallback>
      </mc:AlternateContent>
      <mc:AlternateContent xmlns:mc="http://schemas.openxmlformats.org/markup-compatibility/2006">
        <mc:Choice xmlns:p14="http://schemas.microsoft.com/office/powerpoint/2010/main" Requires="p14">
          <p:contentPart p14:bwMode="auto" r:id="rId98">
            <p14:nvContentPartPr>
              <p14:cNvPr id="1049424" name=""/>
              <p14:cNvContentPartPr/>
              <p14:nvPr/>
            </p14:nvContentPartPr>
            <p14:xfrm>
              <a:off x="6164627" y="4678758"/>
              <a:ext cx="26954" cy="186610"/>
            </p14:xfrm>
          </p:contentPart>
        </mc:Choice>
        <mc:Fallback>
          <p:sp>
            <p:nvSpPr>
              <p:cNvPr id="1049424" name=""/>
              <p:cNvSpPr/>
              <p:nvPr/>
            </p:nvSpPr>
            <p:spPr>
              <a:xfrm>
                <a:off x="6164627" y="4678758"/>
                <a:ext cx="26954" cy="186610"/>
              </a:xfrm>
            </p:spPr>
          </p:sp>
        </mc:Fallback>
      </mc:AlternateContent>
      <mc:AlternateContent xmlns:mc="http://schemas.openxmlformats.org/markup-compatibility/2006">
        <mc:Choice xmlns:p14="http://schemas.microsoft.com/office/powerpoint/2010/main" Requires="p14">
          <p:contentPart p14:bwMode="auto" r:id="rId99">
            <p14:nvContentPartPr>
              <p14:cNvPr id="1049425" name=""/>
              <p14:cNvContentPartPr/>
              <p14:nvPr/>
            </p14:nvContentPartPr>
            <p14:xfrm>
              <a:off x="6298794" y="4558982"/>
              <a:ext cx="205280" cy="240452"/>
            </p14:xfrm>
          </p:contentPart>
        </mc:Choice>
        <mc:Fallback>
          <p:sp>
            <p:nvSpPr>
              <p:cNvPr id="1049425" name=""/>
              <p:cNvSpPr/>
              <p:nvPr/>
            </p:nvSpPr>
            <p:spPr>
              <a:xfrm>
                <a:off x="6298794" y="4558982"/>
                <a:ext cx="205280" cy="240452"/>
              </a:xfrm>
            </p:spPr>
          </p:sp>
        </mc:Fallback>
      </mc:AlternateContent>
      <mc:AlternateContent xmlns:mc="http://schemas.openxmlformats.org/markup-compatibility/2006">
        <mc:Choice xmlns:p14="http://schemas.microsoft.com/office/powerpoint/2010/main" Requires="p14">
          <p:contentPart p14:bwMode="auto" r:id="rId100">
            <p14:nvContentPartPr>
              <p14:cNvPr id="1049426" name=""/>
              <p14:cNvContentPartPr/>
              <p14:nvPr/>
            </p14:nvContentPartPr>
            <p14:xfrm>
              <a:off x="6596101" y="4751793"/>
              <a:ext cx="88827" cy="38709"/>
            </p14:xfrm>
          </p:contentPart>
        </mc:Choice>
        <mc:Fallback>
          <p:sp>
            <p:nvSpPr>
              <p:cNvPr id="1049426" name=""/>
              <p:cNvSpPr/>
              <p:nvPr/>
            </p:nvSpPr>
            <p:spPr>
              <a:xfrm>
                <a:off x="6596101" y="4751793"/>
                <a:ext cx="88827" cy="38709"/>
              </a:xfrm>
            </p:spPr>
          </p:sp>
        </mc:Fallback>
      </mc:AlternateContent>
      <mc:AlternateContent xmlns:mc="http://schemas.openxmlformats.org/markup-compatibility/2006">
        <mc:Choice xmlns:p14="http://schemas.microsoft.com/office/powerpoint/2010/main" Requires="p14">
          <p:contentPart p14:bwMode="auto" r:id="rId101">
            <p14:nvContentPartPr>
              <p14:cNvPr id="1049427" name=""/>
              <p14:cNvContentPartPr/>
              <p14:nvPr/>
            </p14:nvContentPartPr>
            <p14:xfrm>
              <a:off x="6516414" y="4892853"/>
              <a:ext cx="189667" cy="157823"/>
            </p14:xfrm>
          </p:contentPart>
        </mc:Choice>
        <mc:Fallback>
          <p:sp>
            <p:nvSpPr>
              <p:cNvPr id="1049427" name=""/>
              <p:cNvSpPr/>
              <p:nvPr/>
            </p:nvSpPr>
            <p:spPr>
              <a:xfrm>
                <a:off x="6516414" y="4892853"/>
                <a:ext cx="189667" cy="157823"/>
              </a:xfrm>
            </p:spPr>
          </p:sp>
        </mc:Fallback>
      </mc:AlternateContent>
      <mc:AlternateContent xmlns:mc="http://schemas.openxmlformats.org/markup-compatibility/2006">
        <mc:Choice xmlns:p14="http://schemas.microsoft.com/office/powerpoint/2010/main" Requires="p14">
          <p:contentPart p14:bwMode="auto" r:id="rId102">
            <p14:nvContentPartPr>
              <p14:cNvPr id="1049428" name=""/>
              <p14:cNvContentPartPr/>
              <p14:nvPr/>
            </p14:nvContentPartPr>
            <p14:xfrm>
              <a:off x="6771462" y="4624971"/>
              <a:ext cx="59006" cy="242618"/>
            </p14:xfrm>
          </p:contentPart>
        </mc:Choice>
        <mc:Fallback>
          <p:sp>
            <p:nvSpPr>
              <p:cNvPr id="1049428" name=""/>
              <p:cNvSpPr/>
              <p:nvPr/>
            </p:nvSpPr>
            <p:spPr>
              <a:xfrm>
                <a:off x="6771462" y="4624971"/>
                <a:ext cx="59006" cy="242618"/>
              </a:xfrm>
            </p:spPr>
          </p:sp>
        </mc:Fallback>
      </mc:AlternateContent>
      <mc:AlternateContent xmlns:mc="http://schemas.openxmlformats.org/markup-compatibility/2006">
        <mc:Choice xmlns:p14="http://schemas.microsoft.com/office/powerpoint/2010/main" Requires="p14">
          <p:contentPart p14:bwMode="auto" r:id="rId103">
            <p14:nvContentPartPr>
              <p14:cNvPr id="1049429" name=""/>
              <p14:cNvContentPartPr/>
              <p14:nvPr/>
            </p14:nvContentPartPr>
            <p14:xfrm>
              <a:off x="6784532" y="4758648"/>
              <a:ext cx="161372" cy="8542"/>
            </p14:xfrm>
          </p:contentPart>
        </mc:Choice>
        <mc:Fallback>
          <p:sp>
            <p:nvSpPr>
              <p:cNvPr id="1049429" name=""/>
              <p:cNvSpPr/>
              <p:nvPr/>
            </p:nvSpPr>
            <p:spPr>
              <a:xfrm>
                <a:off x="6784532" y="4758648"/>
                <a:ext cx="161372" cy="8542"/>
              </a:xfrm>
            </p:spPr>
          </p:sp>
        </mc:Fallback>
      </mc:AlternateContent>
      <mc:AlternateContent xmlns:mc="http://schemas.openxmlformats.org/markup-compatibility/2006">
        <mc:Choice xmlns:p14="http://schemas.microsoft.com/office/powerpoint/2010/main" Requires="p14">
          <p:contentPart p14:bwMode="auto" r:id="rId104">
            <p14:nvContentPartPr>
              <p14:cNvPr id="1049430" name=""/>
              <p14:cNvContentPartPr/>
              <p14:nvPr/>
            </p14:nvContentPartPr>
            <p14:xfrm>
              <a:off x="6986630" y="4636044"/>
              <a:ext cx="33208" cy="244572"/>
            </p14:xfrm>
          </p:contentPart>
        </mc:Choice>
        <mc:Fallback>
          <p:sp>
            <p:nvSpPr>
              <p:cNvPr id="1049430" name=""/>
              <p:cNvSpPr/>
              <p:nvPr/>
            </p:nvSpPr>
            <p:spPr>
              <a:xfrm>
                <a:off x="6986630" y="4636044"/>
                <a:ext cx="33208" cy="244572"/>
              </a:xfrm>
            </p:spPr>
          </p:sp>
        </mc:Fallback>
      </mc:AlternateContent>
      <mc:AlternateContent xmlns:mc="http://schemas.openxmlformats.org/markup-compatibility/2006">
        <mc:Choice xmlns:p14="http://schemas.microsoft.com/office/powerpoint/2010/main" Requires="p14">
          <p:contentPart p14:bwMode="auto" r:id="rId105">
            <p14:nvContentPartPr>
              <p14:cNvPr id="1049431" name=""/>
              <p14:cNvContentPartPr/>
              <p14:nvPr/>
            </p14:nvContentPartPr>
            <p14:xfrm>
              <a:off x="7114119" y="4855149"/>
              <a:ext cx="32277" cy="226415"/>
            </p14:xfrm>
          </p:contentPart>
        </mc:Choice>
        <mc:Fallback>
          <p:sp>
            <p:nvSpPr>
              <p:cNvPr id="1049431" name=""/>
              <p:cNvSpPr/>
              <p:nvPr/>
            </p:nvSpPr>
            <p:spPr>
              <a:xfrm>
                <a:off x="7114119" y="4855149"/>
                <a:ext cx="32277" cy="226415"/>
              </a:xfrm>
            </p:spPr>
          </p:sp>
        </mc:Fallback>
      </mc:AlternateContent>
      <mc:AlternateContent xmlns:mc="http://schemas.openxmlformats.org/markup-compatibility/2006">
        <mc:Choice xmlns:p14="http://schemas.microsoft.com/office/powerpoint/2010/main" Requires="p14">
          <p:contentPart p14:bwMode="auto" r:id="rId106">
            <p14:nvContentPartPr>
              <p14:cNvPr id="1049432" name=""/>
              <p14:cNvContentPartPr/>
              <p14:nvPr/>
            </p14:nvContentPartPr>
            <p14:xfrm>
              <a:off x="6958902" y="4585421"/>
              <a:ext cx="376670" cy="958154"/>
            </p14:xfrm>
          </p:contentPart>
        </mc:Choice>
        <mc:Fallback>
          <p:sp>
            <p:nvSpPr>
              <p:cNvPr id="1049432" name=""/>
              <p:cNvSpPr/>
              <p:nvPr/>
            </p:nvSpPr>
            <p:spPr>
              <a:xfrm>
                <a:off x="6958902" y="4585421"/>
                <a:ext cx="376670" cy="958154"/>
              </a:xfrm>
            </p:spPr>
          </p:sp>
        </mc:Fallback>
      </mc:AlternateContent>
      <mc:AlternateContent xmlns:mc="http://schemas.openxmlformats.org/markup-compatibility/2006">
        <mc:Choice xmlns:p14="http://schemas.microsoft.com/office/powerpoint/2010/main" Requires="p14">
          <p:contentPart p14:bwMode="auto" r:id="rId107">
            <p14:nvContentPartPr>
              <p14:cNvPr id="1049433" name=""/>
              <p14:cNvContentPartPr/>
              <p14:nvPr/>
            </p14:nvContentPartPr>
            <p14:xfrm>
              <a:off x="2317480" y="4719745"/>
              <a:ext cx="1313450" cy="153191"/>
            </p14:xfrm>
          </p:contentPart>
        </mc:Choice>
        <mc:Fallback>
          <p:sp>
            <p:nvSpPr>
              <p:cNvPr id="1049433" name=""/>
              <p:cNvSpPr/>
              <p:nvPr/>
            </p:nvSpPr>
            <p:spPr>
              <a:xfrm>
                <a:off x="2317480" y="4719745"/>
                <a:ext cx="1313450" cy="153191"/>
              </a:xfrm>
            </p:spPr>
          </p:sp>
        </mc:Fallback>
      </mc:AlternateContent>
      <mc:AlternateContent xmlns:mc="http://schemas.openxmlformats.org/markup-compatibility/2006">
        <mc:Choice xmlns:p14="http://schemas.microsoft.com/office/powerpoint/2010/main" Requires="p14">
          <p:contentPart p14:bwMode="auto" r:id="rId108">
            <p14:nvContentPartPr>
              <p14:cNvPr id="1049434" name=""/>
              <p14:cNvContentPartPr/>
              <p14:nvPr/>
            </p14:nvContentPartPr>
            <p14:xfrm>
              <a:off x="4352800" y="1023818"/>
              <a:ext cx="788192" cy="553050"/>
            </p14:xfrm>
          </p:contentPart>
        </mc:Choice>
        <mc:Fallback>
          <p:sp>
            <p:nvSpPr>
              <p:cNvPr id="1049434" name=""/>
              <p:cNvSpPr/>
              <p:nvPr/>
            </p:nvSpPr>
            <p:spPr>
              <a:xfrm>
                <a:off x="4352800" y="1023818"/>
                <a:ext cx="788192" cy="553050"/>
              </a:xfrm>
            </p:spPr>
          </p:sp>
        </mc:Fallback>
      </mc:AlternateContent>
      <mc:AlternateContent xmlns:mc="http://schemas.openxmlformats.org/markup-compatibility/2006">
        <mc:Choice xmlns:p14="http://schemas.microsoft.com/office/powerpoint/2010/main" Requires="p14">
          <p:contentPart p14:bwMode="auto" r:id="rId109">
            <p14:nvContentPartPr>
              <p14:cNvPr id="1049435" name=""/>
              <p14:cNvContentPartPr/>
              <p14:nvPr/>
            </p14:nvContentPartPr>
            <p14:xfrm>
              <a:off x="4157935" y="1013996"/>
              <a:ext cx="69174" cy="12753"/>
            </p14:xfrm>
          </p:contentPart>
        </mc:Choice>
        <mc:Fallback>
          <p:sp>
            <p:nvSpPr>
              <p:cNvPr id="1049435" name=""/>
              <p:cNvSpPr/>
              <p:nvPr/>
            </p:nvSpPr>
            <p:spPr>
              <a:xfrm>
                <a:off x="4157935" y="1013996"/>
                <a:ext cx="69174" cy="12753"/>
              </a:xfrm>
            </p:spPr>
          </p:sp>
        </mc:Fallback>
      </mc:AlternateContent>
      <mc:AlternateContent xmlns:mc="http://schemas.openxmlformats.org/markup-compatibility/2006">
        <mc:Choice xmlns:p14="http://schemas.microsoft.com/office/powerpoint/2010/main" Requires="p14">
          <p:contentPart p14:bwMode="auto" r:id="rId110">
            <p14:nvContentPartPr>
              <p14:cNvPr id="1049436" name=""/>
              <p14:cNvContentPartPr/>
              <p14:nvPr/>
            </p14:nvContentPartPr>
            <p14:xfrm>
              <a:off x="3132851" y="1728664"/>
              <a:ext cx="888110" cy="603955"/>
            </p14:xfrm>
          </p:contentPart>
        </mc:Choice>
        <mc:Fallback>
          <p:sp>
            <p:nvSpPr>
              <p:cNvPr id="1049436" name=""/>
              <p:cNvSpPr/>
              <p:nvPr/>
            </p:nvSpPr>
            <p:spPr>
              <a:xfrm>
                <a:off x="3132851" y="1728664"/>
                <a:ext cx="888110" cy="603955"/>
              </a:xfrm>
            </p:spPr>
          </p:sp>
        </mc:Fallback>
      </mc:AlternateContent>
      <mc:AlternateContent xmlns:mc="http://schemas.openxmlformats.org/markup-compatibility/2006">
        <mc:Choice xmlns:p14="http://schemas.microsoft.com/office/powerpoint/2010/main" Requires="p14">
          <p:contentPart p14:bwMode="auto" r:id="rId111">
            <p14:nvContentPartPr>
              <p14:cNvPr id="1049437" name=""/>
              <p14:cNvContentPartPr/>
              <p14:nvPr/>
            </p14:nvContentPartPr>
            <p14:xfrm>
              <a:off x="2413571" y="5249591"/>
              <a:ext cx="832175" cy="132748"/>
            </p14:xfrm>
          </p:contentPart>
        </mc:Choice>
        <mc:Fallback>
          <p:sp>
            <p:nvSpPr>
              <p:cNvPr id="1049437" name=""/>
              <p:cNvSpPr/>
              <p:nvPr/>
            </p:nvSpPr>
            <p:spPr>
              <a:xfrm>
                <a:off x="2413571" y="5249591"/>
                <a:ext cx="832175" cy="132748"/>
              </a:xfrm>
            </p:spPr>
          </p:sp>
        </mc:Fallback>
      </mc:AlternateContent>
      <mc:AlternateContent xmlns:mc="http://schemas.openxmlformats.org/markup-compatibility/2006">
        <mc:Choice xmlns:p14="http://schemas.microsoft.com/office/powerpoint/2010/main" Requires="p14">
          <p:contentPart p14:bwMode="auto" r:id="rId112">
            <p14:nvContentPartPr>
              <p14:cNvPr id="1049438" name=""/>
              <p14:cNvContentPartPr/>
              <p14:nvPr/>
            </p14:nvContentPartPr>
            <p14:xfrm>
              <a:off x="2413016" y="5036242"/>
              <a:ext cx="159455" cy="196697"/>
            </p14:xfrm>
          </p:contentPart>
        </mc:Choice>
        <mc:Fallback>
          <p:sp>
            <p:nvSpPr>
              <p:cNvPr id="1049438" name=""/>
              <p:cNvSpPr/>
              <p:nvPr/>
            </p:nvSpPr>
            <p:spPr>
              <a:xfrm>
                <a:off x="2413016" y="5036242"/>
                <a:ext cx="159455" cy="196697"/>
              </a:xfrm>
            </p:spPr>
          </p:sp>
        </mc:Fallback>
      </mc:AlternateContent>
      <mc:AlternateContent xmlns:mc="http://schemas.openxmlformats.org/markup-compatibility/2006">
        <mc:Choice xmlns:p14="http://schemas.microsoft.com/office/powerpoint/2010/main" Requires="p14">
          <p:contentPart p14:bwMode="auto" r:id="rId113">
            <p14:nvContentPartPr>
              <p14:cNvPr id="1049439" name=""/>
              <p14:cNvContentPartPr/>
              <p14:nvPr/>
            </p14:nvContentPartPr>
            <p14:xfrm>
              <a:off x="2443570" y="5013084"/>
              <a:ext cx="259244" cy="43133"/>
            </p14:xfrm>
          </p:contentPart>
        </mc:Choice>
        <mc:Fallback>
          <p:sp>
            <p:nvSpPr>
              <p:cNvPr id="1049439" name=""/>
              <p:cNvSpPr/>
              <p:nvPr/>
            </p:nvSpPr>
            <p:spPr>
              <a:xfrm>
                <a:off x="2443570" y="5013084"/>
                <a:ext cx="259244" cy="43133"/>
              </a:xfrm>
            </p:spPr>
          </p:sp>
        </mc:Fallback>
      </mc:AlternateContent>
      <mc:AlternateContent xmlns:mc="http://schemas.openxmlformats.org/markup-compatibility/2006">
        <mc:Choice xmlns:p14="http://schemas.microsoft.com/office/powerpoint/2010/main" Requires="p14">
          <p:contentPart p14:bwMode="auto" r:id="rId114">
            <p14:nvContentPartPr>
              <p14:cNvPr id="1049440" name=""/>
              <p14:cNvContentPartPr/>
              <p14:nvPr/>
            </p14:nvContentPartPr>
            <p14:xfrm>
              <a:off x="131675" y="2126176"/>
              <a:ext cx="285872" cy="223653"/>
            </p14:xfrm>
          </p:contentPart>
        </mc:Choice>
        <mc:Fallback>
          <p:sp>
            <p:nvSpPr>
              <p:cNvPr id="1049440" name=""/>
              <p:cNvSpPr/>
              <p:nvPr/>
            </p:nvSpPr>
            <p:spPr>
              <a:xfrm>
                <a:off x="131675" y="2126176"/>
                <a:ext cx="285872" cy="223653"/>
              </a:xfrm>
            </p:spPr>
          </p:sp>
        </mc:Fallback>
      </mc:AlternateContent>
      <mc:AlternateContent xmlns:mc="http://schemas.openxmlformats.org/markup-compatibility/2006">
        <mc:Choice xmlns:p14="http://schemas.microsoft.com/office/powerpoint/2010/main" Requires="p14">
          <p:contentPart p14:bwMode="auto" r:id="rId115">
            <p14:nvContentPartPr>
              <p14:cNvPr id="1049441" name=""/>
              <p14:cNvContentPartPr/>
              <p14:nvPr/>
            </p14:nvContentPartPr>
            <p14:xfrm>
              <a:off x="472067" y="2191333"/>
              <a:ext cx="157873" cy="15576"/>
            </p14:xfrm>
          </p:contentPart>
        </mc:Choice>
        <mc:Fallback>
          <p:sp>
            <p:nvSpPr>
              <p:cNvPr id="1049441" name=""/>
              <p:cNvSpPr/>
              <p:nvPr/>
            </p:nvSpPr>
            <p:spPr>
              <a:xfrm>
                <a:off x="472067" y="2191333"/>
                <a:ext cx="157873" cy="15576"/>
              </a:xfrm>
            </p:spPr>
          </p:sp>
        </mc:Fallback>
      </mc:AlternateContent>
      <mc:AlternateContent xmlns:mc="http://schemas.openxmlformats.org/markup-compatibility/2006">
        <mc:Choice xmlns:p14="http://schemas.microsoft.com/office/powerpoint/2010/main" Requires="p14">
          <p:contentPart p14:bwMode="auto" r:id="rId116">
            <p14:nvContentPartPr>
              <p14:cNvPr id="1049442" name=""/>
              <p14:cNvContentPartPr/>
              <p14:nvPr/>
            </p14:nvContentPartPr>
            <p14:xfrm>
              <a:off x="461286" y="2257426"/>
              <a:ext cx="214465" cy="30219"/>
            </p14:xfrm>
          </p:contentPart>
        </mc:Choice>
        <mc:Fallback>
          <p:sp>
            <p:nvSpPr>
              <p:cNvPr id="1049442" name=""/>
              <p:cNvSpPr/>
              <p:nvPr/>
            </p:nvSpPr>
            <p:spPr>
              <a:xfrm>
                <a:off x="461286" y="2257426"/>
                <a:ext cx="214465" cy="30219"/>
              </a:xfrm>
            </p:spPr>
          </p:sp>
        </mc:Fallback>
      </mc:AlternateContent>
      <mc:AlternateContent xmlns:mc="http://schemas.openxmlformats.org/markup-compatibility/2006">
        <mc:Choice xmlns:p14="http://schemas.microsoft.com/office/powerpoint/2010/main" Requires="p14">
          <p:contentPart p14:bwMode="auto" r:id="rId117">
            <p14:nvContentPartPr>
              <p14:cNvPr id="1049443" name=""/>
              <p14:cNvContentPartPr/>
              <p14:nvPr/>
            </p14:nvContentPartPr>
            <p14:xfrm>
              <a:off x="734828" y="2072177"/>
              <a:ext cx="16779" cy="291536"/>
            </p14:xfrm>
          </p:contentPart>
        </mc:Choice>
        <mc:Fallback>
          <p:sp>
            <p:nvSpPr>
              <p:cNvPr id="1049443" name=""/>
              <p:cNvSpPr/>
              <p:nvPr/>
            </p:nvSpPr>
            <p:spPr>
              <a:xfrm>
                <a:off x="734828" y="2072177"/>
                <a:ext cx="16779" cy="291536"/>
              </a:xfrm>
            </p:spPr>
          </p:sp>
        </mc:Fallback>
      </mc:AlternateContent>
      <mc:AlternateContent xmlns:mc="http://schemas.openxmlformats.org/markup-compatibility/2006">
        <mc:Choice xmlns:p14="http://schemas.microsoft.com/office/powerpoint/2010/main" Requires="p14">
          <p:contentPart p14:bwMode="auto" r:id="rId118">
            <p14:nvContentPartPr>
              <p14:cNvPr id="1049444" name=""/>
              <p14:cNvContentPartPr/>
              <p14:nvPr/>
            </p14:nvContentPartPr>
            <p14:xfrm>
              <a:off x="871899" y="2209282"/>
              <a:ext cx="181535" cy="14666"/>
            </p14:xfrm>
          </p:contentPart>
        </mc:Choice>
        <mc:Fallback>
          <p:sp>
            <p:nvSpPr>
              <p:cNvPr id="1049444" name=""/>
              <p:cNvSpPr/>
              <p:nvPr/>
            </p:nvSpPr>
            <p:spPr>
              <a:xfrm>
                <a:off x="871899" y="2209282"/>
                <a:ext cx="181535" cy="14666"/>
              </a:xfrm>
            </p:spPr>
          </p:sp>
        </mc:Fallback>
      </mc:AlternateContent>
      <mc:AlternateContent xmlns:mc="http://schemas.openxmlformats.org/markup-compatibility/2006">
        <mc:Choice xmlns:p14="http://schemas.microsoft.com/office/powerpoint/2010/main" Requires="p14">
          <p:contentPart p14:bwMode="auto" r:id="rId119">
            <p14:nvContentPartPr>
              <p14:cNvPr id="1049445" name=""/>
              <p14:cNvContentPartPr/>
              <p14:nvPr/>
            </p14:nvContentPartPr>
            <p14:xfrm>
              <a:off x="0" y="0"/>
              <a:ext cx="0" cy="0"/>
            </p14:xfrm>
          </p:contentPart>
        </mc:Choice>
        <mc:Fallback>
          <p:sp>
            <p:nvSpPr>
              <p:cNvPr id="1049445"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20">
            <p14:nvContentPartPr>
              <p14:cNvPr id="1049446" name=""/>
              <p14:cNvContentPartPr/>
              <p14:nvPr/>
            </p14:nvContentPartPr>
            <p14:xfrm>
              <a:off x="10157974" y="3763317"/>
              <a:ext cx="40830" cy="35488"/>
            </p14:xfrm>
          </p:contentPart>
        </mc:Choice>
        <mc:Fallback>
          <p:sp>
            <p:nvSpPr>
              <p:cNvPr id="1049446" name=""/>
              <p:cNvSpPr/>
              <p:nvPr/>
            </p:nvSpPr>
            <p:spPr>
              <a:xfrm>
                <a:off x="10157974" y="3763317"/>
                <a:ext cx="40830" cy="35488"/>
              </a:xfrm>
            </p:spPr>
          </p:sp>
        </mc:Fallback>
      </mc:AlternateContent>
      <mc:AlternateContent xmlns:mc="http://schemas.openxmlformats.org/markup-compatibility/2006">
        <mc:Choice xmlns:p14="http://schemas.microsoft.com/office/powerpoint/2010/main" Requires="p14">
          <p:contentPart p14:bwMode="auto" r:id="rId121">
            <p14:nvContentPartPr>
              <p14:cNvPr id="1049447" name=""/>
              <p14:cNvContentPartPr/>
              <p14:nvPr/>
            </p14:nvContentPartPr>
            <p14:xfrm>
              <a:off x="7858357" y="194781"/>
              <a:ext cx="2262759" cy="756855"/>
            </p14:xfrm>
          </p:contentPart>
        </mc:Choice>
        <mc:Fallback>
          <p:sp>
            <p:nvSpPr>
              <p:cNvPr id="1049447" name=""/>
              <p:cNvSpPr/>
              <p:nvPr/>
            </p:nvSpPr>
            <p:spPr>
              <a:xfrm>
                <a:off x="7858357" y="194781"/>
                <a:ext cx="2262759" cy="756855"/>
              </a:xfrm>
            </p:spPr>
          </p:sp>
        </mc:Fallback>
      </mc:AlternateContent>
      <mc:AlternateContent xmlns:mc="http://schemas.openxmlformats.org/markup-compatibility/2006">
        <mc:Choice xmlns:p14="http://schemas.microsoft.com/office/powerpoint/2010/main" Requires="p14">
          <p:contentPart p14:bwMode="auto" r:id="rId122">
            <p14:nvContentPartPr>
              <p14:cNvPr id="1049448" name=""/>
              <p14:cNvContentPartPr/>
              <p14:nvPr/>
            </p14:nvContentPartPr>
            <p14:xfrm>
              <a:off x="8075899" y="915483"/>
              <a:ext cx="1072413" cy="390875"/>
            </p14:xfrm>
          </p:contentPart>
        </mc:Choice>
        <mc:Fallback>
          <p:sp>
            <p:nvSpPr>
              <p:cNvPr id="1049448" name=""/>
              <p:cNvSpPr/>
              <p:nvPr/>
            </p:nvSpPr>
            <p:spPr>
              <a:xfrm>
                <a:off x="8075899" y="915483"/>
                <a:ext cx="1072413" cy="390875"/>
              </a:xfrm>
            </p:spPr>
          </p:sp>
        </mc:Fallback>
      </mc:AlternateContent>
      <mc:AlternateContent xmlns:mc="http://schemas.openxmlformats.org/markup-compatibility/2006">
        <mc:Choice xmlns:p14="http://schemas.microsoft.com/office/powerpoint/2010/main" Requires="p14">
          <p:contentPart p14:bwMode="auto" r:id="rId123">
            <p14:nvContentPartPr>
              <p14:cNvPr id="1049449" name=""/>
              <p14:cNvContentPartPr/>
              <p14:nvPr/>
            </p14:nvContentPartPr>
            <p14:xfrm>
              <a:off x="5454729" y="2073585"/>
              <a:ext cx="29951" cy="46452"/>
            </p14:xfrm>
          </p:contentPart>
        </mc:Choice>
        <mc:Fallback>
          <p:sp>
            <p:nvSpPr>
              <p:cNvPr id="1049449" name=""/>
              <p:cNvSpPr/>
              <p:nvPr/>
            </p:nvSpPr>
            <p:spPr>
              <a:xfrm>
                <a:off x="5454729" y="2073585"/>
                <a:ext cx="29951" cy="46452"/>
              </a:xfrm>
            </p:spPr>
          </p:sp>
        </mc:Fallback>
      </mc:AlternateContent>
      <mc:AlternateContent xmlns:mc="http://schemas.openxmlformats.org/markup-compatibility/2006">
        <mc:Choice xmlns:p14="http://schemas.microsoft.com/office/powerpoint/2010/main" Requires="p14">
          <p:contentPart p14:bwMode="auto" r:id="rId124">
            <p14:nvContentPartPr>
              <p14:cNvPr id="1049450" name=""/>
              <p14:cNvContentPartPr/>
              <p14:nvPr/>
            </p14:nvContentPartPr>
            <p14:xfrm>
              <a:off x="6541259" y="3018203"/>
              <a:ext cx="728425" cy="682796"/>
            </p14:xfrm>
          </p:contentPart>
        </mc:Choice>
        <mc:Fallback>
          <p:sp>
            <p:nvSpPr>
              <p:cNvPr id="1049450" name=""/>
              <p:cNvSpPr/>
              <p:nvPr/>
            </p:nvSpPr>
            <p:spPr>
              <a:xfrm>
                <a:off x="6541259" y="3018203"/>
                <a:ext cx="728425" cy="682796"/>
              </a:xfrm>
            </p:spPr>
          </p:sp>
        </mc:Fallback>
      </mc:AlternateContent>
      <mc:AlternateContent xmlns:mc="http://schemas.openxmlformats.org/markup-compatibility/2006">
        <mc:Choice xmlns:p14="http://schemas.microsoft.com/office/powerpoint/2010/main" Requires="p14">
          <p:contentPart p14:bwMode="auto" r:id="rId125">
            <p14:nvContentPartPr>
              <p14:cNvPr id="1049451" name=""/>
              <p14:cNvContentPartPr/>
              <p14:nvPr/>
            </p14:nvContentPartPr>
            <p14:xfrm>
              <a:off x="5309343" y="2117791"/>
              <a:ext cx="110699" cy="52868"/>
            </p14:xfrm>
          </p:contentPart>
        </mc:Choice>
        <mc:Fallback>
          <p:sp>
            <p:nvSpPr>
              <p:cNvPr id="1049451" name=""/>
              <p:cNvSpPr/>
              <p:nvPr/>
            </p:nvSpPr>
            <p:spPr>
              <a:xfrm>
                <a:off x="5309343" y="2117791"/>
                <a:ext cx="110699" cy="52868"/>
              </a:xfrm>
            </p:spPr>
          </p:sp>
        </mc:Fallback>
      </mc:AlternateContent>
      <mc:AlternateContent xmlns:mc="http://schemas.openxmlformats.org/markup-compatibility/2006">
        <mc:Choice xmlns:p14="http://schemas.microsoft.com/office/powerpoint/2010/main" Requires="p14">
          <p:contentPart p14:bwMode="auto" r:id="rId126">
            <p14:nvContentPartPr>
              <p14:cNvPr id="1049452" name=""/>
              <p14:cNvContentPartPr/>
              <p14:nvPr/>
            </p14:nvContentPartPr>
            <p14:xfrm>
              <a:off x="0" y="0"/>
              <a:ext cx="0" cy="0"/>
            </p14:xfrm>
          </p:contentPart>
        </mc:Choice>
        <mc:Fallback>
          <p:sp>
            <p:nvSpPr>
              <p:cNvPr id="1049452" name=""/>
              <p:cNvSpPr/>
              <p:nvPr/>
            </p:nvSpPr>
            <p:spPr>
              <a:xfrm>
                <a:off x="0" y="0"/>
                <a:ext cx="0" cy="0"/>
              </a:xfrm>
            </p:spPr>
          </p:sp>
        </mc:Fallback>
      </mc:AlternateContent>
      <mc:AlternateContent xmlns:mc="http://schemas.openxmlformats.org/markup-compatibility/2006">
        <mc:Choice xmlns:p14="http://schemas.microsoft.com/office/powerpoint/2010/main" Requires="p14">
          <p:contentPart p14:bwMode="auto" r:id="rId127">
            <p14:nvContentPartPr>
              <p14:cNvPr id="1049453" name=""/>
              <p14:cNvContentPartPr/>
              <p14:nvPr/>
            </p14:nvContentPartPr>
            <p14:xfrm>
              <a:off x="7132270" y="907583"/>
              <a:ext cx="1927462" cy="729052"/>
            </p14:xfrm>
          </p:contentPart>
        </mc:Choice>
        <mc:Fallback>
          <p:sp>
            <p:nvSpPr>
              <p:cNvPr id="1049453" name=""/>
              <p:cNvSpPr/>
              <p:nvPr/>
            </p:nvSpPr>
            <p:spPr>
              <a:xfrm>
                <a:off x="7132270" y="907583"/>
                <a:ext cx="1927462" cy="729052"/>
              </a:xfrm>
            </p:spPr>
          </p:sp>
        </mc:Fallback>
      </mc:AlternateContent>
      <mc:AlternateContent xmlns:mc="http://schemas.openxmlformats.org/markup-compatibility/2006">
        <mc:Choice xmlns:p14="http://schemas.microsoft.com/office/powerpoint/2010/main" Requires="p14">
          <p:contentPart p14:bwMode="auto" r:id="rId128">
            <p14:nvContentPartPr>
              <p14:cNvPr id="1049454" name=""/>
              <p14:cNvContentPartPr/>
              <p14:nvPr/>
            </p14:nvContentPartPr>
            <p14:xfrm>
              <a:off x="1207983" y="2035262"/>
              <a:ext cx="222517" cy="293473"/>
            </p14:xfrm>
          </p:contentPart>
        </mc:Choice>
        <mc:Fallback>
          <p:sp>
            <p:nvSpPr>
              <p:cNvPr id="1049454" name=""/>
              <p:cNvSpPr/>
              <p:nvPr/>
            </p:nvSpPr>
            <p:spPr>
              <a:xfrm>
                <a:off x="1207983" y="2035262"/>
                <a:ext cx="222517" cy="293473"/>
              </a:xfrm>
            </p:spPr>
          </p:sp>
        </mc:Fallback>
      </mc:AlternateContent>
      <mc:AlternateContent xmlns:mc="http://schemas.openxmlformats.org/markup-compatibility/2006">
        <mc:Choice xmlns:p14="http://schemas.microsoft.com/office/powerpoint/2010/main" Requires="p14">
          <p:contentPart p14:bwMode="auto" r:id="rId129">
            <p14:nvContentPartPr>
              <p14:cNvPr id="1049455" name=""/>
              <p14:cNvContentPartPr/>
              <p14:nvPr/>
            </p14:nvContentPartPr>
            <p14:xfrm>
              <a:off x="1616219" y="2112781"/>
              <a:ext cx="11067" cy="240924"/>
            </p14:xfrm>
          </p:contentPart>
        </mc:Choice>
        <mc:Fallback>
          <p:sp>
            <p:nvSpPr>
              <p:cNvPr id="1049455" name=""/>
              <p:cNvSpPr/>
              <p:nvPr/>
            </p:nvSpPr>
            <p:spPr>
              <a:xfrm>
                <a:off x="1616219" y="2112781"/>
                <a:ext cx="11067" cy="240924"/>
              </a:xfrm>
            </p:spPr>
          </p:sp>
        </mc:Fallback>
      </mc:AlternateContent>
      <mc:AlternateContent xmlns:mc="http://schemas.openxmlformats.org/markup-compatibility/2006">
        <mc:Choice xmlns:p14="http://schemas.microsoft.com/office/powerpoint/2010/main" Requires="p14">
          <p:contentPart p14:bwMode="auto" r:id="rId130">
            <p14:nvContentPartPr>
              <p14:cNvPr id="1049456" name=""/>
              <p14:cNvContentPartPr/>
              <p14:nvPr/>
            </p14:nvContentPartPr>
            <p14:xfrm>
              <a:off x="1541722" y="2211940"/>
              <a:ext cx="236291" cy="22389"/>
            </p14:xfrm>
          </p:contentPart>
        </mc:Choice>
        <mc:Fallback>
          <p:sp>
            <p:nvSpPr>
              <p:cNvPr id="1049456" name=""/>
              <p:cNvSpPr/>
              <p:nvPr/>
            </p:nvSpPr>
            <p:spPr>
              <a:xfrm>
                <a:off x="1541722" y="2211940"/>
                <a:ext cx="236291" cy="22389"/>
              </a:xfrm>
            </p:spPr>
          </p:sp>
        </mc:Fallback>
      </mc:AlternateContent>
      <mc:AlternateContent xmlns:mc="http://schemas.openxmlformats.org/markup-compatibility/2006">
        <mc:Choice xmlns:p14="http://schemas.microsoft.com/office/powerpoint/2010/main" Requires="p14">
          <p:contentPart p14:bwMode="auto" r:id="rId131">
            <p14:nvContentPartPr>
              <p14:cNvPr id="1049457" name=""/>
              <p14:cNvContentPartPr/>
              <p14:nvPr/>
            </p14:nvContentPartPr>
            <p14:xfrm>
              <a:off x="1889572" y="2051875"/>
              <a:ext cx="226593" cy="287792"/>
            </p14:xfrm>
          </p:contentPart>
        </mc:Choice>
        <mc:Fallback>
          <p:sp>
            <p:nvSpPr>
              <p:cNvPr id="1049457" name=""/>
              <p:cNvSpPr/>
              <p:nvPr/>
            </p:nvSpPr>
            <p:spPr>
              <a:xfrm>
                <a:off x="1889572" y="2051875"/>
                <a:ext cx="226593" cy="287792"/>
              </a:xfrm>
            </p:spPr>
          </p:sp>
        </mc:Fallback>
      </mc:AlternateContent>
      <mc:AlternateContent xmlns:mc="http://schemas.openxmlformats.org/markup-compatibility/2006">
        <mc:Choice xmlns:p14="http://schemas.microsoft.com/office/powerpoint/2010/main" Requires="p14">
          <p:contentPart p14:bwMode="auto" r:id="rId132">
            <p14:nvContentPartPr>
              <p14:cNvPr id="1049458" name=""/>
              <p14:cNvContentPartPr/>
              <p14:nvPr/>
            </p14:nvContentPartPr>
            <p14:xfrm>
              <a:off x="651593" y="2213206"/>
              <a:ext cx="1364644" cy="26134"/>
            </p14:xfrm>
          </p:contentPart>
        </mc:Choice>
        <mc:Fallback>
          <p:sp>
            <p:nvSpPr>
              <p:cNvPr id="1049458" name=""/>
              <p:cNvSpPr/>
              <p:nvPr/>
            </p:nvSpPr>
            <p:spPr>
              <a:xfrm>
                <a:off x="651593" y="2213206"/>
                <a:ext cx="1364644" cy="26134"/>
              </a:xfrm>
            </p:spPr>
          </p:sp>
        </mc:Fallback>
      </mc:AlternateContent>
      <mc:AlternateContent xmlns:mc="http://schemas.openxmlformats.org/markup-compatibility/2006">
        <mc:Choice xmlns:p14="http://schemas.microsoft.com/office/powerpoint/2010/main" Requires="p14">
          <p:contentPart p14:bwMode="auto" r:id="rId133">
            <p14:nvContentPartPr>
              <p14:cNvPr id="1049459" name=""/>
              <p14:cNvContentPartPr/>
              <p14:nvPr/>
            </p14:nvContentPartPr>
            <p14:xfrm>
              <a:off x="806744" y="2084462"/>
              <a:ext cx="971973" cy="95026"/>
            </p14:xfrm>
          </p:contentPart>
        </mc:Choice>
        <mc:Fallback>
          <p:sp>
            <p:nvSpPr>
              <p:cNvPr id="1049459" name=""/>
              <p:cNvSpPr/>
              <p:nvPr/>
            </p:nvSpPr>
            <p:spPr>
              <a:xfrm>
                <a:off x="806744" y="2084462"/>
                <a:ext cx="971973" cy="95026"/>
              </a:xfrm>
            </p:spPr>
          </p:sp>
        </mc:Fallback>
      </mc:AlternateContent>
      <mc:AlternateContent xmlns:mc="http://schemas.openxmlformats.org/markup-compatibility/2006">
        <mc:Choice xmlns:p14="http://schemas.microsoft.com/office/powerpoint/2010/main" Requires="p14">
          <p:contentPart p14:bwMode="auto" r:id="rId134">
            <p14:nvContentPartPr>
              <p14:cNvPr id="1049460" name=""/>
              <p14:cNvContentPartPr/>
              <p14:nvPr/>
            </p14:nvContentPartPr>
            <p14:xfrm>
              <a:off x="345508" y="2822301"/>
              <a:ext cx="236864" cy="6911"/>
            </p14:xfrm>
          </p:contentPart>
        </mc:Choice>
        <mc:Fallback>
          <p:sp>
            <p:nvSpPr>
              <p:cNvPr id="1049460" name=""/>
              <p:cNvSpPr/>
              <p:nvPr/>
            </p:nvSpPr>
            <p:spPr>
              <a:xfrm>
                <a:off x="345508" y="2822301"/>
                <a:ext cx="236864" cy="6911"/>
              </a:xfrm>
            </p:spPr>
          </p:sp>
        </mc:Fallback>
      </mc:AlternateContent>
      <mc:AlternateContent xmlns:mc="http://schemas.openxmlformats.org/markup-compatibility/2006">
        <mc:Choice xmlns:p14="http://schemas.microsoft.com/office/powerpoint/2010/main" Requires="p14">
          <p:contentPart p14:bwMode="auto" r:id="rId135">
            <p14:nvContentPartPr>
              <p14:cNvPr id="1049461" name=""/>
              <p14:cNvContentPartPr/>
              <p14:nvPr/>
            </p14:nvContentPartPr>
            <p14:xfrm>
              <a:off x="282229" y="2919856"/>
              <a:ext cx="180287" cy="3955"/>
            </p14:xfrm>
          </p:contentPart>
        </mc:Choice>
        <mc:Fallback>
          <p:sp>
            <p:nvSpPr>
              <p:cNvPr id="1049461" name=""/>
              <p:cNvSpPr/>
              <p:nvPr/>
            </p:nvSpPr>
            <p:spPr>
              <a:xfrm>
                <a:off x="282229" y="2919856"/>
                <a:ext cx="180287" cy="3955"/>
              </a:xfrm>
            </p:spPr>
          </p:sp>
        </mc:Fallback>
      </mc:AlternateContent>
      <mc:AlternateContent xmlns:mc="http://schemas.openxmlformats.org/markup-compatibility/2006">
        <mc:Choice xmlns:p14="http://schemas.microsoft.com/office/powerpoint/2010/main" Requires="p14">
          <p:contentPart p14:bwMode="auto" r:id="rId136">
            <p14:nvContentPartPr>
              <p14:cNvPr id="1049462" name=""/>
              <p14:cNvContentPartPr/>
              <p14:nvPr/>
            </p14:nvContentPartPr>
            <p14:xfrm>
              <a:off x="657924" y="2719999"/>
              <a:ext cx="22730" cy="371527"/>
            </p14:xfrm>
          </p:contentPart>
        </mc:Choice>
        <mc:Fallback>
          <p:sp>
            <p:nvSpPr>
              <p:cNvPr id="1049462" name=""/>
              <p:cNvSpPr/>
              <p:nvPr/>
            </p:nvSpPr>
            <p:spPr>
              <a:xfrm>
                <a:off x="657924" y="2719999"/>
                <a:ext cx="22730" cy="371527"/>
              </a:xfrm>
            </p:spPr>
          </p:sp>
        </mc:Fallback>
      </mc:AlternateContent>
      <mc:AlternateContent xmlns:mc="http://schemas.openxmlformats.org/markup-compatibility/2006">
        <mc:Choice xmlns:p14="http://schemas.microsoft.com/office/powerpoint/2010/main" Requires="p14">
          <p:contentPart p14:bwMode="auto" r:id="rId137">
            <p14:nvContentPartPr>
              <p14:cNvPr id="1049463" name=""/>
              <p14:cNvContentPartPr/>
              <p14:nvPr/>
            </p14:nvContentPartPr>
            <p14:xfrm>
              <a:off x="741590" y="2882152"/>
              <a:ext cx="212999" cy="32008"/>
            </p14:xfrm>
          </p:contentPart>
        </mc:Choice>
        <mc:Fallback>
          <p:sp>
            <p:nvSpPr>
              <p:cNvPr id="1049463" name=""/>
              <p:cNvSpPr/>
              <p:nvPr/>
            </p:nvSpPr>
            <p:spPr>
              <a:xfrm>
                <a:off x="741590" y="2882152"/>
                <a:ext cx="212999" cy="32008"/>
              </a:xfrm>
            </p:spPr>
          </p:sp>
        </mc:Fallback>
      </mc:AlternateContent>
      <mc:AlternateContent xmlns:mc="http://schemas.openxmlformats.org/markup-compatibility/2006">
        <mc:Choice xmlns:p14="http://schemas.microsoft.com/office/powerpoint/2010/main" Requires="p14">
          <p:contentPart p14:bwMode="auto" r:id="rId138">
            <p14:nvContentPartPr>
              <p14:cNvPr id="1049464" name=""/>
              <p14:cNvContentPartPr/>
              <p14:nvPr/>
            </p14:nvContentPartPr>
            <p14:xfrm>
              <a:off x="1072378" y="2688623"/>
              <a:ext cx="104493" cy="468650"/>
            </p14:xfrm>
          </p:contentPart>
        </mc:Choice>
        <mc:Fallback>
          <p:sp>
            <p:nvSpPr>
              <p:cNvPr id="1049464" name=""/>
              <p:cNvSpPr/>
              <p:nvPr/>
            </p:nvSpPr>
            <p:spPr>
              <a:xfrm>
                <a:off x="1072378" y="2688623"/>
                <a:ext cx="104493" cy="468650"/>
              </a:xfrm>
            </p:spPr>
          </p:sp>
        </mc:Fallback>
      </mc:AlternateContent>
      <mc:AlternateContent xmlns:mc="http://schemas.openxmlformats.org/markup-compatibility/2006">
        <mc:Choice xmlns:p14="http://schemas.microsoft.com/office/powerpoint/2010/main" Requires="p14">
          <p:contentPart p14:bwMode="auto" r:id="rId139">
            <p14:nvContentPartPr>
              <p14:cNvPr id="1049465" name=""/>
              <p14:cNvContentPartPr/>
              <p14:nvPr/>
            </p14:nvContentPartPr>
            <p14:xfrm>
              <a:off x="2108362" y="2675440"/>
              <a:ext cx="160763" cy="559851"/>
            </p14:xfrm>
          </p:contentPart>
        </mc:Choice>
        <mc:Fallback>
          <p:sp>
            <p:nvSpPr>
              <p:cNvPr id="1049465" name=""/>
              <p:cNvSpPr/>
              <p:nvPr/>
            </p:nvSpPr>
            <p:spPr>
              <a:xfrm>
                <a:off x="2108362" y="2675440"/>
                <a:ext cx="160763" cy="559851"/>
              </a:xfrm>
            </p:spPr>
          </p:sp>
        </mc:Fallback>
      </mc:AlternateContent>
      <mc:AlternateContent xmlns:mc="http://schemas.openxmlformats.org/markup-compatibility/2006">
        <mc:Choice xmlns:p14="http://schemas.microsoft.com/office/powerpoint/2010/main" Requires="p14">
          <p:contentPart p14:bwMode="auto" r:id="rId140">
            <p14:nvContentPartPr>
              <p14:cNvPr id="1049466" name=""/>
              <p14:cNvContentPartPr/>
              <p14:nvPr/>
            </p14:nvContentPartPr>
            <p14:xfrm>
              <a:off x="2472631" y="2856841"/>
              <a:ext cx="26398" cy="179375"/>
            </p14:xfrm>
          </p:contentPart>
        </mc:Choice>
        <mc:Fallback>
          <p:sp>
            <p:nvSpPr>
              <p:cNvPr id="1049466" name=""/>
              <p:cNvSpPr/>
              <p:nvPr/>
            </p:nvSpPr>
            <p:spPr>
              <a:xfrm>
                <a:off x="2472631" y="2856841"/>
                <a:ext cx="26398" cy="179375"/>
              </a:xfrm>
            </p:spPr>
          </p:sp>
        </mc:Fallback>
      </mc:AlternateContent>
      <mc:AlternateContent xmlns:mc="http://schemas.openxmlformats.org/markup-compatibility/2006">
        <mc:Choice xmlns:p14="http://schemas.microsoft.com/office/powerpoint/2010/main" Requires="p14">
          <p:contentPart p14:bwMode="auto" r:id="rId141">
            <p14:nvContentPartPr>
              <p14:cNvPr id="1049467" name=""/>
              <p14:cNvContentPartPr/>
              <p14:nvPr/>
            </p14:nvContentPartPr>
            <p14:xfrm>
              <a:off x="2341385" y="2944904"/>
              <a:ext cx="347846" cy="6744"/>
            </p14:xfrm>
          </p:contentPart>
        </mc:Choice>
        <mc:Fallback>
          <p:sp>
            <p:nvSpPr>
              <p:cNvPr id="1049467" name=""/>
              <p:cNvSpPr/>
              <p:nvPr/>
            </p:nvSpPr>
            <p:spPr>
              <a:xfrm>
                <a:off x="2341385" y="2944904"/>
                <a:ext cx="347846" cy="6744"/>
              </a:xfrm>
            </p:spPr>
          </p:sp>
        </mc:Fallback>
      </mc:AlternateContent>
      <mc:AlternateContent xmlns:mc="http://schemas.openxmlformats.org/markup-compatibility/2006">
        <mc:Choice xmlns:p14="http://schemas.microsoft.com/office/powerpoint/2010/main" Requires="p14">
          <p:contentPart p14:bwMode="auto" r:id="rId142">
            <p14:nvContentPartPr>
              <p14:cNvPr id="1049468" name=""/>
              <p14:cNvContentPartPr/>
              <p14:nvPr/>
            </p14:nvContentPartPr>
            <p14:xfrm>
              <a:off x="2893389" y="2835464"/>
              <a:ext cx="254885" cy="229556"/>
            </p14:xfrm>
          </p:contentPart>
        </mc:Choice>
        <mc:Fallback>
          <p:sp>
            <p:nvSpPr>
              <p:cNvPr id="1049468" name=""/>
              <p:cNvSpPr/>
              <p:nvPr/>
            </p:nvSpPr>
            <p:spPr>
              <a:xfrm>
                <a:off x="2893389" y="2835464"/>
                <a:ext cx="254885" cy="229556"/>
              </a:xfrm>
            </p:spPr>
          </p:sp>
        </mc:Fallback>
      </mc:AlternateContent>
      <mc:AlternateContent xmlns:mc="http://schemas.openxmlformats.org/markup-compatibility/2006">
        <mc:Choice xmlns:p14="http://schemas.microsoft.com/office/powerpoint/2010/main" Requires="p14">
          <p:contentPart p14:bwMode="auto" r:id="rId143">
            <p14:nvContentPartPr>
              <p14:cNvPr id="1049469" name=""/>
              <p14:cNvContentPartPr/>
              <p14:nvPr/>
            </p14:nvContentPartPr>
            <p14:xfrm>
              <a:off x="3313543" y="2955187"/>
              <a:ext cx="157885" cy="16338"/>
            </p14:xfrm>
          </p:contentPart>
        </mc:Choice>
        <mc:Fallback>
          <p:sp>
            <p:nvSpPr>
              <p:cNvPr id="1049469" name=""/>
              <p:cNvSpPr/>
              <p:nvPr/>
            </p:nvSpPr>
            <p:spPr>
              <a:xfrm>
                <a:off x="3313543" y="2955187"/>
                <a:ext cx="157885" cy="16338"/>
              </a:xfrm>
            </p:spPr>
          </p:sp>
        </mc:Fallback>
      </mc:AlternateContent>
      <mc:AlternateContent xmlns:mc="http://schemas.openxmlformats.org/markup-compatibility/2006">
        <mc:Choice xmlns:p14="http://schemas.microsoft.com/office/powerpoint/2010/main" Requires="p14">
          <p:contentPart p14:bwMode="auto" r:id="rId144">
            <p14:nvContentPartPr>
              <p14:cNvPr id="1049470" name=""/>
              <p14:cNvContentPartPr/>
              <p14:nvPr/>
            </p14:nvContentPartPr>
            <p14:xfrm>
              <a:off x="3769339" y="2803188"/>
              <a:ext cx="212163" cy="309193"/>
            </p14:xfrm>
          </p:contentPart>
        </mc:Choice>
        <mc:Fallback>
          <p:sp>
            <p:nvSpPr>
              <p:cNvPr id="1049470" name=""/>
              <p:cNvSpPr/>
              <p:nvPr/>
            </p:nvSpPr>
            <p:spPr>
              <a:xfrm>
                <a:off x="3769339" y="2803188"/>
                <a:ext cx="212163" cy="309193"/>
              </a:xfrm>
            </p:spPr>
          </p:sp>
        </mc:Fallback>
      </mc:AlternateContent>
      <mc:AlternateContent xmlns:mc="http://schemas.openxmlformats.org/markup-compatibility/2006">
        <mc:Choice xmlns:p14="http://schemas.microsoft.com/office/powerpoint/2010/main" Requires="p14">
          <p:contentPart p14:bwMode="auto" r:id="rId145">
            <p14:nvContentPartPr>
              <p14:cNvPr id="1049471" name=""/>
              <p14:cNvContentPartPr/>
              <p14:nvPr/>
            </p14:nvContentPartPr>
            <p14:xfrm>
              <a:off x="1130248" y="2800153"/>
              <a:ext cx="118526" cy="264771"/>
            </p14:xfrm>
          </p:contentPart>
        </mc:Choice>
        <mc:Fallback>
          <p:sp>
            <p:nvSpPr>
              <p:cNvPr id="1049471" name=""/>
              <p:cNvSpPr/>
              <p:nvPr/>
            </p:nvSpPr>
            <p:spPr>
              <a:xfrm>
                <a:off x="1130248" y="2800153"/>
                <a:ext cx="118526" cy="264771"/>
              </a:xfrm>
            </p:spPr>
          </p:sp>
        </mc:Fallback>
      </mc:AlternateContent>
      <mc:AlternateContent xmlns:mc="http://schemas.openxmlformats.org/markup-compatibility/2006">
        <mc:Choice xmlns:p14="http://schemas.microsoft.com/office/powerpoint/2010/main" Requires="p14">
          <p:contentPart p14:bwMode="auto" r:id="rId146">
            <p14:nvContentPartPr>
              <p14:cNvPr id="1049472" name=""/>
              <p14:cNvContentPartPr/>
              <p14:nvPr/>
            </p14:nvContentPartPr>
            <p14:xfrm>
              <a:off x="1335947" y="2959406"/>
              <a:ext cx="10684" cy="211018"/>
            </p14:xfrm>
          </p:contentPart>
        </mc:Choice>
        <mc:Fallback>
          <p:sp>
            <p:nvSpPr>
              <p:cNvPr id="1049472" name=""/>
              <p:cNvSpPr/>
              <p:nvPr/>
            </p:nvSpPr>
            <p:spPr>
              <a:xfrm>
                <a:off x="1335947" y="2959406"/>
                <a:ext cx="10684" cy="211018"/>
              </a:xfrm>
            </p:spPr>
          </p:sp>
        </mc:Fallback>
      </mc:AlternateContent>
      <mc:AlternateContent xmlns:mc="http://schemas.openxmlformats.org/markup-compatibility/2006">
        <mc:Choice xmlns:p14="http://schemas.microsoft.com/office/powerpoint/2010/main" Requires="p14">
          <p:contentPart p14:bwMode="auto" r:id="rId147">
            <p14:nvContentPartPr>
              <p14:cNvPr id="1049473" name=""/>
              <p14:cNvContentPartPr/>
              <p14:nvPr/>
            </p14:nvContentPartPr>
            <p14:xfrm>
              <a:off x="1438367" y="2842603"/>
              <a:ext cx="17107" cy="175282"/>
            </p14:xfrm>
          </p:contentPart>
        </mc:Choice>
        <mc:Fallback>
          <p:sp>
            <p:nvSpPr>
              <p:cNvPr id="1049473" name=""/>
              <p:cNvSpPr/>
              <p:nvPr/>
            </p:nvSpPr>
            <p:spPr>
              <a:xfrm>
                <a:off x="1438367" y="2842603"/>
                <a:ext cx="17107" cy="175282"/>
              </a:xfrm>
            </p:spPr>
          </p:sp>
        </mc:Fallback>
      </mc:AlternateContent>
      <mc:AlternateContent xmlns:mc="http://schemas.openxmlformats.org/markup-compatibility/2006">
        <mc:Choice xmlns:p14="http://schemas.microsoft.com/office/powerpoint/2010/main" Requires="p14">
          <p:contentPart p14:bwMode="auto" r:id="rId148">
            <p14:nvContentPartPr>
              <p14:cNvPr id="1049474" name=""/>
              <p14:cNvContentPartPr/>
              <p14:nvPr/>
            </p14:nvContentPartPr>
            <p14:xfrm>
              <a:off x="1363134" y="2929612"/>
              <a:ext cx="181608" cy="17859"/>
            </p14:xfrm>
          </p:contentPart>
        </mc:Choice>
        <mc:Fallback>
          <p:sp>
            <p:nvSpPr>
              <p:cNvPr id="1049474" name=""/>
              <p:cNvSpPr/>
              <p:nvPr/>
            </p:nvSpPr>
            <p:spPr>
              <a:xfrm>
                <a:off x="1363134" y="2929612"/>
                <a:ext cx="181608" cy="17859"/>
              </a:xfrm>
            </p:spPr>
          </p:sp>
        </mc:Fallback>
      </mc:AlternateContent>
      <mc:AlternateContent xmlns:mc="http://schemas.openxmlformats.org/markup-compatibility/2006">
        <mc:Choice xmlns:p14="http://schemas.microsoft.com/office/powerpoint/2010/main" Requires="p14">
          <p:contentPart p14:bwMode="auto" r:id="rId149">
            <p14:nvContentPartPr>
              <p14:cNvPr id="1049475" name=""/>
              <p14:cNvContentPartPr/>
              <p14:nvPr/>
            </p14:nvContentPartPr>
            <p14:xfrm>
              <a:off x="1564853" y="2777742"/>
              <a:ext cx="139513" cy="267659"/>
            </p14:xfrm>
          </p:contentPart>
        </mc:Choice>
        <mc:Fallback>
          <p:sp>
            <p:nvSpPr>
              <p:cNvPr id="1049475" name=""/>
              <p:cNvSpPr/>
              <p:nvPr/>
            </p:nvSpPr>
            <p:spPr>
              <a:xfrm>
                <a:off x="1564853" y="2777742"/>
                <a:ext cx="139513" cy="267659"/>
              </a:xfrm>
            </p:spPr>
          </p:sp>
        </mc:Fallback>
      </mc:AlternateContent>
      <mc:AlternateContent xmlns:mc="http://schemas.openxmlformats.org/markup-compatibility/2006">
        <mc:Choice xmlns:p14="http://schemas.microsoft.com/office/powerpoint/2010/main" Requires="p14">
          <p:contentPart p14:bwMode="auto" r:id="rId150">
            <p14:nvContentPartPr>
              <p14:cNvPr id="1049476" name=""/>
              <p14:cNvContentPartPr/>
              <p14:nvPr/>
            </p14:nvContentPartPr>
            <p14:xfrm>
              <a:off x="1694823" y="2972326"/>
              <a:ext cx="133504" cy="230613"/>
            </p14:xfrm>
          </p:contentPart>
        </mc:Choice>
        <mc:Fallback>
          <p:sp>
            <p:nvSpPr>
              <p:cNvPr id="1049476" name=""/>
              <p:cNvSpPr/>
              <p:nvPr/>
            </p:nvSpPr>
            <p:spPr>
              <a:xfrm>
                <a:off x="1694823" y="2972326"/>
                <a:ext cx="133504" cy="230613"/>
              </a:xfrm>
            </p:spPr>
          </p:sp>
        </mc:Fallback>
      </mc:AlternateContent>
      <mc:AlternateContent xmlns:mc="http://schemas.openxmlformats.org/markup-compatibility/2006">
        <mc:Choice xmlns:p14="http://schemas.microsoft.com/office/powerpoint/2010/main" Requires="p14">
          <p:contentPart p14:bwMode="auto" r:id="rId151">
            <p14:nvContentPartPr>
              <p14:cNvPr id="1049477" name=""/>
              <p14:cNvContentPartPr/>
              <p14:nvPr/>
            </p14:nvContentPartPr>
            <p14:xfrm>
              <a:off x="1886046" y="2828629"/>
              <a:ext cx="9571" cy="215955"/>
            </p14:xfrm>
          </p:contentPart>
        </mc:Choice>
        <mc:Fallback>
          <p:sp>
            <p:nvSpPr>
              <p:cNvPr id="1049477" name=""/>
              <p:cNvSpPr/>
              <p:nvPr/>
            </p:nvSpPr>
            <p:spPr>
              <a:xfrm>
                <a:off x="1886046" y="2828629"/>
                <a:ext cx="9571" cy="215955"/>
              </a:xfrm>
            </p:spPr>
          </p:sp>
        </mc:Fallback>
      </mc:AlternateContent>
      <mc:AlternateContent xmlns:mc="http://schemas.openxmlformats.org/markup-compatibility/2006">
        <mc:Choice xmlns:p14="http://schemas.microsoft.com/office/powerpoint/2010/main" Requires="p14">
          <p:contentPart p14:bwMode="auto" r:id="rId152">
            <p14:nvContentPartPr>
              <p14:cNvPr id="1049478" name=""/>
              <p14:cNvContentPartPr/>
              <p14:nvPr/>
            </p14:nvContentPartPr>
            <p14:xfrm>
              <a:off x="1795777" y="2922756"/>
              <a:ext cx="183866" cy="11605"/>
            </p14:xfrm>
          </p:contentPart>
        </mc:Choice>
        <mc:Fallback>
          <p:sp>
            <p:nvSpPr>
              <p:cNvPr id="1049478" name=""/>
              <p:cNvSpPr/>
              <p:nvPr/>
            </p:nvSpPr>
            <p:spPr>
              <a:xfrm>
                <a:off x="1795777" y="2922756"/>
                <a:ext cx="183866" cy="11605"/>
              </a:xfrm>
            </p:spPr>
          </p:sp>
        </mc:Fallback>
      </mc:AlternateContent>
      <mc:AlternateContent xmlns:mc="http://schemas.openxmlformats.org/markup-compatibility/2006">
        <mc:Choice xmlns:p14="http://schemas.microsoft.com/office/powerpoint/2010/main" Requires="p14">
          <p:contentPart p14:bwMode="auto" r:id="rId153">
            <p14:nvContentPartPr>
              <p14:cNvPr id="1049479" name=""/>
              <p14:cNvContentPartPr/>
              <p14:nvPr/>
            </p14:nvContentPartPr>
            <p14:xfrm>
              <a:off x="1975632" y="2820455"/>
              <a:ext cx="84575" cy="249972"/>
            </p14:xfrm>
          </p:contentPart>
        </mc:Choice>
        <mc:Fallback>
          <p:sp>
            <p:nvSpPr>
              <p:cNvPr id="1049479" name=""/>
              <p:cNvSpPr/>
              <p:nvPr/>
            </p:nvSpPr>
            <p:spPr>
              <a:xfrm>
                <a:off x="1975632" y="2820455"/>
                <a:ext cx="84575" cy="249972"/>
              </a:xfrm>
            </p:spPr>
          </p:sp>
        </mc:Fallback>
      </mc:AlternateContent>
      <mc:AlternateContent xmlns:mc="http://schemas.openxmlformats.org/markup-compatibility/2006">
        <mc:Choice xmlns:p14="http://schemas.microsoft.com/office/powerpoint/2010/main" Requires="p14">
          <p:contentPart p14:bwMode="auto" r:id="rId154">
            <p14:nvContentPartPr>
              <p14:cNvPr id="1049480" name=""/>
              <p14:cNvContentPartPr/>
              <p14:nvPr/>
            </p14:nvContentPartPr>
            <p14:xfrm>
              <a:off x="1993115" y="2982782"/>
              <a:ext cx="179830" cy="176218"/>
            </p14:xfrm>
          </p:contentPart>
        </mc:Choice>
        <mc:Fallback>
          <p:sp>
            <p:nvSpPr>
              <p:cNvPr id="1049480" name=""/>
              <p:cNvSpPr/>
              <p:nvPr/>
            </p:nvSpPr>
            <p:spPr>
              <a:xfrm>
                <a:off x="1993115" y="2982782"/>
                <a:ext cx="179830" cy="176218"/>
              </a:xfrm>
            </p:spPr>
          </p:sp>
        </mc:Fallback>
      </mc:AlternateContent>
      <mc:AlternateContent xmlns:mc="http://schemas.openxmlformats.org/markup-compatibility/2006">
        <mc:Choice xmlns:p14="http://schemas.microsoft.com/office/powerpoint/2010/main" Requires="p14">
          <p:contentPart p14:bwMode="auto" r:id="rId155">
            <p14:nvContentPartPr>
              <p14:cNvPr id="1049481" name=""/>
              <p14:cNvContentPartPr/>
              <p14:nvPr/>
            </p14:nvContentPartPr>
            <p14:xfrm>
              <a:off x="3240195" y="6084186"/>
              <a:ext cx="2562785" cy="516550"/>
            </p14:xfrm>
          </p:contentPart>
        </mc:Choice>
        <mc:Fallback>
          <p:sp>
            <p:nvSpPr>
              <p:cNvPr id="1049481" name=""/>
              <p:cNvSpPr/>
              <p:nvPr/>
            </p:nvSpPr>
            <p:spPr>
              <a:xfrm>
                <a:off x="3240195" y="6084186"/>
                <a:ext cx="2562785" cy="516550"/>
              </a:xfrm>
            </p:spPr>
          </p:sp>
        </mc:Fallback>
      </mc:AlternateContent>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creator>Sadia Enam</dc:creator>
  <cp:lastModifiedBy>Sadia Enam</cp:lastModifiedBy>
  <dcterms:created xsi:type="dcterms:W3CDTF">2025-10-03T16:58:01Z</dcterms:created>
  <dcterms:modified xsi:type="dcterms:W3CDTF">2026-05-04T03:05:49Z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a93f99300e6545d7b48b5f90cc63383f</vt:lpwstr>
  </property>
</Properties>
</file>